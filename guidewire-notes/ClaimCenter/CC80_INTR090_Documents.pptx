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4" r:id="rId4"/>
  </p:sldMasterIdLst>
  <p:notesMasterIdLst>
    <p:notesMasterId r:id="rId59"/>
  </p:notesMasterIdLst>
  <p:handoutMasterIdLst>
    <p:handoutMasterId r:id="rId60"/>
  </p:handoutMasterIdLst>
  <p:sldIdLst>
    <p:sldId id="1192" r:id="rId5"/>
    <p:sldId id="1267" r:id="rId6"/>
    <p:sldId id="1293" r:id="rId7"/>
    <p:sldId id="1294" r:id="rId8"/>
    <p:sldId id="1338" r:id="rId9"/>
    <p:sldId id="1295" r:id="rId10"/>
    <p:sldId id="1296" r:id="rId11"/>
    <p:sldId id="1336" r:id="rId12"/>
    <p:sldId id="1298" r:id="rId13"/>
    <p:sldId id="1299" r:id="rId14"/>
    <p:sldId id="1300" r:id="rId15"/>
    <p:sldId id="1301" r:id="rId16"/>
    <p:sldId id="1302" r:id="rId17"/>
    <p:sldId id="1303" r:id="rId18"/>
    <p:sldId id="1304" r:id="rId19"/>
    <p:sldId id="1305" r:id="rId20"/>
    <p:sldId id="1306" r:id="rId21"/>
    <p:sldId id="1307" r:id="rId22"/>
    <p:sldId id="1308" r:id="rId23"/>
    <p:sldId id="1309" r:id="rId24"/>
    <p:sldId id="1310" r:id="rId25"/>
    <p:sldId id="1339" r:id="rId26"/>
    <p:sldId id="1311" r:id="rId27"/>
    <p:sldId id="1312" r:id="rId28"/>
    <p:sldId id="1340" r:id="rId29"/>
    <p:sldId id="1313" r:id="rId30"/>
    <p:sldId id="1314" r:id="rId31"/>
    <p:sldId id="1341" r:id="rId32"/>
    <p:sldId id="1315" r:id="rId33"/>
    <p:sldId id="1316" r:id="rId34"/>
    <p:sldId id="1344" r:id="rId35"/>
    <p:sldId id="1343" r:id="rId36"/>
    <p:sldId id="1317" r:id="rId37"/>
    <p:sldId id="1318" r:id="rId38"/>
    <p:sldId id="1319" r:id="rId39"/>
    <p:sldId id="1328" r:id="rId40"/>
    <p:sldId id="1329" r:id="rId41"/>
    <p:sldId id="1330" r:id="rId42"/>
    <p:sldId id="1331" r:id="rId43"/>
    <p:sldId id="1342" r:id="rId44"/>
    <p:sldId id="1332" r:id="rId45"/>
    <p:sldId id="1333" r:id="rId46"/>
    <p:sldId id="1334" r:id="rId47"/>
    <p:sldId id="1335" r:id="rId48"/>
    <p:sldId id="1327" r:id="rId49"/>
    <p:sldId id="1320" r:id="rId50"/>
    <p:sldId id="1321" r:id="rId51"/>
    <p:sldId id="1322" r:id="rId52"/>
    <p:sldId id="1323" r:id="rId53"/>
    <p:sldId id="1324" r:id="rId54"/>
    <p:sldId id="1345" r:id="rId55"/>
    <p:sldId id="1325" r:id="rId56"/>
    <p:sldId id="1326" r:id="rId57"/>
    <p:sldId id="1337" r:id="rId58"/>
  </p:sldIdLst>
  <p:sldSz cx="9144000" cy="6858000" type="screen4x3"/>
  <p:notesSz cx="7099300" cy="10234613"/>
  <p:defaultTextStyle>
    <a:defPPr>
      <a:defRPr lang="en-US"/>
    </a:defPPr>
    <a:lvl1pPr algn="ctr" rtl="0" fontAlgn="base">
      <a:spcBef>
        <a:spcPct val="50000"/>
      </a:spcBef>
      <a:spcAft>
        <a:spcPct val="30000"/>
      </a:spcAft>
      <a:buClr>
        <a:schemeClr val="tx1"/>
      </a:buClr>
      <a:defRPr sz="1400" kern="1200">
        <a:solidFill>
          <a:schemeClr val="bg1"/>
        </a:solidFill>
        <a:latin typeface="Arial" charset="0"/>
        <a:ea typeface="+mn-ea"/>
        <a:cs typeface="+mn-cs"/>
      </a:defRPr>
    </a:lvl1pPr>
    <a:lvl2pPr marL="457200" algn="ctr" rtl="0" fontAlgn="base">
      <a:spcBef>
        <a:spcPct val="50000"/>
      </a:spcBef>
      <a:spcAft>
        <a:spcPct val="30000"/>
      </a:spcAft>
      <a:buClr>
        <a:schemeClr val="tx1"/>
      </a:buClr>
      <a:defRPr sz="1400" kern="1200">
        <a:solidFill>
          <a:schemeClr val="bg1"/>
        </a:solidFill>
        <a:latin typeface="Arial" charset="0"/>
        <a:ea typeface="+mn-ea"/>
        <a:cs typeface="+mn-cs"/>
      </a:defRPr>
    </a:lvl2pPr>
    <a:lvl3pPr marL="914400" algn="ctr" rtl="0" fontAlgn="base">
      <a:spcBef>
        <a:spcPct val="50000"/>
      </a:spcBef>
      <a:spcAft>
        <a:spcPct val="30000"/>
      </a:spcAft>
      <a:buClr>
        <a:schemeClr val="tx1"/>
      </a:buClr>
      <a:defRPr sz="1400" kern="1200">
        <a:solidFill>
          <a:schemeClr val="bg1"/>
        </a:solidFill>
        <a:latin typeface="Arial" charset="0"/>
        <a:ea typeface="+mn-ea"/>
        <a:cs typeface="+mn-cs"/>
      </a:defRPr>
    </a:lvl3pPr>
    <a:lvl4pPr marL="1371600" algn="ctr" rtl="0" fontAlgn="base">
      <a:spcBef>
        <a:spcPct val="50000"/>
      </a:spcBef>
      <a:spcAft>
        <a:spcPct val="30000"/>
      </a:spcAft>
      <a:buClr>
        <a:schemeClr val="tx1"/>
      </a:buClr>
      <a:defRPr sz="1400" kern="1200">
        <a:solidFill>
          <a:schemeClr val="bg1"/>
        </a:solidFill>
        <a:latin typeface="Arial" charset="0"/>
        <a:ea typeface="+mn-ea"/>
        <a:cs typeface="+mn-cs"/>
      </a:defRPr>
    </a:lvl4pPr>
    <a:lvl5pPr marL="1828800" algn="ctr" rtl="0" fontAlgn="base">
      <a:spcBef>
        <a:spcPct val="50000"/>
      </a:spcBef>
      <a:spcAft>
        <a:spcPct val="30000"/>
      </a:spcAft>
      <a:buClr>
        <a:schemeClr val="tx1"/>
      </a:buClr>
      <a:defRPr sz="1400" kern="1200">
        <a:solidFill>
          <a:schemeClr val="bg1"/>
        </a:solidFill>
        <a:latin typeface="Arial" charset="0"/>
        <a:ea typeface="+mn-ea"/>
        <a:cs typeface="+mn-cs"/>
      </a:defRPr>
    </a:lvl5pPr>
    <a:lvl6pPr marL="2286000" algn="l" defTabSz="914400" rtl="0" eaLnBrk="1" latinLnBrk="0" hangingPunct="1">
      <a:defRPr sz="1400" kern="1200">
        <a:solidFill>
          <a:schemeClr val="bg1"/>
        </a:solidFill>
        <a:latin typeface="Arial" charset="0"/>
        <a:ea typeface="+mn-ea"/>
        <a:cs typeface="+mn-cs"/>
      </a:defRPr>
    </a:lvl6pPr>
    <a:lvl7pPr marL="2743200" algn="l" defTabSz="914400" rtl="0" eaLnBrk="1" latinLnBrk="0" hangingPunct="1">
      <a:defRPr sz="1400" kern="1200">
        <a:solidFill>
          <a:schemeClr val="bg1"/>
        </a:solidFill>
        <a:latin typeface="Arial" charset="0"/>
        <a:ea typeface="+mn-ea"/>
        <a:cs typeface="+mn-cs"/>
      </a:defRPr>
    </a:lvl7pPr>
    <a:lvl8pPr marL="3200400" algn="l" defTabSz="914400" rtl="0" eaLnBrk="1" latinLnBrk="0" hangingPunct="1">
      <a:defRPr sz="1400" kern="1200">
        <a:solidFill>
          <a:schemeClr val="bg1"/>
        </a:solidFill>
        <a:latin typeface="Arial" charset="0"/>
        <a:ea typeface="+mn-ea"/>
        <a:cs typeface="+mn-cs"/>
      </a:defRPr>
    </a:lvl8pPr>
    <a:lvl9pPr marL="3657600" algn="l" defTabSz="914400" rtl="0" eaLnBrk="1" latinLnBrk="0" hangingPunct="1">
      <a:defRPr sz="1400" kern="1200">
        <a:solidFill>
          <a:schemeClr val="bg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224">
          <p15:clr>
            <a:srgbClr val="A4A3A4"/>
          </p15:clr>
        </p15:guide>
        <p15:guide id="2" pos="2236">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Tom Rhoades" initials="TR" lastIdx="8" clrIdx="0"/>
</p:cmAuthorLst>
</file>

<file path=ppt/presProps.xml><?xml version="1.0" encoding="utf-8"?>
<p:presentationPr xmlns:a="http://schemas.openxmlformats.org/drawingml/2006/main" xmlns:r="http://schemas.openxmlformats.org/officeDocument/2006/relationships" xmlns:p="http://schemas.openxmlformats.org/presentationml/2006/main">
  <p:prnPr prnWhat="notes" clrMode="bw" scaleToFitPaper="1" frameSlides="1"/>
  <p:clrMru>
    <a:srgbClr val="F8F8F8"/>
    <a:srgbClr val="F5F5F5"/>
    <a:srgbClr val="000066"/>
    <a:srgbClr val="0033CC"/>
    <a:srgbClr val="000099"/>
    <a:srgbClr val="993300"/>
    <a:srgbClr val="003399"/>
    <a:srgbClr val="FF6600"/>
    <a:srgbClr val="777777"/>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152" autoAdjust="0"/>
    <p:restoredTop sz="73601" autoAdjust="0"/>
  </p:normalViewPr>
  <p:slideViewPr>
    <p:cSldViewPr snapToGrid="0">
      <p:cViewPr varScale="1">
        <p:scale>
          <a:sx n="49" d="100"/>
          <a:sy n="49" d="100"/>
        </p:scale>
        <p:origin x="1796" y="56"/>
      </p:cViewPr>
      <p:guideLst>
        <p:guide orient="horz" pos="2160"/>
        <p:guide pos="2880"/>
      </p:guideLst>
    </p:cSldViewPr>
  </p:slideViewPr>
  <p:outlineViewPr>
    <p:cViewPr>
      <p:scale>
        <a:sx n="25" d="100"/>
        <a:sy n="25"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96" d="100"/>
          <a:sy n="96" d="100"/>
        </p:scale>
        <p:origin x="-3558" y="-114"/>
      </p:cViewPr>
      <p:guideLst>
        <p:guide orient="horz" pos="3224"/>
        <p:guide pos="2236"/>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61" Type="http://schemas.openxmlformats.org/officeDocument/2006/relationships/commentAuthors" Target="commentAuthor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handoutMaster" Target="handoutMasters/handoutMaster1.xml"/><Relationship Id="rId65"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ve, Pratik" userId="11b50c59-5a5e-4763-9a7c-a57572cb188d" providerId="ADAL" clId="{85202121-D81B-49C5-B952-BB9F01C3D2AB}"/>
    <pc:docChg chg="modSld">
      <pc:chgData name="Dave, Pratik" userId="11b50c59-5a5e-4763-9a7c-a57572cb188d" providerId="ADAL" clId="{85202121-D81B-49C5-B952-BB9F01C3D2AB}" dt="2020-12-20T17:29:41.797" v="1" actId="20577"/>
      <pc:docMkLst>
        <pc:docMk/>
      </pc:docMkLst>
      <pc:sldChg chg="modSp">
        <pc:chgData name="Dave, Pratik" userId="11b50c59-5a5e-4763-9a7c-a57572cb188d" providerId="ADAL" clId="{85202121-D81B-49C5-B952-BB9F01C3D2AB}" dt="2020-12-20T17:29:41.797" v="1" actId="20577"/>
        <pc:sldMkLst>
          <pc:docMk/>
          <pc:sldMk cId="0" sldId="1303"/>
        </pc:sldMkLst>
        <pc:spChg chg="mod">
          <ac:chgData name="Dave, Pratik" userId="11b50c59-5a5e-4763-9a7c-a57572cb188d" providerId="ADAL" clId="{85202121-D81B-49C5-B952-BB9F01C3D2AB}" dt="2020-12-20T17:29:41.797" v="1" actId="20577"/>
          <ac:spMkLst>
            <pc:docMk/>
            <pc:sldMk cId="0" sldId="1303"/>
            <ac:spMk id="16386" creationId="{00000000-0000-0000-0000-000000000000}"/>
          </ac:spMkLst>
        </pc:spChg>
      </pc:sldChg>
    </pc:docChg>
  </pc:docChgLst>
  <pc:docChgLst>
    <pc:chgData name="Kalapatapu, Kiran" userId="521d0b5f-8ae7-41e9-9150-b369fc14c711" providerId="ADAL" clId="{0A5DC98F-AEC4-4F0D-9FC7-E476D0733CD8}"/>
    <pc:docChg chg="modSld sldOrd">
      <pc:chgData name="Kalapatapu, Kiran" userId="521d0b5f-8ae7-41e9-9150-b369fc14c711" providerId="ADAL" clId="{0A5DC98F-AEC4-4F0D-9FC7-E476D0733CD8}" dt="2021-11-24T17:06:13.921" v="1"/>
      <pc:docMkLst>
        <pc:docMk/>
      </pc:docMkLst>
      <pc:sldChg chg="ord">
        <pc:chgData name="Kalapatapu, Kiran" userId="521d0b5f-8ae7-41e9-9150-b369fc14c711" providerId="ADAL" clId="{0A5DC98F-AEC4-4F0D-9FC7-E476D0733CD8}" dt="2021-11-24T17:06:13.921" v="1"/>
        <pc:sldMkLst>
          <pc:docMk/>
          <pc:sldMk cId="0" sldId="1336"/>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4034" name="Rectangle 2"/>
          <p:cNvSpPr>
            <a:spLocks noGrp="1" noChangeArrowheads="1"/>
          </p:cNvSpPr>
          <p:nvPr>
            <p:ph type="hdr" sz="quarter"/>
          </p:nvPr>
        </p:nvSpPr>
        <p:spPr bwMode="auto">
          <a:xfrm>
            <a:off x="0" y="0"/>
            <a:ext cx="3076363" cy="512081"/>
          </a:xfrm>
          <a:prstGeom prst="rect">
            <a:avLst/>
          </a:prstGeom>
          <a:noFill/>
          <a:ln w="9525">
            <a:noFill/>
            <a:miter lim="800000"/>
            <a:headEnd/>
            <a:tailEnd/>
          </a:ln>
          <a:effectLst/>
        </p:spPr>
        <p:txBody>
          <a:bodyPr vert="horz" wrap="square" lIns="99979" tIns="49990" rIns="99979" bIns="49990" numCol="1" anchor="t" anchorCtr="0" compatLnSpc="1">
            <a:prstTxWarp prst="textNoShape">
              <a:avLst/>
            </a:prstTxWarp>
          </a:bodyPr>
          <a:lstStyle>
            <a:lvl1pPr algn="l" defTabSz="999889">
              <a:spcBef>
                <a:spcPct val="0"/>
              </a:spcBef>
              <a:spcAft>
                <a:spcPct val="0"/>
              </a:spcAft>
              <a:buClrTx/>
              <a:defRPr sz="1300" b="1">
                <a:solidFill>
                  <a:schemeClr val="tx1"/>
                </a:solidFill>
                <a:latin typeface="Times New Roman" pitchFamily="18" charset="0"/>
              </a:defRPr>
            </a:lvl1pPr>
          </a:lstStyle>
          <a:p>
            <a:pPr>
              <a:defRPr/>
            </a:pPr>
            <a:endParaRPr lang="en-US" altLang="en-US"/>
          </a:p>
        </p:txBody>
      </p:sp>
      <p:sp>
        <p:nvSpPr>
          <p:cNvPr id="44035" name="Rectangle 3"/>
          <p:cNvSpPr>
            <a:spLocks noGrp="1" noChangeArrowheads="1"/>
          </p:cNvSpPr>
          <p:nvPr>
            <p:ph type="dt" sz="quarter" idx="1"/>
          </p:nvPr>
        </p:nvSpPr>
        <p:spPr bwMode="auto">
          <a:xfrm>
            <a:off x="4022937" y="0"/>
            <a:ext cx="3076363" cy="512081"/>
          </a:xfrm>
          <a:prstGeom prst="rect">
            <a:avLst/>
          </a:prstGeom>
          <a:noFill/>
          <a:ln w="9525">
            <a:noFill/>
            <a:miter lim="800000"/>
            <a:headEnd/>
            <a:tailEnd/>
          </a:ln>
          <a:effectLst/>
        </p:spPr>
        <p:txBody>
          <a:bodyPr vert="horz" wrap="square" lIns="99979" tIns="49990" rIns="99979" bIns="49990" numCol="1" anchor="t" anchorCtr="0" compatLnSpc="1">
            <a:prstTxWarp prst="textNoShape">
              <a:avLst/>
            </a:prstTxWarp>
          </a:bodyPr>
          <a:lstStyle>
            <a:lvl1pPr algn="r" defTabSz="999889">
              <a:spcBef>
                <a:spcPct val="0"/>
              </a:spcBef>
              <a:spcAft>
                <a:spcPct val="0"/>
              </a:spcAft>
              <a:buClrTx/>
              <a:defRPr sz="1300" b="1">
                <a:solidFill>
                  <a:schemeClr val="tx1"/>
                </a:solidFill>
                <a:latin typeface="Times New Roman" pitchFamily="18" charset="0"/>
              </a:defRPr>
            </a:lvl1pPr>
          </a:lstStyle>
          <a:p>
            <a:pPr>
              <a:defRPr/>
            </a:pPr>
            <a:endParaRPr lang="en-US" altLang="en-US"/>
          </a:p>
        </p:txBody>
      </p:sp>
      <p:sp>
        <p:nvSpPr>
          <p:cNvPr id="44036" name="Rectangle 4"/>
          <p:cNvSpPr>
            <a:spLocks noGrp="1" noChangeArrowheads="1"/>
          </p:cNvSpPr>
          <p:nvPr>
            <p:ph type="ftr" sz="quarter" idx="2"/>
          </p:nvPr>
        </p:nvSpPr>
        <p:spPr bwMode="auto">
          <a:xfrm>
            <a:off x="0" y="9722534"/>
            <a:ext cx="3076363" cy="512080"/>
          </a:xfrm>
          <a:prstGeom prst="rect">
            <a:avLst/>
          </a:prstGeom>
          <a:noFill/>
          <a:ln w="9525">
            <a:noFill/>
            <a:miter lim="800000"/>
            <a:headEnd/>
            <a:tailEnd/>
          </a:ln>
          <a:effectLst/>
        </p:spPr>
        <p:txBody>
          <a:bodyPr vert="horz" wrap="square" lIns="99979" tIns="49990" rIns="99979" bIns="49990" numCol="1" anchor="b" anchorCtr="0" compatLnSpc="1">
            <a:prstTxWarp prst="textNoShape">
              <a:avLst/>
            </a:prstTxWarp>
          </a:bodyPr>
          <a:lstStyle>
            <a:lvl1pPr algn="l" defTabSz="999889">
              <a:spcBef>
                <a:spcPct val="0"/>
              </a:spcBef>
              <a:spcAft>
                <a:spcPct val="0"/>
              </a:spcAft>
              <a:buClrTx/>
              <a:defRPr sz="1300" b="1">
                <a:solidFill>
                  <a:schemeClr val="tx1"/>
                </a:solidFill>
                <a:latin typeface="Times New Roman" pitchFamily="18" charset="0"/>
              </a:defRPr>
            </a:lvl1pPr>
          </a:lstStyle>
          <a:p>
            <a:pPr>
              <a:defRPr/>
            </a:pPr>
            <a:endParaRPr lang="en-US" altLang="en-US"/>
          </a:p>
        </p:txBody>
      </p:sp>
      <p:sp>
        <p:nvSpPr>
          <p:cNvPr id="44037" name="Rectangle 5"/>
          <p:cNvSpPr>
            <a:spLocks noGrp="1" noChangeArrowheads="1"/>
          </p:cNvSpPr>
          <p:nvPr>
            <p:ph type="sldNum" sz="quarter" idx="3"/>
          </p:nvPr>
        </p:nvSpPr>
        <p:spPr bwMode="auto">
          <a:xfrm>
            <a:off x="4022937" y="9722534"/>
            <a:ext cx="3076363" cy="512080"/>
          </a:xfrm>
          <a:prstGeom prst="rect">
            <a:avLst/>
          </a:prstGeom>
          <a:noFill/>
          <a:ln w="9525">
            <a:noFill/>
            <a:miter lim="800000"/>
            <a:headEnd/>
            <a:tailEnd/>
          </a:ln>
          <a:effectLst/>
        </p:spPr>
        <p:txBody>
          <a:bodyPr vert="horz" wrap="square" lIns="99979" tIns="49990" rIns="99979" bIns="49990" numCol="1" anchor="b" anchorCtr="0" compatLnSpc="1">
            <a:prstTxWarp prst="textNoShape">
              <a:avLst/>
            </a:prstTxWarp>
          </a:bodyPr>
          <a:lstStyle>
            <a:lvl1pPr algn="r" defTabSz="999889">
              <a:spcBef>
                <a:spcPct val="0"/>
              </a:spcBef>
              <a:spcAft>
                <a:spcPct val="0"/>
              </a:spcAft>
              <a:buClrTx/>
              <a:defRPr sz="1300" b="1">
                <a:solidFill>
                  <a:schemeClr val="tx1"/>
                </a:solidFill>
                <a:latin typeface="Times New Roman" pitchFamily="18" charset="0"/>
              </a:defRPr>
            </a:lvl1pPr>
          </a:lstStyle>
          <a:p>
            <a:pPr>
              <a:defRPr/>
            </a:pPr>
            <a:fld id="{C96E9FFD-77F9-4470-84D7-79F4E904F3C1}" type="slidenum">
              <a:rPr lang="en-US" altLang="en-US"/>
              <a:pPr>
                <a:defRPr/>
              </a:pPr>
              <a:t>‹#›</a:t>
            </a:fld>
            <a:endParaRPr lang="en-US" altLang="en-US"/>
          </a:p>
        </p:txBody>
      </p:sp>
    </p:spTree>
    <p:extLst>
      <p:ext uri="{BB962C8B-B14F-4D97-AF65-F5344CB8AC3E}">
        <p14:creationId xmlns:p14="http://schemas.microsoft.com/office/powerpoint/2010/main" val="84744707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02" name="Overhead"/>
          <p:cNvSpPr>
            <a:spLocks noGrp="1" noRot="1" noChangeAspect="1" noChangeArrowheads="1" noTextEdit="1"/>
          </p:cNvSpPr>
          <p:nvPr>
            <p:ph type="sldImg" idx="2"/>
          </p:nvPr>
        </p:nvSpPr>
        <p:spPr bwMode="auto">
          <a:xfrm>
            <a:off x="565150" y="693738"/>
            <a:ext cx="5976938" cy="448468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3" name="StudentNote"/>
          <p:cNvSpPr>
            <a:spLocks noGrp="1" noChangeArrowheads="1"/>
          </p:cNvSpPr>
          <p:nvPr>
            <p:ph type="body" sz="quarter" idx="3"/>
          </p:nvPr>
        </p:nvSpPr>
        <p:spPr bwMode="auto">
          <a:xfrm>
            <a:off x="420700" y="5393445"/>
            <a:ext cx="6282552" cy="4222477"/>
          </a:xfrm>
          <a:prstGeom prst="rect">
            <a:avLst/>
          </a:prstGeom>
          <a:noFill/>
          <a:ln w="9525">
            <a:noFill/>
            <a:miter lim="800000"/>
            <a:headEnd/>
            <a:tailEnd/>
          </a:ln>
          <a:effectLst/>
        </p:spPr>
        <p:txBody>
          <a:bodyPr vert="horz" wrap="square" lIns="99979" tIns="49990" rIns="99979" bIns="49990" numCol="1" anchor="t" anchorCtr="0" compatLnSpc="1">
            <a:prstTxWarp prst="textNoShape">
              <a:avLst/>
            </a:prstTxWarp>
          </a:bodyPr>
          <a:lstStyle/>
          <a:p>
            <a:pPr lvl="0"/>
            <a:r>
              <a:rPr lang="en-US" altLang="en-US" noProof="0"/>
              <a:t>Click to edit Master text styles</a:t>
            </a:r>
          </a:p>
          <a:p>
            <a:pPr lvl="1"/>
            <a:r>
              <a:rPr lang="en-US" altLang="en-US" noProof="0"/>
              <a:t>Second level</a:t>
            </a:r>
          </a:p>
          <a:p>
            <a:pPr lvl="2"/>
            <a:r>
              <a:rPr lang="en-US" altLang="en-US" noProof="0"/>
              <a:t>Third level</a:t>
            </a:r>
          </a:p>
          <a:p>
            <a:pPr lvl="3"/>
            <a:r>
              <a:rPr lang="en-US" altLang="en-US" noProof="0"/>
              <a:t>Fourth level</a:t>
            </a:r>
          </a:p>
          <a:p>
            <a:pPr lvl="4"/>
            <a:r>
              <a:rPr lang="en-US" altLang="en-US" noProof="0"/>
              <a:t>Fifth level</a:t>
            </a:r>
          </a:p>
        </p:txBody>
      </p:sp>
      <p:sp>
        <p:nvSpPr>
          <p:cNvPr id="22543" name="SectionName"/>
          <p:cNvSpPr>
            <a:spLocks noGrp="1" noChangeArrowheads="1"/>
          </p:cNvSpPr>
          <p:nvPr>
            <p:ph type="hdr" sz="quarter"/>
          </p:nvPr>
        </p:nvSpPr>
        <p:spPr bwMode="auto">
          <a:xfrm>
            <a:off x="716503" y="353039"/>
            <a:ext cx="5672867" cy="234194"/>
          </a:xfrm>
          <a:prstGeom prst="rect">
            <a:avLst/>
          </a:prstGeom>
          <a:noFill/>
          <a:ln w="9525">
            <a:noFill/>
            <a:miter lim="800000"/>
            <a:headEnd/>
            <a:tailEnd/>
          </a:ln>
          <a:effectLst/>
        </p:spPr>
        <p:txBody>
          <a:bodyPr vert="horz" wrap="square" lIns="0" tIns="0" rIns="0" bIns="0" numCol="1" anchor="b" anchorCtr="0" compatLnSpc="1">
            <a:prstTxWarp prst="textNoShape">
              <a:avLst/>
            </a:prstTxWarp>
          </a:bodyPr>
          <a:lstStyle>
            <a:lvl1pPr algn="l" defTabSz="1011812" eaLnBrk="0" hangingPunct="0">
              <a:lnSpc>
                <a:spcPts val="2012"/>
              </a:lnSpc>
              <a:spcBef>
                <a:spcPts val="671"/>
              </a:spcBef>
              <a:spcAft>
                <a:spcPct val="0"/>
              </a:spcAft>
              <a:buClrTx/>
              <a:buFont typeface="Wingdings" pitchFamily="2" charset="2"/>
              <a:buNone/>
              <a:tabLst>
                <a:tab pos="5999331" algn="r"/>
              </a:tabLst>
              <a:defRPr sz="1300">
                <a:solidFill>
                  <a:schemeClr val="tx1"/>
                </a:solidFill>
                <a:latin typeface="Arial" charset="0"/>
              </a:defRPr>
            </a:lvl1pPr>
          </a:lstStyle>
          <a:p>
            <a:pPr>
              <a:defRPr/>
            </a:pPr>
            <a:r>
              <a:rPr lang="en-US" altLang="en-US"/>
              <a:t>	</a:t>
            </a:r>
            <a:endParaRPr lang="en-US"/>
          </a:p>
        </p:txBody>
      </p:sp>
      <p:sp>
        <p:nvSpPr>
          <p:cNvPr id="22544" name="ModuleNumber" hidden="1"/>
          <p:cNvSpPr>
            <a:spLocks noChangeArrowheads="1"/>
          </p:cNvSpPr>
          <p:nvPr/>
        </p:nvSpPr>
        <p:spPr bwMode="auto">
          <a:xfrm>
            <a:off x="4303951" y="353039"/>
            <a:ext cx="2640873" cy="173024"/>
          </a:xfrm>
          <a:prstGeom prst="rect">
            <a:avLst/>
          </a:prstGeom>
          <a:noFill/>
          <a:ln w="9525">
            <a:noFill/>
            <a:miter lim="800000"/>
            <a:headEnd/>
            <a:tailEnd/>
          </a:ln>
          <a:effectLst/>
        </p:spPr>
        <p:txBody>
          <a:bodyPr lIns="0" tIns="0" rIns="0" bIns="0" anchor="b"/>
          <a:lstStyle/>
          <a:p>
            <a:pPr algn="r" defTabSz="1011812" eaLnBrk="0" hangingPunct="0">
              <a:lnSpc>
                <a:spcPts val="2012"/>
              </a:lnSpc>
              <a:spcBef>
                <a:spcPts val="671"/>
              </a:spcBef>
              <a:spcAft>
                <a:spcPct val="0"/>
              </a:spcAft>
              <a:buClrTx/>
              <a:buFont typeface="Wingdings" pitchFamily="2" charset="2"/>
              <a:buNone/>
              <a:defRPr/>
            </a:pPr>
            <a:r>
              <a:rPr lang="en-US" sz="1200" i="1">
                <a:solidFill>
                  <a:srgbClr val="000000"/>
                </a:solidFill>
                <a:latin typeface="Times New Roman" pitchFamily="18" charset="0"/>
                <a:cs typeface="Times New Roman" pitchFamily="18" charset="0"/>
              </a:rPr>
              <a:t>Introduction, 2.</a:t>
            </a:r>
            <a:fld id="{6257CDF6-F7F0-43D9-831A-FF294D01782C}" type="slidenum">
              <a:rPr lang="en-US" sz="1200" i="1">
                <a:solidFill>
                  <a:srgbClr val="000000"/>
                </a:solidFill>
                <a:latin typeface="Times New Roman" pitchFamily="18" charset="0"/>
                <a:cs typeface="Times New Roman" pitchFamily="18" charset="0"/>
              </a:rPr>
              <a:pPr algn="r" defTabSz="1011812" eaLnBrk="0" hangingPunct="0">
                <a:lnSpc>
                  <a:spcPts val="2012"/>
                </a:lnSpc>
                <a:spcBef>
                  <a:spcPts val="671"/>
                </a:spcBef>
                <a:spcAft>
                  <a:spcPct val="0"/>
                </a:spcAft>
                <a:buClrTx/>
                <a:buFont typeface="Wingdings" pitchFamily="2" charset="2"/>
                <a:buNone/>
                <a:defRPr/>
              </a:pPr>
              <a:t>‹#›</a:t>
            </a:fld>
            <a:endParaRPr lang="en-US" sz="1200" i="1">
              <a:solidFill>
                <a:srgbClr val="000000"/>
              </a:solidFill>
              <a:latin typeface="Times New Roman" pitchFamily="18" charset="0"/>
              <a:cs typeface="Times New Roman" pitchFamily="18" charset="0"/>
            </a:endParaRPr>
          </a:p>
        </p:txBody>
      </p:sp>
      <p:sp>
        <p:nvSpPr>
          <p:cNvPr id="22546" name="Line 18"/>
          <p:cNvSpPr>
            <a:spLocks noChangeShapeType="1"/>
          </p:cNvSpPr>
          <p:nvPr/>
        </p:nvSpPr>
        <p:spPr bwMode="auto">
          <a:xfrm>
            <a:off x="420700" y="9804675"/>
            <a:ext cx="6282552" cy="0"/>
          </a:xfrm>
          <a:prstGeom prst="line">
            <a:avLst/>
          </a:prstGeom>
          <a:noFill/>
          <a:ln w="6350">
            <a:solidFill>
              <a:schemeClr val="tx2"/>
            </a:solidFill>
            <a:round/>
            <a:headEnd/>
            <a:tailEnd/>
          </a:ln>
          <a:effectLst/>
        </p:spPr>
        <p:txBody>
          <a:bodyPr lIns="0" tIns="0" rIns="0" bIns="0" anchor="ctr">
            <a:spAutoFit/>
          </a:bodyPr>
          <a:lstStyle/>
          <a:p>
            <a:pPr>
              <a:defRPr/>
            </a:pPr>
            <a:endParaRPr lang="en-US"/>
          </a:p>
        </p:txBody>
      </p:sp>
      <p:sp>
        <p:nvSpPr>
          <p:cNvPr id="22548" name="Copyright"/>
          <p:cNvSpPr>
            <a:spLocks noGrp="1" noChangeArrowheads="1"/>
          </p:cNvSpPr>
          <p:nvPr>
            <p:ph type="sldNum" sz="quarter" idx="5"/>
          </p:nvPr>
        </p:nvSpPr>
        <p:spPr bwMode="auto">
          <a:xfrm>
            <a:off x="470000" y="9804676"/>
            <a:ext cx="6160944" cy="288373"/>
          </a:xfrm>
          <a:prstGeom prst="rect">
            <a:avLst/>
          </a:prstGeom>
          <a:noFill/>
          <a:ln w="9525">
            <a:noFill/>
            <a:miter lim="800000"/>
            <a:headEnd/>
            <a:tailEnd/>
          </a:ln>
          <a:effectLst/>
        </p:spPr>
        <p:txBody>
          <a:bodyPr vert="horz" wrap="square" lIns="99979" tIns="49990" rIns="99979" bIns="49990" numCol="1" anchor="b" anchorCtr="0" compatLnSpc="1">
            <a:prstTxWarp prst="textNoShape">
              <a:avLst/>
            </a:prstTxWarp>
          </a:bodyPr>
          <a:lstStyle>
            <a:lvl1pPr algn="l" defTabSz="999889">
              <a:spcBef>
                <a:spcPct val="0"/>
              </a:spcBef>
              <a:spcAft>
                <a:spcPct val="0"/>
              </a:spcAft>
              <a:buClrTx/>
              <a:tabLst>
                <a:tab pos="2943454" algn="ctr"/>
              </a:tabLst>
              <a:defRPr sz="1300">
                <a:solidFill>
                  <a:schemeClr val="tx1"/>
                </a:solidFill>
                <a:latin typeface="Arial" charset="0"/>
              </a:defRPr>
            </a:lvl1pPr>
          </a:lstStyle>
          <a:p>
            <a:pPr>
              <a:defRPr/>
            </a:pPr>
            <a:r>
              <a:rPr lang="en-US" altLang="en-US"/>
              <a:t>	Documents - </a:t>
            </a:r>
            <a:fld id="{E204814A-769C-44B0-AC6B-E0FD07A23E53}" type="slidenum">
              <a:rPr lang="en-US" altLang="en-US"/>
              <a:pPr>
                <a:defRPr/>
              </a:pPr>
              <a:t>‹#›</a:t>
            </a:fld>
            <a:endParaRPr lang="en-US" altLang="en-US"/>
          </a:p>
        </p:txBody>
      </p:sp>
    </p:spTree>
    <p:extLst>
      <p:ext uri="{BB962C8B-B14F-4D97-AF65-F5344CB8AC3E}">
        <p14:creationId xmlns:p14="http://schemas.microsoft.com/office/powerpoint/2010/main" val="505690434"/>
      </p:ext>
    </p:extLst>
  </p:cSld>
  <p:clrMap bg1="lt1" tx1="dk1" bg2="lt2" tx2="dk2" accent1="accent1" accent2="accent2" accent3="accent3" accent4="accent4" accent5="accent5" accent6="accent6" hlink="hlink" folHlink="folHlink"/>
  <p:hf ftr="0" dt="0"/>
  <p:notesStyle>
    <a:lvl1pPr algn="l" rtl="0" eaLnBrk="0" fontAlgn="base" hangingPunct="0">
      <a:spcBef>
        <a:spcPct val="10000"/>
      </a:spcBef>
      <a:spcAft>
        <a:spcPct val="0"/>
      </a:spcAft>
      <a:defRPr sz="1000" kern="1200">
        <a:solidFill>
          <a:schemeClr val="tx1"/>
        </a:solidFill>
        <a:latin typeface="Arial" charset="0"/>
        <a:ea typeface="+mn-ea"/>
        <a:cs typeface="+mn-cs"/>
      </a:defRPr>
    </a:lvl1pPr>
    <a:lvl2pPr marL="342900" indent="-114300" algn="l" rtl="0" eaLnBrk="0" fontAlgn="base" hangingPunct="0">
      <a:spcBef>
        <a:spcPct val="10000"/>
      </a:spcBef>
      <a:spcAft>
        <a:spcPct val="0"/>
      </a:spcAft>
      <a:buChar char="•"/>
      <a:defRPr sz="1000" kern="1200">
        <a:solidFill>
          <a:schemeClr val="tx1"/>
        </a:solidFill>
        <a:latin typeface="Arial" charset="0"/>
        <a:ea typeface="+mn-ea"/>
        <a:cs typeface="+mn-cs"/>
      </a:defRPr>
    </a:lvl2pPr>
    <a:lvl3pPr marL="571500" indent="-114300" algn="l" rtl="0" eaLnBrk="0" fontAlgn="base" hangingPunct="0">
      <a:spcBef>
        <a:spcPct val="10000"/>
      </a:spcBef>
      <a:spcAft>
        <a:spcPct val="0"/>
      </a:spcAft>
      <a:buChar char="•"/>
      <a:defRPr sz="1000" kern="1200">
        <a:solidFill>
          <a:schemeClr val="tx1"/>
        </a:solidFill>
        <a:latin typeface="Arial" charset="0"/>
        <a:ea typeface="+mn-ea"/>
        <a:cs typeface="+mn-cs"/>
      </a:defRPr>
    </a:lvl3pPr>
    <a:lvl4pPr marL="800100" indent="-114300" algn="l" rtl="0" eaLnBrk="0" fontAlgn="base" hangingPunct="0">
      <a:spcBef>
        <a:spcPct val="10000"/>
      </a:spcBef>
      <a:spcAft>
        <a:spcPct val="0"/>
      </a:spcAft>
      <a:buChar char="•"/>
      <a:defRPr sz="1000" kern="1200">
        <a:solidFill>
          <a:schemeClr val="tx1"/>
        </a:solidFill>
        <a:latin typeface="Arial" charset="0"/>
        <a:ea typeface="+mn-ea"/>
        <a:cs typeface="+mn-cs"/>
      </a:defRPr>
    </a:lvl4pPr>
    <a:lvl5pPr marL="1028700" indent="-114300" algn="l" rtl="0" eaLnBrk="0" fontAlgn="base" hangingPunct="0">
      <a:spcBef>
        <a:spcPct val="10000"/>
      </a:spcBef>
      <a:spcAft>
        <a:spcPct val="0"/>
      </a:spcAft>
      <a:buChar char="•"/>
      <a:defRPr sz="10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|EON~001|</a:t>
            </a:r>
          </a:p>
        </p:txBody>
      </p:sp>
      <p:sp>
        <p:nvSpPr>
          <p:cNvPr id="5222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11812" eaLnBrk="0" hangingPunct="0">
              <a:tabLst>
                <a:tab pos="5999331" algn="r"/>
              </a:tabLst>
              <a:defRPr sz="1500">
                <a:solidFill>
                  <a:schemeClr val="bg1"/>
                </a:solidFill>
                <a:latin typeface="Arial" charset="0"/>
              </a:defRPr>
            </a:lvl1pPr>
            <a:lvl2pPr marL="797185" indent="-306610" defTabSz="1011812" eaLnBrk="0" hangingPunct="0">
              <a:tabLst>
                <a:tab pos="5999331" algn="r"/>
              </a:tabLst>
              <a:defRPr sz="1500">
                <a:solidFill>
                  <a:schemeClr val="bg1"/>
                </a:solidFill>
                <a:latin typeface="Arial" charset="0"/>
              </a:defRPr>
            </a:lvl2pPr>
            <a:lvl3pPr marL="1226439" indent="-245288" defTabSz="1011812" eaLnBrk="0" hangingPunct="0">
              <a:tabLst>
                <a:tab pos="5999331" algn="r"/>
              </a:tabLst>
              <a:defRPr sz="1500">
                <a:solidFill>
                  <a:schemeClr val="bg1"/>
                </a:solidFill>
                <a:latin typeface="Arial" charset="0"/>
              </a:defRPr>
            </a:lvl3pPr>
            <a:lvl4pPr marL="1717015" indent="-245288" defTabSz="1011812" eaLnBrk="0" hangingPunct="0">
              <a:tabLst>
                <a:tab pos="5999331" algn="r"/>
              </a:tabLst>
              <a:defRPr sz="1500">
                <a:solidFill>
                  <a:schemeClr val="bg1"/>
                </a:solidFill>
                <a:latin typeface="Arial" charset="0"/>
              </a:defRPr>
            </a:lvl4pPr>
            <a:lvl5pPr marL="2207590" indent="-245288" defTabSz="1011812" eaLnBrk="0" hangingPunct="0">
              <a:tabLst>
                <a:tab pos="5999331" algn="r"/>
              </a:tabLst>
              <a:defRPr sz="1500">
                <a:solidFill>
                  <a:schemeClr val="bg1"/>
                </a:solidFill>
                <a:latin typeface="Arial" charset="0"/>
              </a:defRPr>
            </a:lvl5pPr>
            <a:lvl6pPr marL="2698166"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6pPr>
            <a:lvl7pPr marL="3188741"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7pPr>
            <a:lvl8pPr marL="3679317"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8pPr>
            <a:lvl9pPr marL="4169893"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9pPr>
          </a:lstStyle>
          <a:p>
            <a:r>
              <a:rPr lang="en-US" altLang="en-US" sz="1300">
                <a:solidFill>
                  <a:schemeClr val="tx1"/>
                </a:solidFill>
              </a:rPr>
              <a:t>	</a:t>
            </a:r>
            <a:endParaRPr lang="en-US" sz="1300">
              <a:solidFill>
                <a:schemeClr val="tx1"/>
              </a:solidFill>
            </a:endParaRPr>
          </a:p>
        </p:txBody>
      </p:sp>
      <p:sp>
        <p:nvSpPr>
          <p:cNvPr id="5222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9889" eaLnBrk="0" hangingPunct="0">
              <a:tabLst>
                <a:tab pos="2943454" algn="ctr"/>
              </a:tabLst>
              <a:defRPr sz="1500">
                <a:solidFill>
                  <a:schemeClr val="bg1"/>
                </a:solidFill>
                <a:latin typeface="Arial" charset="0"/>
              </a:defRPr>
            </a:lvl1pPr>
            <a:lvl2pPr marL="797185" indent="-306610" defTabSz="999889" eaLnBrk="0" hangingPunct="0">
              <a:tabLst>
                <a:tab pos="2943454" algn="ctr"/>
              </a:tabLst>
              <a:defRPr sz="1500">
                <a:solidFill>
                  <a:schemeClr val="bg1"/>
                </a:solidFill>
                <a:latin typeface="Arial" charset="0"/>
              </a:defRPr>
            </a:lvl2pPr>
            <a:lvl3pPr marL="1226439" indent="-245288" defTabSz="999889" eaLnBrk="0" hangingPunct="0">
              <a:tabLst>
                <a:tab pos="2943454" algn="ctr"/>
              </a:tabLst>
              <a:defRPr sz="1500">
                <a:solidFill>
                  <a:schemeClr val="bg1"/>
                </a:solidFill>
                <a:latin typeface="Arial" charset="0"/>
              </a:defRPr>
            </a:lvl3pPr>
            <a:lvl4pPr marL="1717015" indent="-245288" defTabSz="999889" eaLnBrk="0" hangingPunct="0">
              <a:tabLst>
                <a:tab pos="2943454" algn="ctr"/>
              </a:tabLst>
              <a:defRPr sz="1500">
                <a:solidFill>
                  <a:schemeClr val="bg1"/>
                </a:solidFill>
                <a:latin typeface="Arial" charset="0"/>
              </a:defRPr>
            </a:lvl4pPr>
            <a:lvl5pPr marL="2207590" indent="-245288" defTabSz="999889" eaLnBrk="0" hangingPunct="0">
              <a:tabLst>
                <a:tab pos="2943454" algn="ctr"/>
              </a:tabLst>
              <a:defRPr sz="1500">
                <a:solidFill>
                  <a:schemeClr val="bg1"/>
                </a:solidFill>
                <a:latin typeface="Arial" charset="0"/>
              </a:defRPr>
            </a:lvl5pPr>
            <a:lvl6pPr marL="2698166"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6pPr>
            <a:lvl7pPr marL="3188741"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7pPr>
            <a:lvl8pPr marL="3679317"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8pPr>
            <a:lvl9pPr marL="4169893"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9pPr>
          </a:lstStyle>
          <a:p>
            <a:pPr eaLnBrk="1" hangingPunct="1"/>
            <a:r>
              <a:rPr lang="en-US" altLang="en-US" sz="1300">
                <a:solidFill>
                  <a:schemeClr val="tx1"/>
                </a:solidFill>
              </a:rPr>
              <a:t>	Documents - </a:t>
            </a:r>
            <a:fld id="{FF6E7685-8F3D-4738-ADE7-063E18AF2C30}" type="slidenum">
              <a:rPr lang="en-US" altLang="en-US" sz="1300">
                <a:solidFill>
                  <a:schemeClr val="tx1"/>
                </a:solidFill>
              </a:rPr>
              <a:pPr eaLnBrk="1" hangingPunct="1"/>
              <a:t>1</a:t>
            </a:fld>
            <a:endParaRPr lang="en-US" altLang="en-US" sz="1300">
              <a:solidFill>
                <a:schemeClr val="tx1"/>
              </a:solidFill>
            </a:endParaRPr>
          </a:p>
        </p:txBody>
      </p:sp>
      <p:sp>
        <p:nvSpPr>
          <p:cNvPr id="52228" name="Rectangle 2"/>
          <p:cNvSpPr>
            <a:spLocks noGrp="1" noRot="1" noChangeAspect="1" noChangeArrowheads="1" noTextEdit="1"/>
          </p:cNvSpPr>
          <p:nvPr>
            <p:ph type="sldImg"/>
          </p:nvPr>
        </p:nvSpPr>
        <p:spPr>
          <a:xfrm>
            <a:off x="563563" y="693738"/>
            <a:ext cx="5976937" cy="4484687"/>
          </a:xfrm>
          <a:ln/>
        </p:spPr>
      </p:sp>
      <p:sp>
        <p:nvSpPr>
          <p:cNvPr id="5222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Guidewire training materials contain Guidewire proprietary information that is subject to confidentiality and non-disclosure agreements. You agree to use the information in this manual solely for the purpose of training to implement Guidewire software solutions. You also agree not to disclose the information in this manual to third parties or copy this manual without prior written consent from Guidewire. Guidewire training may be given only by Guidewire employees or certified Guidewire partners under the appropriate agreement with Guidewire.</a:t>
            </a:r>
          </a:p>
        </p:txBody>
      </p:sp>
    </p:spTree>
    <p:extLst>
      <p:ext uri="{BB962C8B-B14F-4D97-AF65-F5344CB8AC3E}">
        <p14:creationId xmlns:p14="http://schemas.microsoft.com/office/powerpoint/2010/main" val="37037899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|EON~002|</a:t>
            </a:r>
          </a:p>
        </p:txBody>
      </p:sp>
      <p:sp>
        <p:nvSpPr>
          <p:cNvPr id="5325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11812" eaLnBrk="0" hangingPunct="0">
              <a:tabLst>
                <a:tab pos="5999331" algn="r"/>
              </a:tabLst>
              <a:defRPr sz="1500">
                <a:solidFill>
                  <a:schemeClr val="bg1"/>
                </a:solidFill>
                <a:latin typeface="Arial" charset="0"/>
              </a:defRPr>
            </a:lvl1pPr>
            <a:lvl2pPr marL="797185" indent="-306610" defTabSz="1011812" eaLnBrk="0" hangingPunct="0">
              <a:tabLst>
                <a:tab pos="5999331" algn="r"/>
              </a:tabLst>
              <a:defRPr sz="1500">
                <a:solidFill>
                  <a:schemeClr val="bg1"/>
                </a:solidFill>
                <a:latin typeface="Arial" charset="0"/>
              </a:defRPr>
            </a:lvl2pPr>
            <a:lvl3pPr marL="1226439" indent="-245288" defTabSz="1011812" eaLnBrk="0" hangingPunct="0">
              <a:tabLst>
                <a:tab pos="5999331" algn="r"/>
              </a:tabLst>
              <a:defRPr sz="1500">
                <a:solidFill>
                  <a:schemeClr val="bg1"/>
                </a:solidFill>
                <a:latin typeface="Arial" charset="0"/>
              </a:defRPr>
            </a:lvl3pPr>
            <a:lvl4pPr marL="1717015" indent="-245288" defTabSz="1011812" eaLnBrk="0" hangingPunct="0">
              <a:tabLst>
                <a:tab pos="5999331" algn="r"/>
              </a:tabLst>
              <a:defRPr sz="1500">
                <a:solidFill>
                  <a:schemeClr val="bg1"/>
                </a:solidFill>
                <a:latin typeface="Arial" charset="0"/>
              </a:defRPr>
            </a:lvl4pPr>
            <a:lvl5pPr marL="2207590" indent="-245288" defTabSz="1011812" eaLnBrk="0" hangingPunct="0">
              <a:tabLst>
                <a:tab pos="5999331" algn="r"/>
              </a:tabLst>
              <a:defRPr sz="1500">
                <a:solidFill>
                  <a:schemeClr val="bg1"/>
                </a:solidFill>
                <a:latin typeface="Arial" charset="0"/>
              </a:defRPr>
            </a:lvl5pPr>
            <a:lvl6pPr marL="2698166"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6pPr>
            <a:lvl7pPr marL="3188741"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7pPr>
            <a:lvl8pPr marL="3679317"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8pPr>
            <a:lvl9pPr marL="4169893"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9pPr>
          </a:lstStyle>
          <a:p>
            <a:r>
              <a:rPr lang="en-US" altLang="en-US" sz="1300">
                <a:solidFill>
                  <a:schemeClr val="tx1"/>
                </a:solidFill>
              </a:rPr>
              <a:t>	</a:t>
            </a:r>
            <a:endParaRPr lang="en-US" sz="1300">
              <a:solidFill>
                <a:schemeClr val="tx1"/>
              </a:solidFill>
            </a:endParaRPr>
          </a:p>
        </p:txBody>
      </p:sp>
      <p:sp>
        <p:nvSpPr>
          <p:cNvPr id="5325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9889" eaLnBrk="0" hangingPunct="0">
              <a:tabLst>
                <a:tab pos="2943454" algn="ctr"/>
              </a:tabLst>
              <a:defRPr sz="1500">
                <a:solidFill>
                  <a:schemeClr val="bg1"/>
                </a:solidFill>
                <a:latin typeface="Arial" charset="0"/>
              </a:defRPr>
            </a:lvl1pPr>
            <a:lvl2pPr marL="797185" indent="-306610" defTabSz="999889" eaLnBrk="0" hangingPunct="0">
              <a:tabLst>
                <a:tab pos="2943454" algn="ctr"/>
              </a:tabLst>
              <a:defRPr sz="1500">
                <a:solidFill>
                  <a:schemeClr val="bg1"/>
                </a:solidFill>
                <a:latin typeface="Arial" charset="0"/>
              </a:defRPr>
            </a:lvl2pPr>
            <a:lvl3pPr marL="1226439" indent="-245288" defTabSz="999889" eaLnBrk="0" hangingPunct="0">
              <a:tabLst>
                <a:tab pos="2943454" algn="ctr"/>
              </a:tabLst>
              <a:defRPr sz="1500">
                <a:solidFill>
                  <a:schemeClr val="bg1"/>
                </a:solidFill>
                <a:latin typeface="Arial" charset="0"/>
              </a:defRPr>
            </a:lvl3pPr>
            <a:lvl4pPr marL="1717015" indent="-245288" defTabSz="999889" eaLnBrk="0" hangingPunct="0">
              <a:tabLst>
                <a:tab pos="2943454" algn="ctr"/>
              </a:tabLst>
              <a:defRPr sz="1500">
                <a:solidFill>
                  <a:schemeClr val="bg1"/>
                </a:solidFill>
                <a:latin typeface="Arial" charset="0"/>
              </a:defRPr>
            </a:lvl4pPr>
            <a:lvl5pPr marL="2207590" indent="-245288" defTabSz="999889" eaLnBrk="0" hangingPunct="0">
              <a:tabLst>
                <a:tab pos="2943454" algn="ctr"/>
              </a:tabLst>
              <a:defRPr sz="1500">
                <a:solidFill>
                  <a:schemeClr val="bg1"/>
                </a:solidFill>
                <a:latin typeface="Arial" charset="0"/>
              </a:defRPr>
            </a:lvl5pPr>
            <a:lvl6pPr marL="2698166"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6pPr>
            <a:lvl7pPr marL="3188741"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7pPr>
            <a:lvl8pPr marL="3679317"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8pPr>
            <a:lvl9pPr marL="4169893"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9pPr>
          </a:lstStyle>
          <a:p>
            <a:pPr eaLnBrk="1" hangingPunct="1"/>
            <a:r>
              <a:rPr lang="en-US" altLang="en-US" sz="1300">
                <a:solidFill>
                  <a:schemeClr val="tx1"/>
                </a:solidFill>
              </a:rPr>
              <a:t>	Documents - </a:t>
            </a:r>
            <a:fld id="{DDE5F40B-5409-40DE-B6E0-67AE38E427DF}" type="slidenum">
              <a:rPr lang="en-US" altLang="en-US" sz="1300">
                <a:solidFill>
                  <a:schemeClr val="tx1"/>
                </a:solidFill>
              </a:rPr>
              <a:pPr eaLnBrk="1" hangingPunct="1"/>
              <a:t>2</a:t>
            </a:fld>
            <a:endParaRPr lang="en-US" altLang="en-US" sz="1300">
              <a:solidFill>
                <a:schemeClr val="tx1"/>
              </a:solidFill>
            </a:endParaRPr>
          </a:p>
        </p:txBody>
      </p:sp>
      <p:sp>
        <p:nvSpPr>
          <p:cNvPr id="53252" name="Rectangle 2"/>
          <p:cNvSpPr>
            <a:spLocks noGrp="1" noRot="1" noChangeAspect="1" noChangeArrowheads="1" noTextEdit="1"/>
          </p:cNvSpPr>
          <p:nvPr>
            <p:ph type="sldImg"/>
          </p:nvPr>
        </p:nvSpPr>
        <p:spPr>
          <a:xfrm>
            <a:off x="563563" y="693738"/>
            <a:ext cx="5978525" cy="4484687"/>
          </a:xfrm>
          <a:ln/>
        </p:spPr>
      </p:sp>
      <p:sp>
        <p:nvSpPr>
          <p:cNvPr id="5325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a:p>
        </p:txBody>
      </p:sp>
    </p:spTree>
    <p:extLst>
      <p:ext uri="{BB962C8B-B14F-4D97-AF65-F5344CB8AC3E}">
        <p14:creationId xmlns:p14="http://schemas.microsoft.com/office/powerpoint/2010/main" val="9942313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|EON~003|</a:t>
            </a:r>
          </a:p>
        </p:txBody>
      </p:sp>
      <p:sp>
        <p:nvSpPr>
          <p:cNvPr id="5427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11812" eaLnBrk="0" hangingPunct="0">
              <a:tabLst>
                <a:tab pos="5999331" algn="r"/>
              </a:tabLst>
              <a:defRPr sz="1500">
                <a:solidFill>
                  <a:schemeClr val="bg1"/>
                </a:solidFill>
                <a:latin typeface="Arial" charset="0"/>
              </a:defRPr>
            </a:lvl1pPr>
            <a:lvl2pPr marL="797185" indent="-306610" defTabSz="1011812" eaLnBrk="0" hangingPunct="0">
              <a:tabLst>
                <a:tab pos="5999331" algn="r"/>
              </a:tabLst>
              <a:defRPr sz="1500">
                <a:solidFill>
                  <a:schemeClr val="bg1"/>
                </a:solidFill>
                <a:latin typeface="Arial" charset="0"/>
              </a:defRPr>
            </a:lvl2pPr>
            <a:lvl3pPr marL="1226439" indent="-245288" defTabSz="1011812" eaLnBrk="0" hangingPunct="0">
              <a:tabLst>
                <a:tab pos="5999331" algn="r"/>
              </a:tabLst>
              <a:defRPr sz="1500">
                <a:solidFill>
                  <a:schemeClr val="bg1"/>
                </a:solidFill>
                <a:latin typeface="Arial" charset="0"/>
              </a:defRPr>
            </a:lvl3pPr>
            <a:lvl4pPr marL="1717015" indent="-245288" defTabSz="1011812" eaLnBrk="0" hangingPunct="0">
              <a:tabLst>
                <a:tab pos="5999331" algn="r"/>
              </a:tabLst>
              <a:defRPr sz="1500">
                <a:solidFill>
                  <a:schemeClr val="bg1"/>
                </a:solidFill>
                <a:latin typeface="Arial" charset="0"/>
              </a:defRPr>
            </a:lvl4pPr>
            <a:lvl5pPr marL="2207590" indent="-245288" defTabSz="1011812" eaLnBrk="0" hangingPunct="0">
              <a:tabLst>
                <a:tab pos="5999331" algn="r"/>
              </a:tabLst>
              <a:defRPr sz="1500">
                <a:solidFill>
                  <a:schemeClr val="bg1"/>
                </a:solidFill>
                <a:latin typeface="Arial" charset="0"/>
              </a:defRPr>
            </a:lvl5pPr>
            <a:lvl6pPr marL="2698166"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6pPr>
            <a:lvl7pPr marL="3188741"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7pPr>
            <a:lvl8pPr marL="3679317"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8pPr>
            <a:lvl9pPr marL="4169893"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9pPr>
          </a:lstStyle>
          <a:p>
            <a:r>
              <a:rPr lang="en-US" altLang="en-US" sz="1300">
                <a:solidFill>
                  <a:schemeClr val="tx1"/>
                </a:solidFill>
              </a:rPr>
              <a:t>	</a:t>
            </a:r>
            <a:endParaRPr lang="en-US" sz="1300">
              <a:solidFill>
                <a:schemeClr val="tx1"/>
              </a:solidFill>
            </a:endParaRPr>
          </a:p>
        </p:txBody>
      </p:sp>
      <p:sp>
        <p:nvSpPr>
          <p:cNvPr id="5427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9889" eaLnBrk="0" hangingPunct="0">
              <a:tabLst>
                <a:tab pos="2943454" algn="ctr"/>
              </a:tabLst>
              <a:defRPr sz="1500">
                <a:solidFill>
                  <a:schemeClr val="bg1"/>
                </a:solidFill>
                <a:latin typeface="Arial" charset="0"/>
              </a:defRPr>
            </a:lvl1pPr>
            <a:lvl2pPr marL="797185" indent="-306610" defTabSz="999889" eaLnBrk="0" hangingPunct="0">
              <a:tabLst>
                <a:tab pos="2943454" algn="ctr"/>
              </a:tabLst>
              <a:defRPr sz="1500">
                <a:solidFill>
                  <a:schemeClr val="bg1"/>
                </a:solidFill>
                <a:latin typeface="Arial" charset="0"/>
              </a:defRPr>
            </a:lvl2pPr>
            <a:lvl3pPr marL="1226439" indent="-245288" defTabSz="999889" eaLnBrk="0" hangingPunct="0">
              <a:tabLst>
                <a:tab pos="2943454" algn="ctr"/>
              </a:tabLst>
              <a:defRPr sz="1500">
                <a:solidFill>
                  <a:schemeClr val="bg1"/>
                </a:solidFill>
                <a:latin typeface="Arial" charset="0"/>
              </a:defRPr>
            </a:lvl3pPr>
            <a:lvl4pPr marL="1717015" indent="-245288" defTabSz="999889" eaLnBrk="0" hangingPunct="0">
              <a:tabLst>
                <a:tab pos="2943454" algn="ctr"/>
              </a:tabLst>
              <a:defRPr sz="1500">
                <a:solidFill>
                  <a:schemeClr val="bg1"/>
                </a:solidFill>
                <a:latin typeface="Arial" charset="0"/>
              </a:defRPr>
            </a:lvl4pPr>
            <a:lvl5pPr marL="2207590" indent="-245288" defTabSz="999889" eaLnBrk="0" hangingPunct="0">
              <a:tabLst>
                <a:tab pos="2943454" algn="ctr"/>
              </a:tabLst>
              <a:defRPr sz="1500">
                <a:solidFill>
                  <a:schemeClr val="bg1"/>
                </a:solidFill>
                <a:latin typeface="Arial" charset="0"/>
              </a:defRPr>
            </a:lvl5pPr>
            <a:lvl6pPr marL="2698166"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6pPr>
            <a:lvl7pPr marL="3188741"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7pPr>
            <a:lvl8pPr marL="3679317"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8pPr>
            <a:lvl9pPr marL="4169893"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9pPr>
          </a:lstStyle>
          <a:p>
            <a:pPr eaLnBrk="1" hangingPunct="1"/>
            <a:r>
              <a:rPr lang="en-US" altLang="en-US" sz="1300">
                <a:solidFill>
                  <a:schemeClr val="tx1"/>
                </a:solidFill>
              </a:rPr>
              <a:t>	Documents - </a:t>
            </a:r>
            <a:fld id="{BBD92C6B-3EF6-44A0-956D-0E45065134D3}" type="slidenum">
              <a:rPr lang="en-US" altLang="en-US" sz="1300">
                <a:solidFill>
                  <a:schemeClr val="tx1"/>
                </a:solidFill>
              </a:rPr>
              <a:pPr eaLnBrk="1" hangingPunct="1"/>
              <a:t>3</a:t>
            </a:fld>
            <a:endParaRPr lang="en-US" altLang="en-US" sz="1300">
              <a:solidFill>
                <a:schemeClr val="tx1"/>
              </a:solidFill>
            </a:endParaRPr>
          </a:p>
        </p:txBody>
      </p:sp>
      <p:sp>
        <p:nvSpPr>
          <p:cNvPr id="54276" name="Rectangle 2"/>
          <p:cNvSpPr>
            <a:spLocks noGrp="1" noRot="1" noChangeAspect="1" noChangeArrowheads="1" noTextEdit="1"/>
          </p:cNvSpPr>
          <p:nvPr>
            <p:ph type="sldImg"/>
          </p:nvPr>
        </p:nvSpPr>
        <p:spPr>
          <a:xfrm>
            <a:off x="563563" y="693738"/>
            <a:ext cx="5978525" cy="4484687"/>
          </a:xfrm>
          <a:ln/>
        </p:spPr>
      </p:sp>
      <p:sp>
        <p:nvSpPr>
          <p:cNvPr id="5427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04407" indent="-204407" eaLnBrk="1" hangingPunct="1"/>
            <a:endParaRPr lang="en-US"/>
          </a:p>
        </p:txBody>
      </p:sp>
    </p:spTree>
    <p:extLst>
      <p:ext uri="{BB962C8B-B14F-4D97-AF65-F5344CB8AC3E}">
        <p14:creationId xmlns:p14="http://schemas.microsoft.com/office/powerpoint/2010/main" val="28417765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|EON~004|</a:t>
            </a:r>
          </a:p>
        </p:txBody>
      </p:sp>
      <p:sp>
        <p:nvSpPr>
          <p:cNvPr id="5529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11812" eaLnBrk="0" hangingPunct="0">
              <a:tabLst>
                <a:tab pos="5999331" algn="r"/>
              </a:tabLst>
              <a:defRPr sz="1500">
                <a:solidFill>
                  <a:schemeClr val="bg1"/>
                </a:solidFill>
                <a:latin typeface="Arial" charset="0"/>
              </a:defRPr>
            </a:lvl1pPr>
            <a:lvl2pPr marL="797185" indent="-306610" defTabSz="1011812" eaLnBrk="0" hangingPunct="0">
              <a:tabLst>
                <a:tab pos="5999331" algn="r"/>
              </a:tabLst>
              <a:defRPr sz="1500">
                <a:solidFill>
                  <a:schemeClr val="bg1"/>
                </a:solidFill>
                <a:latin typeface="Arial" charset="0"/>
              </a:defRPr>
            </a:lvl2pPr>
            <a:lvl3pPr marL="1226439" indent="-245288" defTabSz="1011812" eaLnBrk="0" hangingPunct="0">
              <a:tabLst>
                <a:tab pos="5999331" algn="r"/>
              </a:tabLst>
              <a:defRPr sz="1500">
                <a:solidFill>
                  <a:schemeClr val="bg1"/>
                </a:solidFill>
                <a:latin typeface="Arial" charset="0"/>
              </a:defRPr>
            </a:lvl3pPr>
            <a:lvl4pPr marL="1717015" indent="-245288" defTabSz="1011812" eaLnBrk="0" hangingPunct="0">
              <a:tabLst>
                <a:tab pos="5999331" algn="r"/>
              </a:tabLst>
              <a:defRPr sz="1500">
                <a:solidFill>
                  <a:schemeClr val="bg1"/>
                </a:solidFill>
                <a:latin typeface="Arial" charset="0"/>
              </a:defRPr>
            </a:lvl4pPr>
            <a:lvl5pPr marL="2207590" indent="-245288" defTabSz="1011812" eaLnBrk="0" hangingPunct="0">
              <a:tabLst>
                <a:tab pos="5999331" algn="r"/>
              </a:tabLst>
              <a:defRPr sz="1500">
                <a:solidFill>
                  <a:schemeClr val="bg1"/>
                </a:solidFill>
                <a:latin typeface="Arial" charset="0"/>
              </a:defRPr>
            </a:lvl5pPr>
            <a:lvl6pPr marL="2698166"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6pPr>
            <a:lvl7pPr marL="3188741"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7pPr>
            <a:lvl8pPr marL="3679317"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8pPr>
            <a:lvl9pPr marL="4169893"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9pPr>
          </a:lstStyle>
          <a:p>
            <a:r>
              <a:rPr lang="en-US" altLang="en-US" sz="1300">
                <a:solidFill>
                  <a:schemeClr val="tx1"/>
                </a:solidFill>
              </a:rPr>
              <a:t>	</a:t>
            </a:r>
            <a:endParaRPr lang="en-US" sz="1300">
              <a:solidFill>
                <a:schemeClr val="tx1"/>
              </a:solidFill>
            </a:endParaRPr>
          </a:p>
        </p:txBody>
      </p:sp>
      <p:sp>
        <p:nvSpPr>
          <p:cNvPr id="5529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9889" eaLnBrk="0" hangingPunct="0">
              <a:tabLst>
                <a:tab pos="2943454" algn="ctr"/>
              </a:tabLst>
              <a:defRPr sz="1500">
                <a:solidFill>
                  <a:schemeClr val="bg1"/>
                </a:solidFill>
                <a:latin typeface="Arial" charset="0"/>
              </a:defRPr>
            </a:lvl1pPr>
            <a:lvl2pPr marL="797185" indent="-306610" defTabSz="999889" eaLnBrk="0" hangingPunct="0">
              <a:tabLst>
                <a:tab pos="2943454" algn="ctr"/>
              </a:tabLst>
              <a:defRPr sz="1500">
                <a:solidFill>
                  <a:schemeClr val="bg1"/>
                </a:solidFill>
                <a:latin typeface="Arial" charset="0"/>
              </a:defRPr>
            </a:lvl2pPr>
            <a:lvl3pPr marL="1226439" indent="-245288" defTabSz="999889" eaLnBrk="0" hangingPunct="0">
              <a:tabLst>
                <a:tab pos="2943454" algn="ctr"/>
              </a:tabLst>
              <a:defRPr sz="1500">
                <a:solidFill>
                  <a:schemeClr val="bg1"/>
                </a:solidFill>
                <a:latin typeface="Arial" charset="0"/>
              </a:defRPr>
            </a:lvl3pPr>
            <a:lvl4pPr marL="1717015" indent="-245288" defTabSz="999889" eaLnBrk="0" hangingPunct="0">
              <a:tabLst>
                <a:tab pos="2943454" algn="ctr"/>
              </a:tabLst>
              <a:defRPr sz="1500">
                <a:solidFill>
                  <a:schemeClr val="bg1"/>
                </a:solidFill>
                <a:latin typeface="Arial" charset="0"/>
              </a:defRPr>
            </a:lvl4pPr>
            <a:lvl5pPr marL="2207590" indent="-245288" defTabSz="999889" eaLnBrk="0" hangingPunct="0">
              <a:tabLst>
                <a:tab pos="2943454" algn="ctr"/>
              </a:tabLst>
              <a:defRPr sz="1500">
                <a:solidFill>
                  <a:schemeClr val="bg1"/>
                </a:solidFill>
                <a:latin typeface="Arial" charset="0"/>
              </a:defRPr>
            </a:lvl5pPr>
            <a:lvl6pPr marL="2698166"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6pPr>
            <a:lvl7pPr marL="3188741"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7pPr>
            <a:lvl8pPr marL="3679317"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8pPr>
            <a:lvl9pPr marL="4169893"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9pPr>
          </a:lstStyle>
          <a:p>
            <a:pPr eaLnBrk="1" hangingPunct="1"/>
            <a:r>
              <a:rPr lang="en-US" altLang="en-US" sz="1300">
                <a:solidFill>
                  <a:schemeClr val="tx1"/>
                </a:solidFill>
              </a:rPr>
              <a:t>	Documents - </a:t>
            </a:r>
            <a:fld id="{003E0758-29B3-4314-98EA-975C66D4F4FA}" type="slidenum">
              <a:rPr lang="en-US" altLang="en-US" sz="1300">
                <a:solidFill>
                  <a:schemeClr val="tx1"/>
                </a:solidFill>
              </a:rPr>
              <a:pPr eaLnBrk="1" hangingPunct="1"/>
              <a:t>4</a:t>
            </a:fld>
            <a:endParaRPr lang="en-US" altLang="en-US" sz="1300">
              <a:solidFill>
                <a:schemeClr val="tx1"/>
              </a:solidFill>
            </a:endParaRPr>
          </a:p>
        </p:txBody>
      </p:sp>
      <p:sp>
        <p:nvSpPr>
          <p:cNvPr id="55300" name="Rectangle 2"/>
          <p:cNvSpPr>
            <a:spLocks noGrp="1" noRot="1" noChangeAspect="1" noChangeArrowheads="1" noTextEdit="1"/>
          </p:cNvSpPr>
          <p:nvPr>
            <p:ph type="sldImg"/>
          </p:nvPr>
        </p:nvSpPr>
        <p:spPr>
          <a:xfrm>
            <a:off x="563563" y="693738"/>
            <a:ext cx="5978525" cy="4484687"/>
          </a:xfrm>
          <a:ln/>
        </p:spPr>
      </p:sp>
      <p:sp>
        <p:nvSpPr>
          <p:cNvPr id="5530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a:t>Documents can be used to:</a:t>
            </a:r>
          </a:p>
          <a:p>
            <a:pPr lvl="1" eaLnBrk="1" hangingPunct="1"/>
            <a:r>
              <a:rPr lang="en-US" dirty="0"/>
              <a:t>Track information on physical pieces of paper that document the loss (such as photographs of a damaged car)</a:t>
            </a:r>
          </a:p>
          <a:p>
            <a:pPr lvl="1" eaLnBrk="1" hangingPunct="1"/>
            <a:r>
              <a:rPr lang="en-US" dirty="0"/>
              <a:t>Track information on physical pieces of paper that are used to process the claim (such as repair quotes from auto mechanics)</a:t>
            </a:r>
          </a:p>
          <a:p>
            <a:pPr lvl="1" eaLnBrk="1" hangingPunct="1"/>
            <a:r>
              <a:rPr lang="en-US" dirty="0"/>
              <a:t>Record all correspondences with claimants, including emails</a:t>
            </a:r>
          </a:p>
        </p:txBody>
      </p:sp>
    </p:spTree>
    <p:extLst>
      <p:ext uri="{BB962C8B-B14F-4D97-AF65-F5344CB8AC3E}">
        <p14:creationId xmlns:p14="http://schemas.microsoft.com/office/powerpoint/2010/main" val="36168212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|EON~005|</a:t>
            </a:r>
          </a:p>
        </p:txBody>
      </p:sp>
      <p:sp>
        <p:nvSpPr>
          <p:cNvPr id="5529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11812" eaLnBrk="0" hangingPunct="0">
              <a:tabLst>
                <a:tab pos="5999331" algn="r"/>
              </a:tabLst>
              <a:defRPr sz="1500">
                <a:solidFill>
                  <a:schemeClr val="bg1"/>
                </a:solidFill>
                <a:latin typeface="Arial" charset="0"/>
              </a:defRPr>
            </a:lvl1pPr>
            <a:lvl2pPr marL="797185" indent="-306610" defTabSz="1011812" eaLnBrk="0" hangingPunct="0">
              <a:tabLst>
                <a:tab pos="5999331" algn="r"/>
              </a:tabLst>
              <a:defRPr sz="1500">
                <a:solidFill>
                  <a:schemeClr val="bg1"/>
                </a:solidFill>
                <a:latin typeface="Arial" charset="0"/>
              </a:defRPr>
            </a:lvl2pPr>
            <a:lvl3pPr marL="1226439" indent="-245288" defTabSz="1011812" eaLnBrk="0" hangingPunct="0">
              <a:tabLst>
                <a:tab pos="5999331" algn="r"/>
              </a:tabLst>
              <a:defRPr sz="1500">
                <a:solidFill>
                  <a:schemeClr val="bg1"/>
                </a:solidFill>
                <a:latin typeface="Arial" charset="0"/>
              </a:defRPr>
            </a:lvl3pPr>
            <a:lvl4pPr marL="1717015" indent="-245288" defTabSz="1011812" eaLnBrk="0" hangingPunct="0">
              <a:tabLst>
                <a:tab pos="5999331" algn="r"/>
              </a:tabLst>
              <a:defRPr sz="1500">
                <a:solidFill>
                  <a:schemeClr val="bg1"/>
                </a:solidFill>
                <a:latin typeface="Arial" charset="0"/>
              </a:defRPr>
            </a:lvl4pPr>
            <a:lvl5pPr marL="2207590" indent="-245288" defTabSz="1011812" eaLnBrk="0" hangingPunct="0">
              <a:tabLst>
                <a:tab pos="5999331" algn="r"/>
              </a:tabLst>
              <a:defRPr sz="1500">
                <a:solidFill>
                  <a:schemeClr val="bg1"/>
                </a:solidFill>
                <a:latin typeface="Arial" charset="0"/>
              </a:defRPr>
            </a:lvl5pPr>
            <a:lvl6pPr marL="2698166"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6pPr>
            <a:lvl7pPr marL="3188741"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7pPr>
            <a:lvl8pPr marL="3679317"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8pPr>
            <a:lvl9pPr marL="4169893"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9pPr>
          </a:lstStyle>
          <a:p>
            <a:r>
              <a:rPr lang="en-US" altLang="en-US" sz="1300">
                <a:solidFill>
                  <a:schemeClr val="tx1"/>
                </a:solidFill>
              </a:rPr>
              <a:t>	</a:t>
            </a:r>
            <a:endParaRPr lang="en-US" sz="1300">
              <a:solidFill>
                <a:schemeClr val="tx1"/>
              </a:solidFill>
            </a:endParaRPr>
          </a:p>
        </p:txBody>
      </p:sp>
      <p:sp>
        <p:nvSpPr>
          <p:cNvPr id="5529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9889" eaLnBrk="0" hangingPunct="0">
              <a:tabLst>
                <a:tab pos="2943454" algn="ctr"/>
              </a:tabLst>
              <a:defRPr sz="1500">
                <a:solidFill>
                  <a:schemeClr val="bg1"/>
                </a:solidFill>
                <a:latin typeface="Arial" charset="0"/>
              </a:defRPr>
            </a:lvl1pPr>
            <a:lvl2pPr marL="797185" indent="-306610" defTabSz="999889" eaLnBrk="0" hangingPunct="0">
              <a:tabLst>
                <a:tab pos="2943454" algn="ctr"/>
              </a:tabLst>
              <a:defRPr sz="1500">
                <a:solidFill>
                  <a:schemeClr val="bg1"/>
                </a:solidFill>
                <a:latin typeface="Arial" charset="0"/>
              </a:defRPr>
            </a:lvl2pPr>
            <a:lvl3pPr marL="1226439" indent="-245288" defTabSz="999889" eaLnBrk="0" hangingPunct="0">
              <a:tabLst>
                <a:tab pos="2943454" algn="ctr"/>
              </a:tabLst>
              <a:defRPr sz="1500">
                <a:solidFill>
                  <a:schemeClr val="bg1"/>
                </a:solidFill>
                <a:latin typeface="Arial" charset="0"/>
              </a:defRPr>
            </a:lvl3pPr>
            <a:lvl4pPr marL="1717015" indent="-245288" defTabSz="999889" eaLnBrk="0" hangingPunct="0">
              <a:tabLst>
                <a:tab pos="2943454" algn="ctr"/>
              </a:tabLst>
              <a:defRPr sz="1500">
                <a:solidFill>
                  <a:schemeClr val="bg1"/>
                </a:solidFill>
                <a:latin typeface="Arial" charset="0"/>
              </a:defRPr>
            </a:lvl4pPr>
            <a:lvl5pPr marL="2207590" indent="-245288" defTabSz="999889" eaLnBrk="0" hangingPunct="0">
              <a:tabLst>
                <a:tab pos="2943454" algn="ctr"/>
              </a:tabLst>
              <a:defRPr sz="1500">
                <a:solidFill>
                  <a:schemeClr val="bg1"/>
                </a:solidFill>
                <a:latin typeface="Arial" charset="0"/>
              </a:defRPr>
            </a:lvl5pPr>
            <a:lvl6pPr marL="2698166"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6pPr>
            <a:lvl7pPr marL="3188741"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7pPr>
            <a:lvl8pPr marL="3679317"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8pPr>
            <a:lvl9pPr marL="4169893"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9pPr>
          </a:lstStyle>
          <a:p>
            <a:pPr eaLnBrk="1" hangingPunct="1"/>
            <a:r>
              <a:rPr lang="en-US" altLang="en-US" sz="1300">
                <a:solidFill>
                  <a:schemeClr val="tx1"/>
                </a:solidFill>
              </a:rPr>
              <a:t>	Documents - </a:t>
            </a:r>
            <a:fld id="{003E0758-29B3-4314-98EA-975C66D4F4FA}" type="slidenum">
              <a:rPr lang="en-US" altLang="en-US" sz="1300">
                <a:solidFill>
                  <a:schemeClr val="tx1"/>
                </a:solidFill>
              </a:rPr>
              <a:pPr eaLnBrk="1" hangingPunct="1"/>
              <a:t>5</a:t>
            </a:fld>
            <a:endParaRPr lang="en-US" altLang="en-US" sz="1300">
              <a:solidFill>
                <a:schemeClr val="tx1"/>
              </a:solidFill>
            </a:endParaRPr>
          </a:p>
        </p:txBody>
      </p:sp>
      <p:sp>
        <p:nvSpPr>
          <p:cNvPr id="55300" name="Rectangle 2"/>
          <p:cNvSpPr>
            <a:spLocks noGrp="1" noRot="1" noChangeAspect="1" noChangeArrowheads="1" noTextEdit="1"/>
          </p:cNvSpPr>
          <p:nvPr>
            <p:ph type="sldImg"/>
          </p:nvPr>
        </p:nvSpPr>
        <p:spPr>
          <a:xfrm>
            <a:off x="563563" y="693738"/>
            <a:ext cx="5978525" cy="4484687"/>
          </a:xfrm>
          <a:ln/>
        </p:spPr>
      </p:sp>
      <p:sp>
        <p:nvSpPr>
          <p:cNvPr id="5530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a:t>Documents can be used to:</a:t>
            </a:r>
          </a:p>
          <a:p>
            <a:pPr lvl="1" eaLnBrk="1" hangingPunct="1"/>
            <a:r>
              <a:rPr lang="en-US" dirty="0"/>
              <a:t>Track information on physical pieces of paper that document the loss (such as diagrams of the floor plan for a workplace)</a:t>
            </a:r>
          </a:p>
          <a:p>
            <a:pPr lvl="1" eaLnBrk="1" hangingPunct="1"/>
            <a:r>
              <a:rPr lang="en-US" dirty="0"/>
              <a:t>Track information on physical pieces of paper that are used to process the claim (such as diagnoses from a doctor)</a:t>
            </a:r>
          </a:p>
          <a:p>
            <a:pPr lvl="1" eaLnBrk="1" hangingPunct="1"/>
            <a:r>
              <a:rPr lang="en-US" dirty="0"/>
              <a:t>Record all correspondences with claimants, including emails</a:t>
            </a:r>
          </a:p>
        </p:txBody>
      </p:sp>
    </p:spTree>
    <p:extLst>
      <p:ext uri="{BB962C8B-B14F-4D97-AF65-F5344CB8AC3E}">
        <p14:creationId xmlns:p14="http://schemas.microsoft.com/office/powerpoint/2010/main" val="33191015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|EON~006|</a:t>
            </a:r>
          </a:p>
        </p:txBody>
      </p:sp>
      <p:sp>
        <p:nvSpPr>
          <p:cNvPr id="5632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11812" eaLnBrk="0" hangingPunct="0">
              <a:tabLst>
                <a:tab pos="5999331" algn="r"/>
              </a:tabLst>
              <a:defRPr sz="1500">
                <a:solidFill>
                  <a:schemeClr val="bg1"/>
                </a:solidFill>
                <a:latin typeface="Arial" charset="0"/>
              </a:defRPr>
            </a:lvl1pPr>
            <a:lvl2pPr marL="797185" indent="-306610" defTabSz="1011812" eaLnBrk="0" hangingPunct="0">
              <a:tabLst>
                <a:tab pos="5999331" algn="r"/>
              </a:tabLst>
              <a:defRPr sz="1500">
                <a:solidFill>
                  <a:schemeClr val="bg1"/>
                </a:solidFill>
                <a:latin typeface="Arial" charset="0"/>
              </a:defRPr>
            </a:lvl2pPr>
            <a:lvl3pPr marL="1226439" indent="-245288" defTabSz="1011812" eaLnBrk="0" hangingPunct="0">
              <a:tabLst>
                <a:tab pos="5999331" algn="r"/>
              </a:tabLst>
              <a:defRPr sz="1500">
                <a:solidFill>
                  <a:schemeClr val="bg1"/>
                </a:solidFill>
                <a:latin typeface="Arial" charset="0"/>
              </a:defRPr>
            </a:lvl3pPr>
            <a:lvl4pPr marL="1717015" indent="-245288" defTabSz="1011812" eaLnBrk="0" hangingPunct="0">
              <a:tabLst>
                <a:tab pos="5999331" algn="r"/>
              </a:tabLst>
              <a:defRPr sz="1500">
                <a:solidFill>
                  <a:schemeClr val="bg1"/>
                </a:solidFill>
                <a:latin typeface="Arial" charset="0"/>
              </a:defRPr>
            </a:lvl4pPr>
            <a:lvl5pPr marL="2207590" indent="-245288" defTabSz="1011812" eaLnBrk="0" hangingPunct="0">
              <a:tabLst>
                <a:tab pos="5999331" algn="r"/>
              </a:tabLst>
              <a:defRPr sz="1500">
                <a:solidFill>
                  <a:schemeClr val="bg1"/>
                </a:solidFill>
                <a:latin typeface="Arial" charset="0"/>
              </a:defRPr>
            </a:lvl5pPr>
            <a:lvl6pPr marL="2698166"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6pPr>
            <a:lvl7pPr marL="3188741"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7pPr>
            <a:lvl8pPr marL="3679317"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8pPr>
            <a:lvl9pPr marL="4169893"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9pPr>
          </a:lstStyle>
          <a:p>
            <a:r>
              <a:rPr lang="en-US" altLang="en-US" sz="1300">
                <a:solidFill>
                  <a:schemeClr val="tx1"/>
                </a:solidFill>
              </a:rPr>
              <a:t>	</a:t>
            </a:r>
            <a:endParaRPr lang="en-US" sz="1300">
              <a:solidFill>
                <a:schemeClr val="tx1"/>
              </a:solidFill>
            </a:endParaRPr>
          </a:p>
        </p:txBody>
      </p:sp>
      <p:sp>
        <p:nvSpPr>
          <p:cNvPr id="5632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9889" eaLnBrk="0" hangingPunct="0">
              <a:tabLst>
                <a:tab pos="2943454" algn="ctr"/>
              </a:tabLst>
              <a:defRPr sz="1500">
                <a:solidFill>
                  <a:schemeClr val="bg1"/>
                </a:solidFill>
                <a:latin typeface="Arial" charset="0"/>
              </a:defRPr>
            </a:lvl1pPr>
            <a:lvl2pPr marL="797185" indent="-306610" defTabSz="999889" eaLnBrk="0" hangingPunct="0">
              <a:tabLst>
                <a:tab pos="2943454" algn="ctr"/>
              </a:tabLst>
              <a:defRPr sz="1500">
                <a:solidFill>
                  <a:schemeClr val="bg1"/>
                </a:solidFill>
                <a:latin typeface="Arial" charset="0"/>
              </a:defRPr>
            </a:lvl2pPr>
            <a:lvl3pPr marL="1226439" indent="-245288" defTabSz="999889" eaLnBrk="0" hangingPunct="0">
              <a:tabLst>
                <a:tab pos="2943454" algn="ctr"/>
              </a:tabLst>
              <a:defRPr sz="1500">
                <a:solidFill>
                  <a:schemeClr val="bg1"/>
                </a:solidFill>
                <a:latin typeface="Arial" charset="0"/>
              </a:defRPr>
            </a:lvl3pPr>
            <a:lvl4pPr marL="1717015" indent="-245288" defTabSz="999889" eaLnBrk="0" hangingPunct="0">
              <a:tabLst>
                <a:tab pos="2943454" algn="ctr"/>
              </a:tabLst>
              <a:defRPr sz="1500">
                <a:solidFill>
                  <a:schemeClr val="bg1"/>
                </a:solidFill>
                <a:latin typeface="Arial" charset="0"/>
              </a:defRPr>
            </a:lvl4pPr>
            <a:lvl5pPr marL="2207590" indent="-245288" defTabSz="999889" eaLnBrk="0" hangingPunct="0">
              <a:tabLst>
                <a:tab pos="2943454" algn="ctr"/>
              </a:tabLst>
              <a:defRPr sz="1500">
                <a:solidFill>
                  <a:schemeClr val="bg1"/>
                </a:solidFill>
                <a:latin typeface="Arial" charset="0"/>
              </a:defRPr>
            </a:lvl5pPr>
            <a:lvl6pPr marL="2698166"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6pPr>
            <a:lvl7pPr marL="3188741"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7pPr>
            <a:lvl8pPr marL="3679317"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8pPr>
            <a:lvl9pPr marL="4169893"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9pPr>
          </a:lstStyle>
          <a:p>
            <a:pPr eaLnBrk="1" hangingPunct="1"/>
            <a:r>
              <a:rPr lang="en-US" altLang="en-US" sz="1300">
                <a:solidFill>
                  <a:schemeClr val="tx1"/>
                </a:solidFill>
              </a:rPr>
              <a:t>	Documents - </a:t>
            </a:r>
            <a:fld id="{4893A2AA-A2EE-41C8-B320-575C99F1033F}" type="slidenum">
              <a:rPr lang="en-US" altLang="en-US" sz="1300">
                <a:solidFill>
                  <a:schemeClr val="tx1"/>
                </a:solidFill>
              </a:rPr>
              <a:pPr eaLnBrk="1" hangingPunct="1"/>
              <a:t>6</a:t>
            </a:fld>
            <a:endParaRPr lang="en-US" altLang="en-US" sz="1300">
              <a:solidFill>
                <a:schemeClr val="tx1"/>
              </a:solidFill>
            </a:endParaRPr>
          </a:p>
        </p:txBody>
      </p:sp>
      <p:sp>
        <p:nvSpPr>
          <p:cNvPr id="56324" name="Rectangle 2"/>
          <p:cNvSpPr>
            <a:spLocks noGrp="1" noRot="1" noChangeAspect="1" noChangeArrowheads="1" noTextEdit="1"/>
          </p:cNvSpPr>
          <p:nvPr>
            <p:ph type="sldImg"/>
          </p:nvPr>
        </p:nvSpPr>
        <p:spPr>
          <a:xfrm>
            <a:off x="563563" y="693738"/>
            <a:ext cx="5978525" cy="4484687"/>
          </a:xfrm>
          <a:ln/>
        </p:spPr>
      </p:sp>
      <p:sp>
        <p:nvSpPr>
          <p:cNvPr id="5632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a:t>There are five "systems" where information about documents can exist:</a:t>
            </a:r>
          </a:p>
          <a:p>
            <a:pPr eaLnBrk="1" hangingPunct="1">
              <a:buFontTx/>
              <a:buChar char="•"/>
            </a:pPr>
            <a:r>
              <a:rPr lang="en-US" dirty="0"/>
              <a:t>The user's machine</a:t>
            </a:r>
          </a:p>
          <a:p>
            <a:pPr eaLnBrk="1" hangingPunct="1">
              <a:buFontTx/>
              <a:buChar char="•"/>
            </a:pPr>
            <a:r>
              <a:rPr lang="en-US" dirty="0" err="1"/>
              <a:t>ClaimCenter</a:t>
            </a:r>
            <a:endParaRPr lang="en-US" dirty="0"/>
          </a:p>
          <a:p>
            <a:pPr eaLnBrk="1" hangingPunct="1">
              <a:buFontTx/>
              <a:buChar char="•"/>
            </a:pPr>
            <a:r>
              <a:rPr lang="en-US" dirty="0"/>
              <a:t>A document production system, which stores templates used to generate documents</a:t>
            </a:r>
          </a:p>
          <a:p>
            <a:pPr eaLnBrk="1" hangingPunct="1">
              <a:buFontTx/>
              <a:buChar char="•"/>
            </a:pPr>
            <a:r>
              <a:rPr lang="en-US" dirty="0"/>
              <a:t>A document storage system, which stores electronic documents</a:t>
            </a:r>
          </a:p>
          <a:p>
            <a:pPr eaLnBrk="1" hangingPunct="1">
              <a:buFontTx/>
              <a:buChar char="•"/>
            </a:pPr>
            <a:r>
              <a:rPr lang="en-US" dirty="0"/>
              <a:t>A physical location, which stores physical documents</a:t>
            </a:r>
          </a:p>
          <a:p>
            <a:pPr eaLnBrk="1" hangingPunct="1"/>
            <a:r>
              <a:rPr lang="en-US" dirty="0"/>
              <a:t>The specific information about what is stored on each system is discussed on the next slides.</a:t>
            </a:r>
          </a:p>
        </p:txBody>
      </p:sp>
    </p:spTree>
    <p:extLst>
      <p:ext uri="{BB962C8B-B14F-4D97-AF65-F5344CB8AC3E}">
        <p14:creationId xmlns:p14="http://schemas.microsoft.com/office/powerpoint/2010/main" val="900722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|EON~007|</a:t>
            </a:r>
          </a:p>
        </p:txBody>
      </p:sp>
      <p:sp>
        <p:nvSpPr>
          <p:cNvPr id="5734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11812" eaLnBrk="0" hangingPunct="0">
              <a:tabLst>
                <a:tab pos="5999331" algn="r"/>
              </a:tabLst>
              <a:defRPr sz="1500">
                <a:solidFill>
                  <a:schemeClr val="bg1"/>
                </a:solidFill>
                <a:latin typeface="Arial" charset="0"/>
              </a:defRPr>
            </a:lvl1pPr>
            <a:lvl2pPr marL="797185" indent="-306610" defTabSz="1011812" eaLnBrk="0" hangingPunct="0">
              <a:tabLst>
                <a:tab pos="5999331" algn="r"/>
              </a:tabLst>
              <a:defRPr sz="1500">
                <a:solidFill>
                  <a:schemeClr val="bg1"/>
                </a:solidFill>
                <a:latin typeface="Arial" charset="0"/>
              </a:defRPr>
            </a:lvl2pPr>
            <a:lvl3pPr marL="1226439" indent="-245288" defTabSz="1011812" eaLnBrk="0" hangingPunct="0">
              <a:tabLst>
                <a:tab pos="5999331" algn="r"/>
              </a:tabLst>
              <a:defRPr sz="1500">
                <a:solidFill>
                  <a:schemeClr val="bg1"/>
                </a:solidFill>
                <a:latin typeface="Arial" charset="0"/>
              </a:defRPr>
            </a:lvl3pPr>
            <a:lvl4pPr marL="1717015" indent="-245288" defTabSz="1011812" eaLnBrk="0" hangingPunct="0">
              <a:tabLst>
                <a:tab pos="5999331" algn="r"/>
              </a:tabLst>
              <a:defRPr sz="1500">
                <a:solidFill>
                  <a:schemeClr val="bg1"/>
                </a:solidFill>
                <a:latin typeface="Arial" charset="0"/>
              </a:defRPr>
            </a:lvl4pPr>
            <a:lvl5pPr marL="2207590" indent="-245288" defTabSz="1011812" eaLnBrk="0" hangingPunct="0">
              <a:tabLst>
                <a:tab pos="5999331" algn="r"/>
              </a:tabLst>
              <a:defRPr sz="1500">
                <a:solidFill>
                  <a:schemeClr val="bg1"/>
                </a:solidFill>
                <a:latin typeface="Arial" charset="0"/>
              </a:defRPr>
            </a:lvl5pPr>
            <a:lvl6pPr marL="2698166"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6pPr>
            <a:lvl7pPr marL="3188741"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7pPr>
            <a:lvl8pPr marL="3679317"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8pPr>
            <a:lvl9pPr marL="4169893"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9pPr>
          </a:lstStyle>
          <a:p>
            <a:r>
              <a:rPr lang="en-US" altLang="en-US" sz="1300">
                <a:solidFill>
                  <a:schemeClr val="tx1"/>
                </a:solidFill>
              </a:rPr>
              <a:t>	</a:t>
            </a:r>
            <a:endParaRPr lang="en-US" sz="1300">
              <a:solidFill>
                <a:schemeClr val="tx1"/>
              </a:solidFill>
            </a:endParaRPr>
          </a:p>
        </p:txBody>
      </p:sp>
      <p:sp>
        <p:nvSpPr>
          <p:cNvPr id="5734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9889" eaLnBrk="0" hangingPunct="0">
              <a:tabLst>
                <a:tab pos="2943454" algn="ctr"/>
              </a:tabLst>
              <a:defRPr sz="1500">
                <a:solidFill>
                  <a:schemeClr val="bg1"/>
                </a:solidFill>
                <a:latin typeface="Arial" charset="0"/>
              </a:defRPr>
            </a:lvl1pPr>
            <a:lvl2pPr marL="797185" indent="-306610" defTabSz="999889" eaLnBrk="0" hangingPunct="0">
              <a:tabLst>
                <a:tab pos="2943454" algn="ctr"/>
              </a:tabLst>
              <a:defRPr sz="1500">
                <a:solidFill>
                  <a:schemeClr val="bg1"/>
                </a:solidFill>
                <a:latin typeface="Arial" charset="0"/>
              </a:defRPr>
            </a:lvl2pPr>
            <a:lvl3pPr marL="1226439" indent="-245288" defTabSz="999889" eaLnBrk="0" hangingPunct="0">
              <a:tabLst>
                <a:tab pos="2943454" algn="ctr"/>
              </a:tabLst>
              <a:defRPr sz="1500">
                <a:solidFill>
                  <a:schemeClr val="bg1"/>
                </a:solidFill>
                <a:latin typeface="Arial" charset="0"/>
              </a:defRPr>
            </a:lvl3pPr>
            <a:lvl4pPr marL="1717015" indent="-245288" defTabSz="999889" eaLnBrk="0" hangingPunct="0">
              <a:tabLst>
                <a:tab pos="2943454" algn="ctr"/>
              </a:tabLst>
              <a:defRPr sz="1500">
                <a:solidFill>
                  <a:schemeClr val="bg1"/>
                </a:solidFill>
                <a:latin typeface="Arial" charset="0"/>
              </a:defRPr>
            </a:lvl4pPr>
            <a:lvl5pPr marL="2207590" indent="-245288" defTabSz="999889" eaLnBrk="0" hangingPunct="0">
              <a:tabLst>
                <a:tab pos="2943454" algn="ctr"/>
              </a:tabLst>
              <a:defRPr sz="1500">
                <a:solidFill>
                  <a:schemeClr val="bg1"/>
                </a:solidFill>
                <a:latin typeface="Arial" charset="0"/>
              </a:defRPr>
            </a:lvl5pPr>
            <a:lvl6pPr marL="2698166"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6pPr>
            <a:lvl7pPr marL="3188741"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7pPr>
            <a:lvl8pPr marL="3679317"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8pPr>
            <a:lvl9pPr marL="4169893"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9pPr>
          </a:lstStyle>
          <a:p>
            <a:pPr eaLnBrk="1" hangingPunct="1"/>
            <a:r>
              <a:rPr lang="en-US" altLang="en-US" sz="1300">
                <a:solidFill>
                  <a:schemeClr val="tx1"/>
                </a:solidFill>
              </a:rPr>
              <a:t>	Documents - </a:t>
            </a:r>
            <a:fld id="{A8059DDF-056C-4F06-B619-197A98C262D6}" type="slidenum">
              <a:rPr lang="en-US" altLang="en-US" sz="1300">
                <a:solidFill>
                  <a:schemeClr val="tx1"/>
                </a:solidFill>
              </a:rPr>
              <a:pPr eaLnBrk="1" hangingPunct="1"/>
              <a:t>7</a:t>
            </a:fld>
            <a:endParaRPr lang="en-US" altLang="en-US" sz="1300">
              <a:solidFill>
                <a:schemeClr val="tx1"/>
              </a:solidFill>
            </a:endParaRPr>
          </a:p>
        </p:txBody>
      </p:sp>
      <p:sp>
        <p:nvSpPr>
          <p:cNvPr id="57348" name="Rectangle 2"/>
          <p:cNvSpPr>
            <a:spLocks noGrp="1" noRot="1" noChangeAspect="1" noChangeArrowheads="1" noTextEdit="1"/>
          </p:cNvSpPr>
          <p:nvPr>
            <p:ph type="sldImg"/>
          </p:nvPr>
        </p:nvSpPr>
        <p:spPr>
          <a:xfrm>
            <a:off x="563563" y="693738"/>
            <a:ext cx="5978525" cy="4484687"/>
          </a:xfrm>
          <a:ln/>
        </p:spPr>
      </p:sp>
      <p:sp>
        <p:nvSpPr>
          <p:cNvPr id="5734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For physical documents:</a:t>
            </a:r>
          </a:p>
          <a:p>
            <a:pPr eaLnBrk="1" hangingPunct="1">
              <a:buFontTx/>
              <a:buChar char="•"/>
            </a:pPr>
            <a:r>
              <a:rPr lang="en-US"/>
              <a:t>ClaimCenter tracks information about the document (such as the name, status, and where it is located)</a:t>
            </a:r>
          </a:p>
          <a:p>
            <a:pPr eaLnBrk="1" hangingPunct="1">
              <a:buFontTx/>
              <a:buChar char="•"/>
            </a:pPr>
            <a:r>
              <a:rPr lang="en-US"/>
              <a:t>A physical location (such as a filing cabinet) contains the document itself.</a:t>
            </a:r>
          </a:p>
          <a:p>
            <a:pPr eaLnBrk="1" hangingPunct="1"/>
            <a:r>
              <a:rPr lang="en-US"/>
              <a:t>Also, a user can view the information that ClaimCenter has stored about the document (such as the name, status, and where it is located).</a:t>
            </a:r>
          </a:p>
          <a:p>
            <a:pPr eaLnBrk="1" hangingPunct="1"/>
            <a:r>
              <a:rPr lang="en-US"/>
              <a:t>Because the document is not electronic, ClaimCenter cannot do much more than track its existence.</a:t>
            </a:r>
          </a:p>
          <a:p>
            <a:pPr eaLnBrk="1" hangingPunct="1"/>
            <a:endParaRPr lang="en-US"/>
          </a:p>
          <a:p>
            <a:pPr eaLnBrk="1" hangingPunct="1"/>
            <a:endParaRPr lang="en-US"/>
          </a:p>
        </p:txBody>
      </p:sp>
    </p:spTree>
    <p:extLst>
      <p:ext uri="{BB962C8B-B14F-4D97-AF65-F5344CB8AC3E}">
        <p14:creationId xmlns:p14="http://schemas.microsoft.com/office/powerpoint/2010/main" val="4804974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|EON~008|</a:t>
            </a:r>
          </a:p>
        </p:txBody>
      </p:sp>
      <p:sp>
        <p:nvSpPr>
          <p:cNvPr id="5837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11812" eaLnBrk="0" hangingPunct="0">
              <a:tabLst>
                <a:tab pos="5999331" algn="r"/>
              </a:tabLst>
              <a:defRPr sz="1500">
                <a:solidFill>
                  <a:schemeClr val="bg1"/>
                </a:solidFill>
                <a:latin typeface="Arial" charset="0"/>
              </a:defRPr>
            </a:lvl1pPr>
            <a:lvl2pPr marL="797185" indent="-306610" defTabSz="1011812" eaLnBrk="0" hangingPunct="0">
              <a:tabLst>
                <a:tab pos="5999331" algn="r"/>
              </a:tabLst>
              <a:defRPr sz="1500">
                <a:solidFill>
                  <a:schemeClr val="bg1"/>
                </a:solidFill>
                <a:latin typeface="Arial" charset="0"/>
              </a:defRPr>
            </a:lvl2pPr>
            <a:lvl3pPr marL="1226439" indent="-245288" defTabSz="1011812" eaLnBrk="0" hangingPunct="0">
              <a:tabLst>
                <a:tab pos="5999331" algn="r"/>
              </a:tabLst>
              <a:defRPr sz="1500">
                <a:solidFill>
                  <a:schemeClr val="bg1"/>
                </a:solidFill>
                <a:latin typeface="Arial" charset="0"/>
              </a:defRPr>
            </a:lvl3pPr>
            <a:lvl4pPr marL="1717015" indent="-245288" defTabSz="1011812" eaLnBrk="0" hangingPunct="0">
              <a:tabLst>
                <a:tab pos="5999331" algn="r"/>
              </a:tabLst>
              <a:defRPr sz="1500">
                <a:solidFill>
                  <a:schemeClr val="bg1"/>
                </a:solidFill>
                <a:latin typeface="Arial" charset="0"/>
              </a:defRPr>
            </a:lvl4pPr>
            <a:lvl5pPr marL="2207590" indent="-245288" defTabSz="1011812" eaLnBrk="0" hangingPunct="0">
              <a:tabLst>
                <a:tab pos="5999331" algn="r"/>
              </a:tabLst>
              <a:defRPr sz="1500">
                <a:solidFill>
                  <a:schemeClr val="bg1"/>
                </a:solidFill>
                <a:latin typeface="Arial" charset="0"/>
              </a:defRPr>
            </a:lvl5pPr>
            <a:lvl6pPr marL="2698166"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6pPr>
            <a:lvl7pPr marL="3188741"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7pPr>
            <a:lvl8pPr marL="3679317"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8pPr>
            <a:lvl9pPr marL="4169893"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9pPr>
          </a:lstStyle>
          <a:p>
            <a:r>
              <a:rPr lang="en-US" altLang="en-US" sz="1300">
                <a:solidFill>
                  <a:schemeClr val="tx1"/>
                </a:solidFill>
              </a:rPr>
              <a:t>	</a:t>
            </a:r>
            <a:endParaRPr lang="en-US" sz="1300">
              <a:solidFill>
                <a:schemeClr val="tx1"/>
              </a:solidFill>
            </a:endParaRPr>
          </a:p>
        </p:txBody>
      </p:sp>
      <p:sp>
        <p:nvSpPr>
          <p:cNvPr id="5837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9889" eaLnBrk="0" hangingPunct="0">
              <a:tabLst>
                <a:tab pos="2943454" algn="ctr"/>
              </a:tabLst>
              <a:defRPr sz="1500">
                <a:solidFill>
                  <a:schemeClr val="bg1"/>
                </a:solidFill>
                <a:latin typeface="Arial" charset="0"/>
              </a:defRPr>
            </a:lvl1pPr>
            <a:lvl2pPr marL="797185" indent="-306610" defTabSz="999889" eaLnBrk="0" hangingPunct="0">
              <a:tabLst>
                <a:tab pos="2943454" algn="ctr"/>
              </a:tabLst>
              <a:defRPr sz="1500">
                <a:solidFill>
                  <a:schemeClr val="bg1"/>
                </a:solidFill>
                <a:latin typeface="Arial" charset="0"/>
              </a:defRPr>
            </a:lvl2pPr>
            <a:lvl3pPr marL="1226439" indent="-245288" defTabSz="999889" eaLnBrk="0" hangingPunct="0">
              <a:tabLst>
                <a:tab pos="2943454" algn="ctr"/>
              </a:tabLst>
              <a:defRPr sz="1500">
                <a:solidFill>
                  <a:schemeClr val="bg1"/>
                </a:solidFill>
                <a:latin typeface="Arial" charset="0"/>
              </a:defRPr>
            </a:lvl3pPr>
            <a:lvl4pPr marL="1717015" indent="-245288" defTabSz="999889" eaLnBrk="0" hangingPunct="0">
              <a:tabLst>
                <a:tab pos="2943454" algn="ctr"/>
              </a:tabLst>
              <a:defRPr sz="1500">
                <a:solidFill>
                  <a:schemeClr val="bg1"/>
                </a:solidFill>
                <a:latin typeface="Arial" charset="0"/>
              </a:defRPr>
            </a:lvl4pPr>
            <a:lvl5pPr marL="2207590" indent="-245288" defTabSz="999889" eaLnBrk="0" hangingPunct="0">
              <a:tabLst>
                <a:tab pos="2943454" algn="ctr"/>
              </a:tabLst>
              <a:defRPr sz="1500">
                <a:solidFill>
                  <a:schemeClr val="bg1"/>
                </a:solidFill>
                <a:latin typeface="Arial" charset="0"/>
              </a:defRPr>
            </a:lvl5pPr>
            <a:lvl6pPr marL="2698166"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6pPr>
            <a:lvl7pPr marL="3188741"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7pPr>
            <a:lvl8pPr marL="3679317"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8pPr>
            <a:lvl9pPr marL="4169893"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9pPr>
          </a:lstStyle>
          <a:p>
            <a:pPr eaLnBrk="1" hangingPunct="1"/>
            <a:r>
              <a:rPr lang="en-US" altLang="en-US" sz="1300">
                <a:solidFill>
                  <a:schemeClr val="tx1"/>
                </a:solidFill>
              </a:rPr>
              <a:t>	Documents - </a:t>
            </a:r>
            <a:fld id="{FF34A8AA-DCCD-4E65-8936-A6EE63DF87F6}" type="slidenum">
              <a:rPr lang="en-US" altLang="en-US" sz="1300">
                <a:solidFill>
                  <a:schemeClr val="tx1"/>
                </a:solidFill>
              </a:rPr>
              <a:pPr eaLnBrk="1" hangingPunct="1"/>
              <a:t>8</a:t>
            </a:fld>
            <a:endParaRPr lang="en-US" altLang="en-US" sz="1300">
              <a:solidFill>
                <a:schemeClr val="tx1"/>
              </a:solidFill>
            </a:endParaRPr>
          </a:p>
        </p:txBody>
      </p:sp>
      <p:sp>
        <p:nvSpPr>
          <p:cNvPr id="58372" name="Rectangle 2"/>
          <p:cNvSpPr>
            <a:spLocks noGrp="1" noRot="1" noChangeAspect="1" noChangeArrowheads="1" noTextEdit="1"/>
          </p:cNvSpPr>
          <p:nvPr>
            <p:ph type="sldImg"/>
          </p:nvPr>
        </p:nvSpPr>
        <p:spPr>
          <a:xfrm>
            <a:off x="563563" y="693738"/>
            <a:ext cx="5976937" cy="4484687"/>
          </a:xfrm>
          <a:ln/>
        </p:spPr>
      </p:sp>
      <p:sp>
        <p:nvSpPr>
          <p:cNvPr id="5837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a:t>A document template is a ClaimCenter template used to generate commonly needed documents. Document templates often include information drawn from the claim and its related records.</a:t>
            </a:r>
          </a:p>
          <a:p>
            <a:pPr eaLnBrk="1" hangingPunct="1"/>
            <a:r>
              <a:rPr lang="en-US" dirty="0"/>
              <a:t>The document template can retrieve any information available to the claim, including:</a:t>
            </a:r>
          </a:p>
          <a:p>
            <a:pPr lvl="1" eaLnBrk="1" hangingPunct="1"/>
            <a:r>
              <a:rPr lang="en-US" dirty="0"/>
              <a:t>Information on the claim itself (such as the claim file number)</a:t>
            </a:r>
          </a:p>
          <a:p>
            <a:pPr lvl="1" eaLnBrk="1" hangingPunct="1"/>
            <a:r>
              <a:rPr lang="en-US" dirty="0"/>
              <a:t>Information from the claimants (such as the claimant's name and address)</a:t>
            </a:r>
          </a:p>
          <a:p>
            <a:pPr lvl="1" eaLnBrk="1" hangingPunct="1"/>
            <a:r>
              <a:rPr lang="en-US" dirty="0"/>
              <a:t>Information from users assigned to the claim (such as the name of an inspector who will view the property or construction</a:t>
            </a:r>
            <a:r>
              <a:rPr lang="en-US" baseline="0" dirty="0"/>
              <a:t> site</a:t>
            </a:r>
            <a:r>
              <a:rPr lang="en-US" dirty="0"/>
              <a:t>)</a:t>
            </a:r>
          </a:p>
          <a:p>
            <a:pPr eaLnBrk="1" hangingPunct="1"/>
            <a:r>
              <a:rPr lang="en-US" dirty="0"/>
              <a:t>The document which results from the merge is typically considered a draft document because the adjuster has the opportunity to modify it before it becomes final and/or gets sent to the relevant party.</a:t>
            </a:r>
          </a:p>
          <a:p>
            <a:pPr eaLnBrk="1" hangingPunct="1"/>
            <a:r>
              <a:rPr lang="en-US" dirty="0"/>
              <a:t>Document metadata is stored apart from the document itself.</a:t>
            </a:r>
          </a:p>
        </p:txBody>
      </p:sp>
    </p:spTree>
    <p:extLst>
      <p:ext uri="{BB962C8B-B14F-4D97-AF65-F5344CB8AC3E}">
        <p14:creationId xmlns:p14="http://schemas.microsoft.com/office/powerpoint/2010/main" val="28231381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|EON~009|</a:t>
            </a:r>
          </a:p>
        </p:txBody>
      </p:sp>
      <p:sp>
        <p:nvSpPr>
          <p:cNvPr id="5939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11812" eaLnBrk="0" hangingPunct="0">
              <a:tabLst>
                <a:tab pos="5999331" algn="r"/>
              </a:tabLst>
              <a:defRPr sz="1500">
                <a:solidFill>
                  <a:schemeClr val="bg1"/>
                </a:solidFill>
                <a:latin typeface="Arial" charset="0"/>
              </a:defRPr>
            </a:lvl1pPr>
            <a:lvl2pPr marL="797185" indent="-306610" defTabSz="1011812" eaLnBrk="0" hangingPunct="0">
              <a:tabLst>
                <a:tab pos="5999331" algn="r"/>
              </a:tabLst>
              <a:defRPr sz="1500">
                <a:solidFill>
                  <a:schemeClr val="bg1"/>
                </a:solidFill>
                <a:latin typeface="Arial" charset="0"/>
              </a:defRPr>
            </a:lvl2pPr>
            <a:lvl3pPr marL="1226439" indent="-245288" defTabSz="1011812" eaLnBrk="0" hangingPunct="0">
              <a:tabLst>
                <a:tab pos="5999331" algn="r"/>
              </a:tabLst>
              <a:defRPr sz="1500">
                <a:solidFill>
                  <a:schemeClr val="bg1"/>
                </a:solidFill>
                <a:latin typeface="Arial" charset="0"/>
              </a:defRPr>
            </a:lvl3pPr>
            <a:lvl4pPr marL="1717015" indent="-245288" defTabSz="1011812" eaLnBrk="0" hangingPunct="0">
              <a:tabLst>
                <a:tab pos="5999331" algn="r"/>
              </a:tabLst>
              <a:defRPr sz="1500">
                <a:solidFill>
                  <a:schemeClr val="bg1"/>
                </a:solidFill>
                <a:latin typeface="Arial" charset="0"/>
              </a:defRPr>
            </a:lvl4pPr>
            <a:lvl5pPr marL="2207590" indent="-245288" defTabSz="1011812" eaLnBrk="0" hangingPunct="0">
              <a:tabLst>
                <a:tab pos="5999331" algn="r"/>
              </a:tabLst>
              <a:defRPr sz="1500">
                <a:solidFill>
                  <a:schemeClr val="bg1"/>
                </a:solidFill>
                <a:latin typeface="Arial" charset="0"/>
              </a:defRPr>
            </a:lvl5pPr>
            <a:lvl6pPr marL="2698166"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6pPr>
            <a:lvl7pPr marL="3188741"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7pPr>
            <a:lvl8pPr marL="3679317"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8pPr>
            <a:lvl9pPr marL="4169893"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9pPr>
          </a:lstStyle>
          <a:p>
            <a:r>
              <a:rPr lang="en-US" altLang="en-US" sz="1300">
                <a:solidFill>
                  <a:schemeClr val="tx1"/>
                </a:solidFill>
              </a:rPr>
              <a:t>	</a:t>
            </a:r>
            <a:endParaRPr lang="en-US" sz="1300">
              <a:solidFill>
                <a:schemeClr val="tx1"/>
              </a:solidFill>
            </a:endParaRPr>
          </a:p>
        </p:txBody>
      </p:sp>
      <p:sp>
        <p:nvSpPr>
          <p:cNvPr id="5939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9889" eaLnBrk="0" hangingPunct="0">
              <a:tabLst>
                <a:tab pos="2943454" algn="ctr"/>
              </a:tabLst>
              <a:defRPr sz="1500">
                <a:solidFill>
                  <a:schemeClr val="bg1"/>
                </a:solidFill>
                <a:latin typeface="Arial" charset="0"/>
              </a:defRPr>
            </a:lvl1pPr>
            <a:lvl2pPr marL="797185" indent="-306610" defTabSz="999889" eaLnBrk="0" hangingPunct="0">
              <a:tabLst>
                <a:tab pos="2943454" algn="ctr"/>
              </a:tabLst>
              <a:defRPr sz="1500">
                <a:solidFill>
                  <a:schemeClr val="bg1"/>
                </a:solidFill>
                <a:latin typeface="Arial" charset="0"/>
              </a:defRPr>
            </a:lvl2pPr>
            <a:lvl3pPr marL="1226439" indent="-245288" defTabSz="999889" eaLnBrk="0" hangingPunct="0">
              <a:tabLst>
                <a:tab pos="2943454" algn="ctr"/>
              </a:tabLst>
              <a:defRPr sz="1500">
                <a:solidFill>
                  <a:schemeClr val="bg1"/>
                </a:solidFill>
                <a:latin typeface="Arial" charset="0"/>
              </a:defRPr>
            </a:lvl3pPr>
            <a:lvl4pPr marL="1717015" indent="-245288" defTabSz="999889" eaLnBrk="0" hangingPunct="0">
              <a:tabLst>
                <a:tab pos="2943454" algn="ctr"/>
              </a:tabLst>
              <a:defRPr sz="1500">
                <a:solidFill>
                  <a:schemeClr val="bg1"/>
                </a:solidFill>
                <a:latin typeface="Arial" charset="0"/>
              </a:defRPr>
            </a:lvl4pPr>
            <a:lvl5pPr marL="2207590" indent="-245288" defTabSz="999889" eaLnBrk="0" hangingPunct="0">
              <a:tabLst>
                <a:tab pos="2943454" algn="ctr"/>
              </a:tabLst>
              <a:defRPr sz="1500">
                <a:solidFill>
                  <a:schemeClr val="bg1"/>
                </a:solidFill>
                <a:latin typeface="Arial" charset="0"/>
              </a:defRPr>
            </a:lvl5pPr>
            <a:lvl6pPr marL="2698166"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6pPr>
            <a:lvl7pPr marL="3188741"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7pPr>
            <a:lvl8pPr marL="3679317"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8pPr>
            <a:lvl9pPr marL="4169893"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9pPr>
          </a:lstStyle>
          <a:p>
            <a:pPr eaLnBrk="1" hangingPunct="1"/>
            <a:r>
              <a:rPr lang="en-US" altLang="en-US" sz="1300">
                <a:solidFill>
                  <a:schemeClr val="tx1"/>
                </a:solidFill>
              </a:rPr>
              <a:t>	Documents - </a:t>
            </a:r>
            <a:fld id="{2D36B158-E20E-4A71-95A1-935DA23D3241}" type="slidenum">
              <a:rPr lang="en-US" altLang="en-US" sz="1300">
                <a:solidFill>
                  <a:schemeClr val="tx1"/>
                </a:solidFill>
              </a:rPr>
              <a:pPr eaLnBrk="1" hangingPunct="1"/>
              <a:t>9</a:t>
            </a:fld>
            <a:endParaRPr lang="en-US" altLang="en-US" sz="1300">
              <a:solidFill>
                <a:schemeClr val="tx1"/>
              </a:solidFill>
            </a:endParaRPr>
          </a:p>
        </p:txBody>
      </p:sp>
      <p:sp>
        <p:nvSpPr>
          <p:cNvPr id="59396" name="Rectangle 2"/>
          <p:cNvSpPr>
            <a:spLocks noGrp="1" noRot="1" noChangeAspect="1" noChangeArrowheads="1" noTextEdit="1"/>
          </p:cNvSpPr>
          <p:nvPr>
            <p:ph type="sldImg"/>
          </p:nvPr>
        </p:nvSpPr>
        <p:spPr>
          <a:xfrm>
            <a:off x="563563" y="693738"/>
            <a:ext cx="5978525" cy="4484687"/>
          </a:xfrm>
          <a:ln/>
        </p:spPr>
      </p:sp>
      <p:sp>
        <p:nvSpPr>
          <p:cNvPr id="5939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It is difficult to make general statements about document production because there are many possibilities that can be combined in various ways.</a:t>
            </a:r>
          </a:p>
          <a:p>
            <a:pPr eaLnBrk="1" hangingPunct="1"/>
            <a:r>
              <a:rPr lang="en-US"/>
              <a:t>In some cases, document templates are stored on a separate document production system. When a document needs to be produced, the field values and the name of the template are passed to the document production system. The document production system merges the information and returns a draft, which in turn is made available to the user.</a:t>
            </a:r>
          </a:p>
        </p:txBody>
      </p:sp>
    </p:spTree>
    <p:extLst>
      <p:ext uri="{BB962C8B-B14F-4D97-AF65-F5344CB8AC3E}">
        <p14:creationId xmlns:p14="http://schemas.microsoft.com/office/powerpoint/2010/main" val="17748188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|EON~010|</a:t>
            </a:r>
          </a:p>
        </p:txBody>
      </p:sp>
      <p:sp>
        <p:nvSpPr>
          <p:cNvPr id="6041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11812" eaLnBrk="0" hangingPunct="0">
              <a:tabLst>
                <a:tab pos="5999331" algn="r"/>
              </a:tabLst>
              <a:defRPr sz="1500">
                <a:solidFill>
                  <a:schemeClr val="bg1"/>
                </a:solidFill>
                <a:latin typeface="Arial" charset="0"/>
              </a:defRPr>
            </a:lvl1pPr>
            <a:lvl2pPr marL="797185" indent="-306610" defTabSz="1011812" eaLnBrk="0" hangingPunct="0">
              <a:tabLst>
                <a:tab pos="5999331" algn="r"/>
              </a:tabLst>
              <a:defRPr sz="1500">
                <a:solidFill>
                  <a:schemeClr val="bg1"/>
                </a:solidFill>
                <a:latin typeface="Arial" charset="0"/>
              </a:defRPr>
            </a:lvl2pPr>
            <a:lvl3pPr marL="1226439" indent="-245288" defTabSz="1011812" eaLnBrk="0" hangingPunct="0">
              <a:tabLst>
                <a:tab pos="5999331" algn="r"/>
              </a:tabLst>
              <a:defRPr sz="1500">
                <a:solidFill>
                  <a:schemeClr val="bg1"/>
                </a:solidFill>
                <a:latin typeface="Arial" charset="0"/>
              </a:defRPr>
            </a:lvl3pPr>
            <a:lvl4pPr marL="1717015" indent="-245288" defTabSz="1011812" eaLnBrk="0" hangingPunct="0">
              <a:tabLst>
                <a:tab pos="5999331" algn="r"/>
              </a:tabLst>
              <a:defRPr sz="1500">
                <a:solidFill>
                  <a:schemeClr val="bg1"/>
                </a:solidFill>
                <a:latin typeface="Arial" charset="0"/>
              </a:defRPr>
            </a:lvl4pPr>
            <a:lvl5pPr marL="2207590" indent="-245288" defTabSz="1011812" eaLnBrk="0" hangingPunct="0">
              <a:tabLst>
                <a:tab pos="5999331" algn="r"/>
              </a:tabLst>
              <a:defRPr sz="1500">
                <a:solidFill>
                  <a:schemeClr val="bg1"/>
                </a:solidFill>
                <a:latin typeface="Arial" charset="0"/>
              </a:defRPr>
            </a:lvl5pPr>
            <a:lvl6pPr marL="2698166"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6pPr>
            <a:lvl7pPr marL="3188741"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7pPr>
            <a:lvl8pPr marL="3679317"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8pPr>
            <a:lvl9pPr marL="4169893"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9pPr>
          </a:lstStyle>
          <a:p>
            <a:r>
              <a:rPr lang="en-US" altLang="en-US" sz="1300">
                <a:solidFill>
                  <a:schemeClr val="tx1"/>
                </a:solidFill>
              </a:rPr>
              <a:t>	</a:t>
            </a:r>
            <a:endParaRPr lang="en-US" sz="1300">
              <a:solidFill>
                <a:schemeClr val="tx1"/>
              </a:solidFill>
            </a:endParaRPr>
          </a:p>
        </p:txBody>
      </p:sp>
      <p:sp>
        <p:nvSpPr>
          <p:cNvPr id="6041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9889" eaLnBrk="0" hangingPunct="0">
              <a:tabLst>
                <a:tab pos="2943454" algn="ctr"/>
              </a:tabLst>
              <a:defRPr sz="1500">
                <a:solidFill>
                  <a:schemeClr val="bg1"/>
                </a:solidFill>
                <a:latin typeface="Arial" charset="0"/>
              </a:defRPr>
            </a:lvl1pPr>
            <a:lvl2pPr marL="797185" indent="-306610" defTabSz="999889" eaLnBrk="0" hangingPunct="0">
              <a:tabLst>
                <a:tab pos="2943454" algn="ctr"/>
              </a:tabLst>
              <a:defRPr sz="1500">
                <a:solidFill>
                  <a:schemeClr val="bg1"/>
                </a:solidFill>
                <a:latin typeface="Arial" charset="0"/>
              </a:defRPr>
            </a:lvl2pPr>
            <a:lvl3pPr marL="1226439" indent="-245288" defTabSz="999889" eaLnBrk="0" hangingPunct="0">
              <a:tabLst>
                <a:tab pos="2943454" algn="ctr"/>
              </a:tabLst>
              <a:defRPr sz="1500">
                <a:solidFill>
                  <a:schemeClr val="bg1"/>
                </a:solidFill>
                <a:latin typeface="Arial" charset="0"/>
              </a:defRPr>
            </a:lvl3pPr>
            <a:lvl4pPr marL="1717015" indent="-245288" defTabSz="999889" eaLnBrk="0" hangingPunct="0">
              <a:tabLst>
                <a:tab pos="2943454" algn="ctr"/>
              </a:tabLst>
              <a:defRPr sz="1500">
                <a:solidFill>
                  <a:schemeClr val="bg1"/>
                </a:solidFill>
                <a:latin typeface="Arial" charset="0"/>
              </a:defRPr>
            </a:lvl4pPr>
            <a:lvl5pPr marL="2207590" indent="-245288" defTabSz="999889" eaLnBrk="0" hangingPunct="0">
              <a:tabLst>
                <a:tab pos="2943454" algn="ctr"/>
              </a:tabLst>
              <a:defRPr sz="1500">
                <a:solidFill>
                  <a:schemeClr val="bg1"/>
                </a:solidFill>
                <a:latin typeface="Arial" charset="0"/>
              </a:defRPr>
            </a:lvl5pPr>
            <a:lvl6pPr marL="2698166"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6pPr>
            <a:lvl7pPr marL="3188741"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7pPr>
            <a:lvl8pPr marL="3679317"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8pPr>
            <a:lvl9pPr marL="4169893"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9pPr>
          </a:lstStyle>
          <a:p>
            <a:pPr eaLnBrk="1" hangingPunct="1"/>
            <a:r>
              <a:rPr lang="en-US" altLang="en-US" sz="1300">
                <a:solidFill>
                  <a:schemeClr val="tx1"/>
                </a:solidFill>
              </a:rPr>
              <a:t>	Documents - </a:t>
            </a:r>
            <a:fld id="{8FB07440-7657-45AB-AA94-A8EB5EA1D3A8}" type="slidenum">
              <a:rPr lang="en-US" altLang="en-US" sz="1300">
                <a:solidFill>
                  <a:schemeClr val="tx1"/>
                </a:solidFill>
              </a:rPr>
              <a:pPr eaLnBrk="1" hangingPunct="1"/>
              <a:t>10</a:t>
            </a:fld>
            <a:endParaRPr lang="en-US" altLang="en-US" sz="1300">
              <a:solidFill>
                <a:schemeClr val="tx1"/>
              </a:solidFill>
            </a:endParaRPr>
          </a:p>
        </p:txBody>
      </p:sp>
      <p:sp>
        <p:nvSpPr>
          <p:cNvPr id="60420" name="Rectangle 2"/>
          <p:cNvSpPr>
            <a:spLocks noGrp="1" noRot="1" noChangeAspect="1" noChangeArrowheads="1" noTextEdit="1"/>
          </p:cNvSpPr>
          <p:nvPr>
            <p:ph type="sldImg"/>
          </p:nvPr>
        </p:nvSpPr>
        <p:spPr>
          <a:xfrm>
            <a:off x="563563" y="693738"/>
            <a:ext cx="5978525" cy="4484687"/>
          </a:xfrm>
          <a:ln/>
        </p:spPr>
      </p:sp>
      <p:sp>
        <p:nvSpPr>
          <p:cNvPr id="6042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a:t>In some cases, document templates are stored on the application server that hosts </a:t>
            </a:r>
            <a:r>
              <a:rPr lang="en-US" dirty="0" err="1"/>
              <a:t>ClaimCenter</a:t>
            </a:r>
            <a:r>
              <a:rPr lang="en-US" dirty="0"/>
              <a:t>. </a:t>
            </a:r>
            <a:r>
              <a:rPr lang="en-US" dirty="0" err="1"/>
              <a:t>ClaimCenter</a:t>
            </a:r>
            <a:r>
              <a:rPr lang="en-US" dirty="0"/>
              <a:t> merges the document itself and makes the resulting draft available to the user. (This approach may be less typical for documents authored in a Microsoft product like Word and may be more typical for open-source formats such as PDF.)</a:t>
            </a:r>
          </a:p>
        </p:txBody>
      </p:sp>
    </p:spTree>
    <p:extLst>
      <p:ext uri="{BB962C8B-B14F-4D97-AF65-F5344CB8AC3E}">
        <p14:creationId xmlns:p14="http://schemas.microsoft.com/office/powerpoint/2010/main" val="17938121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|EON~011|</a:t>
            </a:r>
          </a:p>
        </p:txBody>
      </p:sp>
      <p:sp>
        <p:nvSpPr>
          <p:cNvPr id="6144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11812" eaLnBrk="0" hangingPunct="0">
              <a:tabLst>
                <a:tab pos="5999331" algn="r"/>
              </a:tabLst>
              <a:defRPr sz="1500">
                <a:solidFill>
                  <a:schemeClr val="bg1"/>
                </a:solidFill>
                <a:latin typeface="Arial" charset="0"/>
              </a:defRPr>
            </a:lvl1pPr>
            <a:lvl2pPr marL="797185" indent="-306610" defTabSz="1011812" eaLnBrk="0" hangingPunct="0">
              <a:tabLst>
                <a:tab pos="5999331" algn="r"/>
              </a:tabLst>
              <a:defRPr sz="1500">
                <a:solidFill>
                  <a:schemeClr val="bg1"/>
                </a:solidFill>
                <a:latin typeface="Arial" charset="0"/>
              </a:defRPr>
            </a:lvl2pPr>
            <a:lvl3pPr marL="1226439" indent="-245288" defTabSz="1011812" eaLnBrk="0" hangingPunct="0">
              <a:tabLst>
                <a:tab pos="5999331" algn="r"/>
              </a:tabLst>
              <a:defRPr sz="1500">
                <a:solidFill>
                  <a:schemeClr val="bg1"/>
                </a:solidFill>
                <a:latin typeface="Arial" charset="0"/>
              </a:defRPr>
            </a:lvl3pPr>
            <a:lvl4pPr marL="1717015" indent="-245288" defTabSz="1011812" eaLnBrk="0" hangingPunct="0">
              <a:tabLst>
                <a:tab pos="5999331" algn="r"/>
              </a:tabLst>
              <a:defRPr sz="1500">
                <a:solidFill>
                  <a:schemeClr val="bg1"/>
                </a:solidFill>
                <a:latin typeface="Arial" charset="0"/>
              </a:defRPr>
            </a:lvl4pPr>
            <a:lvl5pPr marL="2207590" indent="-245288" defTabSz="1011812" eaLnBrk="0" hangingPunct="0">
              <a:tabLst>
                <a:tab pos="5999331" algn="r"/>
              </a:tabLst>
              <a:defRPr sz="1500">
                <a:solidFill>
                  <a:schemeClr val="bg1"/>
                </a:solidFill>
                <a:latin typeface="Arial" charset="0"/>
              </a:defRPr>
            </a:lvl5pPr>
            <a:lvl6pPr marL="2698166"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6pPr>
            <a:lvl7pPr marL="3188741"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7pPr>
            <a:lvl8pPr marL="3679317"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8pPr>
            <a:lvl9pPr marL="4169893"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9pPr>
          </a:lstStyle>
          <a:p>
            <a:r>
              <a:rPr lang="en-US" altLang="en-US" sz="1300">
                <a:solidFill>
                  <a:schemeClr val="tx1"/>
                </a:solidFill>
              </a:rPr>
              <a:t>	</a:t>
            </a:r>
            <a:endParaRPr lang="en-US" sz="1300">
              <a:solidFill>
                <a:schemeClr val="tx1"/>
              </a:solidFill>
            </a:endParaRPr>
          </a:p>
        </p:txBody>
      </p:sp>
      <p:sp>
        <p:nvSpPr>
          <p:cNvPr id="6144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9889" eaLnBrk="0" hangingPunct="0">
              <a:tabLst>
                <a:tab pos="2943454" algn="ctr"/>
              </a:tabLst>
              <a:defRPr sz="1500">
                <a:solidFill>
                  <a:schemeClr val="bg1"/>
                </a:solidFill>
                <a:latin typeface="Arial" charset="0"/>
              </a:defRPr>
            </a:lvl1pPr>
            <a:lvl2pPr marL="797185" indent="-306610" defTabSz="999889" eaLnBrk="0" hangingPunct="0">
              <a:tabLst>
                <a:tab pos="2943454" algn="ctr"/>
              </a:tabLst>
              <a:defRPr sz="1500">
                <a:solidFill>
                  <a:schemeClr val="bg1"/>
                </a:solidFill>
                <a:latin typeface="Arial" charset="0"/>
              </a:defRPr>
            </a:lvl2pPr>
            <a:lvl3pPr marL="1226439" indent="-245288" defTabSz="999889" eaLnBrk="0" hangingPunct="0">
              <a:tabLst>
                <a:tab pos="2943454" algn="ctr"/>
              </a:tabLst>
              <a:defRPr sz="1500">
                <a:solidFill>
                  <a:schemeClr val="bg1"/>
                </a:solidFill>
                <a:latin typeface="Arial" charset="0"/>
              </a:defRPr>
            </a:lvl3pPr>
            <a:lvl4pPr marL="1717015" indent="-245288" defTabSz="999889" eaLnBrk="0" hangingPunct="0">
              <a:tabLst>
                <a:tab pos="2943454" algn="ctr"/>
              </a:tabLst>
              <a:defRPr sz="1500">
                <a:solidFill>
                  <a:schemeClr val="bg1"/>
                </a:solidFill>
                <a:latin typeface="Arial" charset="0"/>
              </a:defRPr>
            </a:lvl4pPr>
            <a:lvl5pPr marL="2207590" indent="-245288" defTabSz="999889" eaLnBrk="0" hangingPunct="0">
              <a:tabLst>
                <a:tab pos="2943454" algn="ctr"/>
              </a:tabLst>
              <a:defRPr sz="1500">
                <a:solidFill>
                  <a:schemeClr val="bg1"/>
                </a:solidFill>
                <a:latin typeface="Arial" charset="0"/>
              </a:defRPr>
            </a:lvl5pPr>
            <a:lvl6pPr marL="2698166"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6pPr>
            <a:lvl7pPr marL="3188741"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7pPr>
            <a:lvl8pPr marL="3679317"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8pPr>
            <a:lvl9pPr marL="4169893"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9pPr>
          </a:lstStyle>
          <a:p>
            <a:pPr eaLnBrk="1" hangingPunct="1"/>
            <a:r>
              <a:rPr lang="en-US" altLang="en-US" sz="1300">
                <a:solidFill>
                  <a:schemeClr val="tx1"/>
                </a:solidFill>
              </a:rPr>
              <a:t>	Documents - </a:t>
            </a:r>
            <a:fld id="{7AB06CE8-A053-4D21-BEF4-7D162F958DB2}" type="slidenum">
              <a:rPr lang="en-US" altLang="en-US" sz="1300">
                <a:solidFill>
                  <a:schemeClr val="tx1"/>
                </a:solidFill>
              </a:rPr>
              <a:pPr eaLnBrk="1" hangingPunct="1"/>
              <a:t>11</a:t>
            </a:fld>
            <a:endParaRPr lang="en-US" altLang="en-US" sz="1300">
              <a:solidFill>
                <a:schemeClr val="tx1"/>
              </a:solidFill>
            </a:endParaRPr>
          </a:p>
        </p:txBody>
      </p:sp>
      <p:sp>
        <p:nvSpPr>
          <p:cNvPr id="61444" name="Rectangle 2"/>
          <p:cNvSpPr>
            <a:spLocks noGrp="1" noRot="1" noChangeAspect="1" noChangeArrowheads="1" noTextEdit="1"/>
          </p:cNvSpPr>
          <p:nvPr>
            <p:ph type="sldImg"/>
          </p:nvPr>
        </p:nvSpPr>
        <p:spPr>
          <a:xfrm>
            <a:off x="563563" y="693738"/>
            <a:ext cx="5978525" cy="4484687"/>
          </a:xfrm>
          <a:ln/>
        </p:spPr>
      </p:sp>
      <p:sp>
        <p:nvSpPr>
          <p:cNvPr id="6144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a:t>In some cases, document production takes places on the user's machine. In this case, the template and the field values are passed to the user's machine, and the user's local copy of the application merges the information and creates the draft.</a:t>
            </a:r>
          </a:p>
          <a:p>
            <a:pPr eaLnBrk="1" hangingPunct="1"/>
            <a:r>
              <a:rPr lang="en-US" dirty="0"/>
              <a:t>The three approaches are not mutually exclusive. It is possible for some documents to be produced on a document production system, some to be produced by the </a:t>
            </a:r>
            <a:r>
              <a:rPr lang="en-US" dirty="0" err="1"/>
              <a:t>ClaimCenter</a:t>
            </a:r>
            <a:r>
              <a:rPr lang="en-US" dirty="0"/>
              <a:t> application server, and some to be produced on the user's machine. In these circumstances, it is typically the type of document that determines where the document is created. (For example, reservation of rights letters may exist in a legacy content management system and be produced on a separate machine, whereas basic "make contact with claimant" letters are done on the user's machine.)</a:t>
            </a:r>
          </a:p>
          <a:p>
            <a:pPr eaLnBrk="1" hangingPunct="1"/>
            <a:endParaRPr lang="en-US" dirty="0"/>
          </a:p>
        </p:txBody>
      </p:sp>
    </p:spTree>
    <p:extLst>
      <p:ext uri="{BB962C8B-B14F-4D97-AF65-F5344CB8AC3E}">
        <p14:creationId xmlns:p14="http://schemas.microsoft.com/office/powerpoint/2010/main" val="13589512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|EON~012|</a:t>
            </a:r>
          </a:p>
        </p:txBody>
      </p:sp>
      <p:sp>
        <p:nvSpPr>
          <p:cNvPr id="6246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11812" eaLnBrk="0" hangingPunct="0">
              <a:tabLst>
                <a:tab pos="5999331" algn="r"/>
              </a:tabLst>
              <a:defRPr sz="1500">
                <a:solidFill>
                  <a:schemeClr val="bg1"/>
                </a:solidFill>
                <a:latin typeface="Arial" charset="0"/>
              </a:defRPr>
            </a:lvl1pPr>
            <a:lvl2pPr marL="797185" indent="-306610" defTabSz="1011812" eaLnBrk="0" hangingPunct="0">
              <a:tabLst>
                <a:tab pos="5999331" algn="r"/>
              </a:tabLst>
              <a:defRPr sz="1500">
                <a:solidFill>
                  <a:schemeClr val="bg1"/>
                </a:solidFill>
                <a:latin typeface="Arial" charset="0"/>
              </a:defRPr>
            </a:lvl2pPr>
            <a:lvl3pPr marL="1226439" indent="-245288" defTabSz="1011812" eaLnBrk="0" hangingPunct="0">
              <a:tabLst>
                <a:tab pos="5999331" algn="r"/>
              </a:tabLst>
              <a:defRPr sz="1500">
                <a:solidFill>
                  <a:schemeClr val="bg1"/>
                </a:solidFill>
                <a:latin typeface="Arial" charset="0"/>
              </a:defRPr>
            </a:lvl3pPr>
            <a:lvl4pPr marL="1717015" indent="-245288" defTabSz="1011812" eaLnBrk="0" hangingPunct="0">
              <a:tabLst>
                <a:tab pos="5999331" algn="r"/>
              </a:tabLst>
              <a:defRPr sz="1500">
                <a:solidFill>
                  <a:schemeClr val="bg1"/>
                </a:solidFill>
                <a:latin typeface="Arial" charset="0"/>
              </a:defRPr>
            </a:lvl4pPr>
            <a:lvl5pPr marL="2207590" indent="-245288" defTabSz="1011812" eaLnBrk="0" hangingPunct="0">
              <a:tabLst>
                <a:tab pos="5999331" algn="r"/>
              </a:tabLst>
              <a:defRPr sz="1500">
                <a:solidFill>
                  <a:schemeClr val="bg1"/>
                </a:solidFill>
                <a:latin typeface="Arial" charset="0"/>
              </a:defRPr>
            </a:lvl5pPr>
            <a:lvl6pPr marL="2698166"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6pPr>
            <a:lvl7pPr marL="3188741"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7pPr>
            <a:lvl8pPr marL="3679317"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8pPr>
            <a:lvl9pPr marL="4169893"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9pPr>
          </a:lstStyle>
          <a:p>
            <a:r>
              <a:rPr lang="en-US" altLang="en-US" sz="1300">
                <a:solidFill>
                  <a:schemeClr val="tx1"/>
                </a:solidFill>
              </a:rPr>
              <a:t>	</a:t>
            </a:r>
            <a:endParaRPr lang="en-US" sz="1300">
              <a:solidFill>
                <a:schemeClr val="tx1"/>
              </a:solidFill>
            </a:endParaRPr>
          </a:p>
        </p:txBody>
      </p:sp>
      <p:sp>
        <p:nvSpPr>
          <p:cNvPr id="6246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9889" eaLnBrk="0" hangingPunct="0">
              <a:tabLst>
                <a:tab pos="2943454" algn="ctr"/>
              </a:tabLst>
              <a:defRPr sz="1500">
                <a:solidFill>
                  <a:schemeClr val="bg1"/>
                </a:solidFill>
                <a:latin typeface="Arial" charset="0"/>
              </a:defRPr>
            </a:lvl1pPr>
            <a:lvl2pPr marL="797185" indent="-306610" defTabSz="999889" eaLnBrk="0" hangingPunct="0">
              <a:tabLst>
                <a:tab pos="2943454" algn="ctr"/>
              </a:tabLst>
              <a:defRPr sz="1500">
                <a:solidFill>
                  <a:schemeClr val="bg1"/>
                </a:solidFill>
                <a:latin typeface="Arial" charset="0"/>
              </a:defRPr>
            </a:lvl2pPr>
            <a:lvl3pPr marL="1226439" indent="-245288" defTabSz="999889" eaLnBrk="0" hangingPunct="0">
              <a:tabLst>
                <a:tab pos="2943454" algn="ctr"/>
              </a:tabLst>
              <a:defRPr sz="1500">
                <a:solidFill>
                  <a:schemeClr val="bg1"/>
                </a:solidFill>
                <a:latin typeface="Arial" charset="0"/>
              </a:defRPr>
            </a:lvl3pPr>
            <a:lvl4pPr marL="1717015" indent="-245288" defTabSz="999889" eaLnBrk="0" hangingPunct="0">
              <a:tabLst>
                <a:tab pos="2943454" algn="ctr"/>
              </a:tabLst>
              <a:defRPr sz="1500">
                <a:solidFill>
                  <a:schemeClr val="bg1"/>
                </a:solidFill>
                <a:latin typeface="Arial" charset="0"/>
              </a:defRPr>
            </a:lvl4pPr>
            <a:lvl5pPr marL="2207590" indent="-245288" defTabSz="999889" eaLnBrk="0" hangingPunct="0">
              <a:tabLst>
                <a:tab pos="2943454" algn="ctr"/>
              </a:tabLst>
              <a:defRPr sz="1500">
                <a:solidFill>
                  <a:schemeClr val="bg1"/>
                </a:solidFill>
                <a:latin typeface="Arial" charset="0"/>
              </a:defRPr>
            </a:lvl5pPr>
            <a:lvl6pPr marL="2698166"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6pPr>
            <a:lvl7pPr marL="3188741"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7pPr>
            <a:lvl8pPr marL="3679317"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8pPr>
            <a:lvl9pPr marL="4169893"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9pPr>
          </a:lstStyle>
          <a:p>
            <a:pPr eaLnBrk="1" hangingPunct="1"/>
            <a:r>
              <a:rPr lang="en-US" altLang="en-US" sz="1300">
                <a:solidFill>
                  <a:schemeClr val="tx1"/>
                </a:solidFill>
              </a:rPr>
              <a:t>	Documents - </a:t>
            </a:r>
            <a:fld id="{B5073EB9-1DDE-4CF8-B5D4-A27E0E4FB90C}" type="slidenum">
              <a:rPr lang="en-US" altLang="en-US" sz="1300">
                <a:solidFill>
                  <a:schemeClr val="tx1"/>
                </a:solidFill>
              </a:rPr>
              <a:pPr eaLnBrk="1" hangingPunct="1"/>
              <a:t>12</a:t>
            </a:fld>
            <a:endParaRPr lang="en-US" altLang="en-US" sz="1300">
              <a:solidFill>
                <a:schemeClr val="tx1"/>
              </a:solidFill>
            </a:endParaRPr>
          </a:p>
        </p:txBody>
      </p:sp>
      <p:sp>
        <p:nvSpPr>
          <p:cNvPr id="62468" name="Rectangle 2"/>
          <p:cNvSpPr>
            <a:spLocks noGrp="1" noRot="1" noChangeAspect="1" noChangeArrowheads="1" noTextEdit="1"/>
          </p:cNvSpPr>
          <p:nvPr>
            <p:ph type="sldImg"/>
          </p:nvPr>
        </p:nvSpPr>
        <p:spPr>
          <a:xfrm>
            <a:off x="563563" y="693738"/>
            <a:ext cx="5978525" cy="4484687"/>
          </a:xfrm>
          <a:ln/>
        </p:spPr>
      </p:sp>
      <p:sp>
        <p:nvSpPr>
          <p:cNvPr id="6246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a:t>Information exchange:</a:t>
            </a:r>
          </a:p>
          <a:p>
            <a:pPr lvl="1" eaLnBrk="1" hangingPunct="1"/>
            <a:r>
              <a:rPr lang="en-US" dirty="0"/>
              <a:t>ClaimCenter sends the name of the template and any information to be merged into the template.</a:t>
            </a:r>
          </a:p>
          <a:p>
            <a:pPr lvl="1" eaLnBrk="1" hangingPunct="1"/>
            <a:r>
              <a:rPr lang="en-US" dirty="0"/>
              <a:t>ClaimCenter receives a draft of the document based on the template with the relevant data merged into it.</a:t>
            </a:r>
          </a:p>
          <a:p>
            <a:pPr eaLnBrk="1" hangingPunct="1"/>
            <a:r>
              <a:rPr lang="en-US" dirty="0"/>
              <a:t>Information to merge into a document could include things like:</a:t>
            </a:r>
          </a:p>
          <a:p>
            <a:pPr lvl="1" eaLnBrk="1" hangingPunct="1"/>
            <a:r>
              <a:rPr lang="en-US" dirty="0"/>
              <a:t>The current date</a:t>
            </a:r>
          </a:p>
          <a:p>
            <a:pPr lvl="1" eaLnBrk="1" hangingPunct="1"/>
            <a:r>
              <a:rPr lang="en-US" dirty="0"/>
              <a:t>The recipient's name and address</a:t>
            </a:r>
          </a:p>
          <a:p>
            <a:pPr lvl="1" eaLnBrk="1" hangingPunct="1"/>
            <a:r>
              <a:rPr lang="en-US" dirty="0"/>
              <a:t>The relevant claim number</a:t>
            </a:r>
          </a:p>
          <a:p>
            <a:pPr eaLnBrk="1" hangingPunct="1"/>
            <a:r>
              <a:rPr lang="en-US" dirty="0"/>
              <a:t>This integration point is typically not the one requiring the greatest amount of effort to plan and configure, but the effort involved is significant enough that it also cannot usually be considered minimal.</a:t>
            </a:r>
          </a:p>
          <a:p>
            <a:pPr eaLnBrk="1" hangingPunct="1"/>
            <a:r>
              <a:rPr lang="en-US" dirty="0"/>
              <a:t>A given instance of ClaimCenter may be integrated with one or more document production applications. For example, some documents may be created using applications on the user's machine whereas other documents are produced by an application elsewhere in the carrier's network. This can occur if the carrier has a legacy document production application which is used for specific types of documents, but it makes more sense for general or newer documents to be produced from the user machines.</a:t>
            </a:r>
          </a:p>
        </p:txBody>
      </p:sp>
    </p:spTree>
    <p:extLst>
      <p:ext uri="{BB962C8B-B14F-4D97-AF65-F5344CB8AC3E}">
        <p14:creationId xmlns:p14="http://schemas.microsoft.com/office/powerpoint/2010/main" val="15161545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|EON~013|</a:t>
            </a:r>
          </a:p>
        </p:txBody>
      </p:sp>
      <p:sp>
        <p:nvSpPr>
          <p:cNvPr id="6349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11812" eaLnBrk="0" hangingPunct="0">
              <a:tabLst>
                <a:tab pos="5999331" algn="r"/>
              </a:tabLst>
              <a:defRPr sz="1500">
                <a:solidFill>
                  <a:schemeClr val="bg1"/>
                </a:solidFill>
                <a:latin typeface="Arial" charset="0"/>
              </a:defRPr>
            </a:lvl1pPr>
            <a:lvl2pPr marL="797185" indent="-306610" defTabSz="1011812" eaLnBrk="0" hangingPunct="0">
              <a:tabLst>
                <a:tab pos="5999331" algn="r"/>
              </a:tabLst>
              <a:defRPr sz="1500">
                <a:solidFill>
                  <a:schemeClr val="bg1"/>
                </a:solidFill>
                <a:latin typeface="Arial" charset="0"/>
              </a:defRPr>
            </a:lvl2pPr>
            <a:lvl3pPr marL="1226439" indent="-245288" defTabSz="1011812" eaLnBrk="0" hangingPunct="0">
              <a:tabLst>
                <a:tab pos="5999331" algn="r"/>
              </a:tabLst>
              <a:defRPr sz="1500">
                <a:solidFill>
                  <a:schemeClr val="bg1"/>
                </a:solidFill>
                <a:latin typeface="Arial" charset="0"/>
              </a:defRPr>
            </a:lvl3pPr>
            <a:lvl4pPr marL="1717015" indent="-245288" defTabSz="1011812" eaLnBrk="0" hangingPunct="0">
              <a:tabLst>
                <a:tab pos="5999331" algn="r"/>
              </a:tabLst>
              <a:defRPr sz="1500">
                <a:solidFill>
                  <a:schemeClr val="bg1"/>
                </a:solidFill>
                <a:latin typeface="Arial" charset="0"/>
              </a:defRPr>
            </a:lvl4pPr>
            <a:lvl5pPr marL="2207590" indent="-245288" defTabSz="1011812" eaLnBrk="0" hangingPunct="0">
              <a:tabLst>
                <a:tab pos="5999331" algn="r"/>
              </a:tabLst>
              <a:defRPr sz="1500">
                <a:solidFill>
                  <a:schemeClr val="bg1"/>
                </a:solidFill>
                <a:latin typeface="Arial" charset="0"/>
              </a:defRPr>
            </a:lvl5pPr>
            <a:lvl6pPr marL="2698166"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6pPr>
            <a:lvl7pPr marL="3188741"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7pPr>
            <a:lvl8pPr marL="3679317"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8pPr>
            <a:lvl9pPr marL="4169893"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9pPr>
          </a:lstStyle>
          <a:p>
            <a:r>
              <a:rPr lang="en-US" altLang="en-US" sz="1300">
                <a:solidFill>
                  <a:schemeClr val="tx1"/>
                </a:solidFill>
              </a:rPr>
              <a:t>	</a:t>
            </a:r>
            <a:endParaRPr lang="en-US" sz="1300">
              <a:solidFill>
                <a:schemeClr val="tx1"/>
              </a:solidFill>
            </a:endParaRPr>
          </a:p>
        </p:txBody>
      </p:sp>
      <p:sp>
        <p:nvSpPr>
          <p:cNvPr id="6349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9889" eaLnBrk="0" hangingPunct="0">
              <a:tabLst>
                <a:tab pos="2943454" algn="ctr"/>
              </a:tabLst>
              <a:defRPr sz="1500">
                <a:solidFill>
                  <a:schemeClr val="bg1"/>
                </a:solidFill>
                <a:latin typeface="Arial" charset="0"/>
              </a:defRPr>
            </a:lvl1pPr>
            <a:lvl2pPr marL="797185" indent="-306610" defTabSz="999889" eaLnBrk="0" hangingPunct="0">
              <a:tabLst>
                <a:tab pos="2943454" algn="ctr"/>
              </a:tabLst>
              <a:defRPr sz="1500">
                <a:solidFill>
                  <a:schemeClr val="bg1"/>
                </a:solidFill>
                <a:latin typeface="Arial" charset="0"/>
              </a:defRPr>
            </a:lvl2pPr>
            <a:lvl3pPr marL="1226439" indent="-245288" defTabSz="999889" eaLnBrk="0" hangingPunct="0">
              <a:tabLst>
                <a:tab pos="2943454" algn="ctr"/>
              </a:tabLst>
              <a:defRPr sz="1500">
                <a:solidFill>
                  <a:schemeClr val="bg1"/>
                </a:solidFill>
                <a:latin typeface="Arial" charset="0"/>
              </a:defRPr>
            </a:lvl3pPr>
            <a:lvl4pPr marL="1717015" indent="-245288" defTabSz="999889" eaLnBrk="0" hangingPunct="0">
              <a:tabLst>
                <a:tab pos="2943454" algn="ctr"/>
              </a:tabLst>
              <a:defRPr sz="1500">
                <a:solidFill>
                  <a:schemeClr val="bg1"/>
                </a:solidFill>
                <a:latin typeface="Arial" charset="0"/>
              </a:defRPr>
            </a:lvl4pPr>
            <a:lvl5pPr marL="2207590" indent="-245288" defTabSz="999889" eaLnBrk="0" hangingPunct="0">
              <a:tabLst>
                <a:tab pos="2943454" algn="ctr"/>
              </a:tabLst>
              <a:defRPr sz="1500">
                <a:solidFill>
                  <a:schemeClr val="bg1"/>
                </a:solidFill>
                <a:latin typeface="Arial" charset="0"/>
              </a:defRPr>
            </a:lvl5pPr>
            <a:lvl6pPr marL="2698166"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6pPr>
            <a:lvl7pPr marL="3188741"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7pPr>
            <a:lvl8pPr marL="3679317"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8pPr>
            <a:lvl9pPr marL="4169893"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9pPr>
          </a:lstStyle>
          <a:p>
            <a:pPr eaLnBrk="1" hangingPunct="1"/>
            <a:r>
              <a:rPr lang="en-US" altLang="en-US" sz="1300">
                <a:solidFill>
                  <a:schemeClr val="tx1"/>
                </a:solidFill>
              </a:rPr>
              <a:t>	Documents - </a:t>
            </a:r>
            <a:fld id="{EBEF938D-F900-4E05-8EC8-966EAD067AE4}" type="slidenum">
              <a:rPr lang="en-US" altLang="en-US" sz="1300">
                <a:solidFill>
                  <a:schemeClr val="tx1"/>
                </a:solidFill>
              </a:rPr>
              <a:pPr eaLnBrk="1" hangingPunct="1"/>
              <a:t>13</a:t>
            </a:fld>
            <a:endParaRPr lang="en-US" altLang="en-US" sz="1300">
              <a:solidFill>
                <a:schemeClr val="tx1"/>
              </a:solidFill>
            </a:endParaRPr>
          </a:p>
        </p:txBody>
      </p:sp>
      <p:sp>
        <p:nvSpPr>
          <p:cNvPr id="63492" name="Rectangle 2"/>
          <p:cNvSpPr>
            <a:spLocks noGrp="1" noRot="1" noChangeAspect="1" noChangeArrowheads="1" noTextEdit="1"/>
          </p:cNvSpPr>
          <p:nvPr>
            <p:ph type="sldImg"/>
          </p:nvPr>
        </p:nvSpPr>
        <p:spPr>
          <a:xfrm>
            <a:off x="563563" y="693738"/>
            <a:ext cx="5978525" cy="4484687"/>
          </a:xfrm>
          <a:ln/>
        </p:spPr>
      </p:sp>
      <p:sp>
        <p:nvSpPr>
          <p:cNvPr id="6349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a:t>Each electronic document has a MIME type. This is used by the user's local machine to determine what application to use to view a document (such as using Adobe Acrobat for PDF files).</a:t>
            </a:r>
          </a:p>
          <a:p>
            <a:pPr eaLnBrk="1" hangingPunct="1"/>
            <a:r>
              <a:rPr lang="en-US" dirty="0"/>
              <a:t>For each electronic document, the document management system stores two sets of information. One set of information is the document itself (which is represented above with the Microsoft Word icon). The other set of information is a meta-file which stores information about the document (such as who the author is).</a:t>
            </a:r>
          </a:p>
          <a:p>
            <a:pPr eaLnBrk="1" hangingPunct="1"/>
            <a:endParaRPr lang="en-US" dirty="0"/>
          </a:p>
        </p:txBody>
      </p:sp>
    </p:spTree>
    <p:extLst>
      <p:ext uri="{BB962C8B-B14F-4D97-AF65-F5344CB8AC3E}">
        <p14:creationId xmlns:p14="http://schemas.microsoft.com/office/powerpoint/2010/main" val="15645161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|EON~014|</a:t>
            </a:r>
          </a:p>
        </p:txBody>
      </p:sp>
      <p:sp>
        <p:nvSpPr>
          <p:cNvPr id="6451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11812" eaLnBrk="0" hangingPunct="0">
              <a:tabLst>
                <a:tab pos="5999331" algn="r"/>
              </a:tabLst>
              <a:defRPr sz="1500">
                <a:solidFill>
                  <a:schemeClr val="bg1"/>
                </a:solidFill>
                <a:latin typeface="Arial" charset="0"/>
              </a:defRPr>
            </a:lvl1pPr>
            <a:lvl2pPr marL="797185" indent="-306610" defTabSz="1011812" eaLnBrk="0" hangingPunct="0">
              <a:tabLst>
                <a:tab pos="5999331" algn="r"/>
              </a:tabLst>
              <a:defRPr sz="1500">
                <a:solidFill>
                  <a:schemeClr val="bg1"/>
                </a:solidFill>
                <a:latin typeface="Arial" charset="0"/>
              </a:defRPr>
            </a:lvl2pPr>
            <a:lvl3pPr marL="1226439" indent="-245288" defTabSz="1011812" eaLnBrk="0" hangingPunct="0">
              <a:tabLst>
                <a:tab pos="5999331" algn="r"/>
              </a:tabLst>
              <a:defRPr sz="1500">
                <a:solidFill>
                  <a:schemeClr val="bg1"/>
                </a:solidFill>
                <a:latin typeface="Arial" charset="0"/>
              </a:defRPr>
            </a:lvl3pPr>
            <a:lvl4pPr marL="1717015" indent="-245288" defTabSz="1011812" eaLnBrk="0" hangingPunct="0">
              <a:tabLst>
                <a:tab pos="5999331" algn="r"/>
              </a:tabLst>
              <a:defRPr sz="1500">
                <a:solidFill>
                  <a:schemeClr val="bg1"/>
                </a:solidFill>
                <a:latin typeface="Arial" charset="0"/>
              </a:defRPr>
            </a:lvl4pPr>
            <a:lvl5pPr marL="2207590" indent="-245288" defTabSz="1011812" eaLnBrk="0" hangingPunct="0">
              <a:tabLst>
                <a:tab pos="5999331" algn="r"/>
              </a:tabLst>
              <a:defRPr sz="1500">
                <a:solidFill>
                  <a:schemeClr val="bg1"/>
                </a:solidFill>
                <a:latin typeface="Arial" charset="0"/>
              </a:defRPr>
            </a:lvl5pPr>
            <a:lvl6pPr marL="2698166"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6pPr>
            <a:lvl7pPr marL="3188741"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7pPr>
            <a:lvl8pPr marL="3679317"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8pPr>
            <a:lvl9pPr marL="4169893"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9pPr>
          </a:lstStyle>
          <a:p>
            <a:r>
              <a:rPr lang="en-US" altLang="en-US" sz="1300">
                <a:solidFill>
                  <a:schemeClr val="tx1"/>
                </a:solidFill>
              </a:rPr>
              <a:t>	</a:t>
            </a:r>
            <a:endParaRPr lang="en-US" sz="1300">
              <a:solidFill>
                <a:schemeClr val="tx1"/>
              </a:solidFill>
            </a:endParaRPr>
          </a:p>
        </p:txBody>
      </p:sp>
      <p:sp>
        <p:nvSpPr>
          <p:cNvPr id="6451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9889" eaLnBrk="0" hangingPunct="0">
              <a:tabLst>
                <a:tab pos="2943454" algn="ctr"/>
              </a:tabLst>
              <a:defRPr sz="1500">
                <a:solidFill>
                  <a:schemeClr val="bg1"/>
                </a:solidFill>
                <a:latin typeface="Arial" charset="0"/>
              </a:defRPr>
            </a:lvl1pPr>
            <a:lvl2pPr marL="797185" indent="-306610" defTabSz="999889" eaLnBrk="0" hangingPunct="0">
              <a:tabLst>
                <a:tab pos="2943454" algn="ctr"/>
              </a:tabLst>
              <a:defRPr sz="1500">
                <a:solidFill>
                  <a:schemeClr val="bg1"/>
                </a:solidFill>
                <a:latin typeface="Arial" charset="0"/>
              </a:defRPr>
            </a:lvl2pPr>
            <a:lvl3pPr marL="1226439" indent="-245288" defTabSz="999889" eaLnBrk="0" hangingPunct="0">
              <a:tabLst>
                <a:tab pos="2943454" algn="ctr"/>
              </a:tabLst>
              <a:defRPr sz="1500">
                <a:solidFill>
                  <a:schemeClr val="bg1"/>
                </a:solidFill>
                <a:latin typeface="Arial" charset="0"/>
              </a:defRPr>
            </a:lvl3pPr>
            <a:lvl4pPr marL="1717015" indent="-245288" defTabSz="999889" eaLnBrk="0" hangingPunct="0">
              <a:tabLst>
                <a:tab pos="2943454" algn="ctr"/>
              </a:tabLst>
              <a:defRPr sz="1500">
                <a:solidFill>
                  <a:schemeClr val="bg1"/>
                </a:solidFill>
                <a:latin typeface="Arial" charset="0"/>
              </a:defRPr>
            </a:lvl4pPr>
            <a:lvl5pPr marL="2207590" indent="-245288" defTabSz="999889" eaLnBrk="0" hangingPunct="0">
              <a:tabLst>
                <a:tab pos="2943454" algn="ctr"/>
              </a:tabLst>
              <a:defRPr sz="1500">
                <a:solidFill>
                  <a:schemeClr val="bg1"/>
                </a:solidFill>
                <a:latin typeface="Arial" charset="0"/>
              </a:defRPr>
            </a:lvl5pPr>
            <a:lvl6pPr marL="2698166"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6pPr>
            <a:lvl7pPr marL="3188741"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7pPr>
            <a:lvl8pPr marL="3679317"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8pPr>
            <a:lvl9pPr marL="4169893"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9pPr>
          </a:lstStyle>
          <a:p>
            <a:pPr eaLnBrk="1" hangingPunct="1"/>
            <a:r>
              <a:rPr lang="en-US" altLang="en-US" sz="1300">
                <a:solidFill>
                  <a:schemeClr val="tx1"/>
                </a:solidFill>
              </a:rPr>
              <a:t>	Documents - </a:t>
            </a:r>
            <a:fld id="{CFBCF667-9D78-4BF6-9D3A-5F1A658FCD62}" type="slidenum">
              <a:rPr lang="en-US" altLang="en-US" sz="1300">
                <a:solidFill>
                  <a:schemeClr val="tx1"/>
                </a:solidFill>
              </a:rPr>
              <a:pPr eaLnBrk="1" hangingPunct="1"/>
              <a:t>14</a:t>
            </a:fld>
            <a:endParaRPr lang="en-US" altLang="en-US" sz="1300">
              <a:solidFill>
                <a:schemeClr val="tx1"/>
              </a:solidFill>
            </a:endParaRPr>
          </a:p>
        </p:txBody>
      </p:sp>
      <p:sp>
        <p:nvSpPr>
          <p:cNvPr id="64516" name="Rectangle 2"/>
          <p:cNvSpPr>
            <a:spLocks noGrp="1" noRot="1" noChangeAspect="1" noChangeArrowheads="1" noTextEdit="1"/>
          </p:cNvSpPr>
          <p:nvPr>
            <p:ph type="sldImg"/>
          </p:nvPr>
        </p:nvSpPr>
        <p:spPr>
          <a:xfrm>
            <a:off x="563563" y="693738"/>
            <a:ext cx="5978525" cy="4484687"/>
          </a:xfrm>
          <a:ln/>
        </p:spPr>
      </p:sp>
      <p:sp>
        <p:nvSpPr>
          <p:cNvPr id="6451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a:t>Information exchange:</a:t>
            </a:r>
          </a:p>
          <a:p>
            <a:pPr lvl="1" eaLnBrk="1" hangingPunct="1"/>
            <a:r>
              <a:rPr lang="en-US" dirty="0"/>
              <a:t>ClaimCenter can send new document to be stored as well as edited versions of documents.</a:t>
            </a:r>
          </a:p>
          <a:p>
            <a:pPr lvl="1" eaLnBrk="1" hangingPunct="1"/>
            <a:r>
              <a:rPr lang="en-US" dirty="0"/>
              <a:t>ClaimCenter receives the "master" version of stored documents upon request.</a:t>
            </a:r>
          </a:p>
          <a:p>
            <a:pPr eaLnBrk="1" hangingPunct="1"/>
            <a:r>
              <a:rPr lang="en-US" dirty="0"/>
              <a:t>The </a:t>
            </a:r>
            <a:r>
              <a:rPr lang="en-US" dirty="0" err="1"/>
              <a:t>ImageRight</a:t>
            </a:r>
            <a:r>
              <a:rPr lang="en-US" dirty="0"/>
              <a:t> document management system was written by Advanced Solutions, Inc. specifically for the insurance industry. According to Advanced Solutions, "each feature was developed at the request of a business or IT executive, an adjuster, a claims manager, or an underwriter." </a:t>
            </a:r>
          </a:p>
          <a:p>
            <a:pPr eaLnBrk="1" hangingPunct="1"/>
            <a:r>
              <a:rPr lang="en-US" dirty="0"/>
              <a:t>This integration point is typically not the one requiring the greatest amount of effort to plan and configure, but the effort involved is significant enough that it also cannot usually be considered minimal.</a:t>
            </a:r>
          </a:p>
          <a:p>
            <a:pPr eaLnBrk="1" hangingPunct="1"/>
            <a:r>
              <a:rPr lang="en-US" dirty="0"/>
              <a:t>A given instance of ClaimCenter is typically integrated with a single document storage application.</a:t>
            </a:r>
          </a:p>
        </p:txBody>
      </p:sp>
    </p:spTree>
    <p:extLst>
      <p:ext uri="{BB962C8B-B14F-4D97-AF65-F5344CB8AC3E}">
        <p14:creationId xmlns:p14="http://schemas.microsoft.com/office/powerpoint/2010/main" val="343093054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|EON~015|</a:t>
            </a:r>
          </a:p>
        </p:txBody>
      </p:sp>
      <p:sp>
        <p:nvSpPr>
          <p:cNvPr id="6553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11812" eaLnBrk="0" hangingPunct="0">
              <a:tabLst>
                <a:tab pos="5999331" algn="r"/>
              </a:tabLst>
              <a:defRPr sz="1500">
                <a:solidFill>
                  <a:schemeClr val="bg1"/>
                </a:solidFill>
                <a:latin typeface="Arial" charset="0"/>
              </a:defRPr>
            </a:lvl1pPr>
            <a:lvl2pPr marL="797185" indent="-306610" defTabSz="1011812" eaLnBrk="0" hangingPunct="0">
              <a:tabLst>
                <a:tab pos="5999331" algn="r"/>
              </a:tabLst>
              <a:defRPr sz="1500">
                <a:solidFill>
                  <a:schemeClr val="bg1"/>
                </a:solidFill>
                <a:latin typeface="Arial" charset="0"/>
              </a:defRPr>
            </a:lvl2pPr>
            <a:lvl3pPr marL="1226439" indent="-245288" defTabSz="1011812" eaLnBrk="0" hangingPunct="0">
              <a:tabLst>
                <a:tab pos="5999331" algn="r"/>
              </a:tabLst>
              <a:defRPr sz="1500">
                <a:solidFill>
                  <a:schemeClr val="bg1"/>
                </a:solidFill>
                <a:latin typeface="Arial" charset="0"/>
              </a:defRPr>
            </a:lvl3pPr>
            <a:lvl4pPr marL="1717015" indent="-245288" defTabSz="1011812" eaLnBrk="0" hangingPunct="0">
              <a:tabLst>
                <a:tab pos="5999331" algn="r"/>
              </a:tabLst>
              <a:defRPr sz="1500">
                <a:solidFill>
                  <a:schemeClr val="bg1"/>
                </a:solidFill>
                <a:latin typeface="Arial" charset="0"/>
              </a:defRPr>
            </a:lvl4pPr>
            <a:lvl5pPr marL="2207590" indent="-245288" defTabSz="1011812" eaLnBrk="0" hangingPunct="0">
              <a:tabLst>
                <a:tab pos="5999331" algn="r"/>
              </a:tabLst>
              <a:defRPr sz="1500">
                <a:solidFill>
                  <a:schemeClr val="bg1"/>
                </a:solidFill>
                <a:latin typeface="Arial" charset="0"/>
              </a:defRPr>
            </a:lvl5pPr>
            <a:lvl6pPr marL="2698166"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6pPr>
            <a:lvl7pPr marL="3188741"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7pPr>
            <a:lvl8pPr marL="3679317"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8pPr>
            <a:lvl9pPr marL="4169893"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9pPr>
          </a:lstStyle>
          <a:p>
            <a:r>
              <a:rPr lang="en-US" altLang="en-US" sz="1300">
                <a:solidFill>
                  <a:schemeClr val="tx1"/>
                </a:solidFill>
              </a:rPr>
              <a:t>	</a:t>
            </a:r>
            <a:endParaRPr lang="en-US" sz="1300">
              <a:solidFill>
                <a:schemeClr val="tx1"/>
              </a:solidFill>
            </a:endParaRPr>
          </a:p>
        </p:txBody>
      </p:sp>
      <p:sp>
        <p:nvSpPr>
          <p:cNvPr id="6553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9889" eaLnBrk="0" hangingPunct="0">
              <a:tabLst>
                <a:tab pos="2943454" algn="ctr"/>
              </a:tabLst>
              <a:defRPr sz="1500">
                <a:solidFill>
                  <a:schemeClr val="bg1"/>
                </a:solidFill>
                <a:latin typeface="Arial" charset="0"/>
              </a:defRPr>
            </a:lvl1pPr>
            <a:lvl2pPr marL="797185" indent="-306610" defTabSz="999889" eaLnBrk="0" hangingPunct="0">
              <a:tabLst>
                <a:tab pos="2943454" algn="ctr"/>
              </a:tabLst>
              <a:defRPr sz="1500">
                <a:solidFill>
                  <a:schemeClr val="bg1"/>
                </a:solidFill>
                <a:latin typeface="Arial" charset="0"/>
              </a:defRPr>
            </a:lvl2pPr>
            <a:lvl3pPr marL="1226439" indent="-245288" defTabSz="999889" eaLnBrk="0" hangingPunct="0">
              <a:tabLst>
                <a:tab pos="2943454" algn="ctr"/>
              </a:tabLst>
              <a:defRPr sz="1500">
                <a:solidFill>
                  <a:schemeClr val="bg1"/>
                </a:solidFill>
                <a:latin typeface="Arial" charset="0"/>
              </a:defRPr>
            </a:lvl3pPr>
            <a:lvl4pPr marL="1717015" indent="-245288" defTabSz="999889" eaLnBrk="0" hangingPunct="0">
              <a:tabLst>
                <a:tab pos="2943454" algn="ctr"/>
              </a:tabLst>
              <a:defRPr sz="1500">
                <a:solidFill>
                  <a:schemeClr val="bg1"/>
                </a:solidFill>
                <a:latin typeface="Arial" charset="0"/>
              </a:defRPr>
            </a:lvl4pPr>
            <a:lvl5pPr marL="2207590" indent="-245288" defTabSz="999889" eaLnBrk="0" hangingPunct="0">
              <a:tabLst>
                <a:tab pos="2943454" algn="ctr"/>
              </a:tabLst>
              <a:defRPr sz="1500">
                <a:solidFill>
                  <a:schemeClr val="bg1"/>
                </a:solidFill>
                <a:latin typeface="Arial" charset="0"/>
              </a:defRPr>
            </a:lvl5pPr>
            <a:lvl6pPr marL="2698166"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6pPr>
            <a:lvl7pPr marL="3188741"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7pPr>
            <a:lvl8pPr marL="3679317"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8pPr>
            <a:lvl9pPr marL="4169893"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9pPr>
          </a:lstStyle>
          <a:p>
            <a:pPr eaLnBrk="1" hangingPunct="1"/>
            <a:r>
              <a:rPr lang="en-US" altLang="en-US" sz="1300">
                <a:solidFill>
                  <a:schemeClr val="tx1"/>
                </a:solidFill>
              </a:rPr>
              <a:t>	Documents - </a:t>
            </a:r>
            <a:fld id="{70023133-822E-4F89-BBB2-8F1922FDF8C6}" type="slidenum">
              <a:rPr lang="en-US" altLang="en-US" sz="1300">
                <a:solidFill>
                  <a:schemeClr val="tx1"/>
                </a:solidFill>
              </a:rPr>
              <a:pPr eaLnBrk="1" hangingPunct="1"/>
              <a:t>15</a:t>
            </a:fld>
            <a:endParaRPr lang="en-US" altLang="en-US" sz="1300">
              <a:solidFill>
                <a:schemeClr val="tx1"/>
              </a:solidFill>
            </a:endParaRPr>
          </a:p>
        </p:txBody>
      </p:sp>
      <p:sp>
        <p:nvSpPr>
          <p:cNvPr id="65540" name="Rectangle 2"/>
          <p:cNvSpPr>
            <a:spLocks noGrp="1" noRot="1" noChangeAspect="1" noChangeArrowheads="1" noTextEdit="1"/>
          </p:cNvSpPr>
          <p:nvPr>
            <p:ph type="sldImg"/>
          </p:nvPr>
        </p:nvSpPr>
        <p:spPr>
          <a:xfrm>
            <a:off x="563563" y="693738"/>
            <a:ext cx="5978525" cy="4484687"/>
          </a:xfrm>
          <a:ln/>
        </p:spPr>
      </p:sp>
      <p:sp>
        <p:nvSpPr>
          <p:cNvPr id="6554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a:t>Typically, when a new document gets created, the carrier wants to send a physical copy of the document to the relevant party. (There may be some electronic communication with relevant parties via email, but because of the legal issues surrounding insurance and claims processing, most if not all important documents are delivered to the relevant party via postal mail.)</a:t>
            </a:r>
          </a:p>
          <a:p>
            <a:pPr eaLnBrk="1" hangingPunct="1"/>
            <a:r>
              <a:rPr lang="en-US" dirty="0"/>
              <a:t>There are typically two ways in which the document gets mailed:</a:t>
            </a:r>
          </a:p>
          <a:p>
            <a:pPr eaLnBrk="1" hangingPunct="1">
              <a:buFontTx/>
              <a:buChar char="•"/>
            </a:pPr>
            <a:r>
              <a:rPr lang="en-US" dirty="0"/>
              <a:t>A ClaimCenter user prints the document and mails it to the recipient. This could be the claims adjuster or a customer service representative, and it typically means the user prints the copy using a printer on the office network and then inserts the document into an envelope himself/herself.</a:t>
            </a:r>
          </a:p>
          <a:p>
            <a:pPr eaLnBrk="1" hangingPunct="1">
              <a:buFontTx/>
              <a:buChar char="•"/>
            </a:pPr>
            <a:r>
              <a:rPr lang="en-US" dirty="0"/>
              <a:t>The document storage system takes responsibility for mailing the document. This typically involves some sort of flag that can be set on the document (such as a checkbox labeled "Mail copy to recipient") and an integration between the document storage system and a printing and mailing system.</a:t>
            </a:r>
          </a:p>
        </p:txBody>
      </p:sp>
    </p:spTree>
    <p:extLst>
      <p:ext uri="{BB962C8B-B14F-4D97-AF65-F5344CB8AC3E}">
        <p14:creationId xmlns:p14="http://schemas.microsoft.com/office/powerpoint/2010/main" val="337269362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|EON~016|</a:t>
            </a:r>
          </a:p>
        </p:txBody>
      </p:sp>
      <p:sp>
        <p:nvSpPr>
          <p:cNvPr id="6656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11812" eaLnBrk="0" hangingPunct="0">
              <a:tabLst>
                <a:tab pos="5999331" algn="r"/>
              </a:tabLst>
              <a:defRPr sz="1500">
                <a:solidFill>
                  <a:schemeClr val="bg1"/>
                </a:solidFill>
                <a:latin typeface="Arial" charset="0"/>
              </a:defRPr>
            </a:lvl1pPr>
            <a:lvl2pPr marL="797185" indent="-306610" defTabSz="1011812" eaLnBrk="0" hangingPunct="0">
              <a:tabLst>
                <a:tab pos="5999331" algn="r"/>
              </a:tabLst>
              <a:defRPr sz="1500">
                <a:solidFill>
                  <a:schemeClr val="bg1"/>
                </a:solidFill>
                <a:latin typeface="Arial" charset="0"/>
              </a:defRPr>
            </a:lvl2pPr>
            <a:lvl3pPr marL="1226439" indent="-245288" defTabSz="1011812" eaLnBrk="0" hangingPunct="0">
              <a:tabLst>
                <a:tab pos="5999331" algn="r"/>
              </a:tabLst>
              <a:defRPr sz="1500">
                <a:solidFill>
                  <a:schemeClr val="bg1"/>
                </a:solidFill>
                <a:latin typeface="Arial" charset="0"/>
              </a:defRPr>
            </a:lvl3pPr>
            <a:lvl4pPr marL="1717015" indent="-245288" defTabSz="1011812" eaLnBrk="0" hangingPunct="0">
              <a:tabLst>
                <a:tab pos="5999331" algn="r"/>
              </a:tabLst>
              <a:defRPr sz="1500">
                <a:solidFill>
                  <a:schemeClr val="bg1"/>
                </a:solidFill>
                <a:latin typeface="Arial" charset="0"/>
              </a:defRPr>
            </a:lvl4pPr>
            <a:lvl5pPr marL="2207590" indent="-245288" defTabSz="1011812" eaLnBrk="0" hangingPunct="0">
              <a:tabLst>
                <a:tab pos="5999331" algn="r"/>
              </a:tabLst>
              <a:defRPr sz="1500">
                <a:solidFill>
                  <a:schemeClr val="bg1"/>
                </a:solidFill>
                <a:latin typeface="Arial" charset="0"/>
              </a:defRPr>
            </a:lvl5pPr>
            <a:lvl6pPr marL="2698166"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6pPr>
            <a:lvl7pPr marL="3188741"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7pPr>
            <a:lvl8pPr marL="3679317"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8pPr>
            <a:lvl9pPr marL="4169893"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9pPr>
          </a:lstStyle>
          <a:p>
            <a:r>
              <a:rPr lang="en-US" altLang="en-US" sz="1300">
                <a:solidFill>
                  <a:schemeClr val="tx1"/>
                </a:solidFill>
              </a:rPr>
              <a:t>	</a:t>
            </a:r>
            <a:endParaRPr lang="en-US" sz="1300">
              <a:solidFill>
                <a:schemeClr val="tx1"/>
              </a:solidFill>
            </a:endParaRPr>
          </a:p>
        </p:txBody>
      </p:sp>
      <p:sp>
        <p:nvSpPr>
          <p:cNvPr id="6656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9889" eaLnBrk="0" hangingPunct="0">
              <a:tabLst>
                <a:tab pos="2943454" algn="ctr"/>
              </a:tabLst>
              <a:defRPr sz="1500">
                <a:solidFill>
                  <a:schemeClr val="bg1"/>
                </a:solidFill>
                <a:latin typeface="Arial" charset="0"/>
              </a:defRPr>
            </a:lvl1pPr>
            <a:lvl2pPr marL="797185" indent="-306610" defTabSz="999889" eaLnBrk="0" hangingPunct="0">
              <a:tabLst>
                <a:tab pos="2943454" algn="ctr"/>
              </a:tabLst>
              <a:defRPr sz="1500">
                <a:solidFill>
                  <a:schemeClr val="bg1"/>
                </a:solidFill>
                <a:latin typeface="Arial" charset="0"/>
              </a:defRPr>
            </a:lvl2pPr>
            <a:lvl3pPr marL="1226439" indent="-245288" defTabSz="999889" eaLnBrk="0" hangingPunct="0">
              <a:tabLst>
                <a:tab pos="2943454" algn="ctr"/>
              </a:tabLst>
              <a:defRPr sz="1500">
                <a:solidFill>
                  <a:schemeClr val="bg1"/>
                </a:solidFill>
                <a:latin typeface="Arial" charset="0"/>
              </a:defRPr>
            </a:lvl3pPr>
            <a:lvl4pPr marL="1717015" indent="-245288" defTabSz="999889" eaLnBrk="0" hangingPunct="0">
              <a:tabLst>
                <a:tab pos="2943454" algn="ctr"/>
              </a:tabLst>
              <a:defRPr sz="1500">
                <a:solidFill>
                  <a:schemeClr val="bg1"/>
                </a:solidFill>
                <a:latin typeface="Arial" charset="0"/>
              </a:defRPr>
            </a:lvl4pPr>
            <a:lvl5pPr marL="2207590" indent="-245288" defTabSz="999889" eaLnBrk="0" hangingPunct="0">
              <a:tabLst>
                <a:tab pos="2943454" algn="ctr"/>
              </a:tabLst>
              <a:defRPr sz="1500">
                <a:solidFill>
                  <a:schemeClr val="bg1"/>
                </a:solidFill>
                <a:latin typeface="Arial" charset="0"/>
              </a:defRPr>
            </a:lvl5pPr>
            <a:lvl6pPr marL="2698166"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6pPr>
            <a:lvl7pPr marL="3188741"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7pPr>
            <a:lvl8pPr marL="3679317"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8pPr>
            <a:lvl9pPr marL="4169893"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9pPr>
          </a:lstStyle>
          <a:p>
            <a:pPr eaLnBrk="1" hangingPunct="1"/>
            <a:r>
              <a:rPr lang="en-US" altLang="en-US" sz="1300">
                <a:solidFill>
                  <a:schemeClr val="tx1"/>
                </a:solidFill>
              </a:rPr>
              <a:t>	Documents - </a:t>
            </a:r>
            <a:fld id="{E95E12C4-E293-404D-9DAC-7B3505F3B3F1}" type="slidenum">
              <a:rPr lang="en-US" altLang="en-US" sz="1300">
                <a:solidFill>
                  <a:schemeClr val="tx1"/>
                </a:solidFill>
              </a:rPr>
              <a:pPr eaLnBrk="1" hangingPunct="1"/>
              <a:t>16</a:t>
            </a:fld>
            <a:endParaRPr lang="en-US" altLang="en-US" sz="1300">
              <a:solidFill>
                <a:schemeClr val="tx1"/>
              </a:solidFill>
            </a:endParaRPr>
          </a:p>
        </p:txBody>
      </p:sp>
      <p:sp>
        <p:nvSpPr>
          <p:cNvPr id="66564" name="Rectangle 2"/>
          <p:cNvSpPr>
            <a:spLocks noGrp="1" noRot="1" noChangeAspect="1" noChangeArrowheads="1" noTextEdit="1"/>
          </p:cNvSpPr>
          <p:nvPr>
            <p:ph type="sldImg"/>
          </p:nvPr>
        </p:nvSpPr>
        <p:spPr>
          <a:xfrm>
            <a:off x="563563" y="693738"/>
            <a:ext cx="5978525" cy="4484687"/>
          </a:xfrm>
          <a:ln/>
        </p:spPr>
      </p:sp>
      <p:sp>
        <p:nvSpPr>
          <p:cNvPr id="6656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Documents in the base application have additional attributes, but there is no significant functionality tied to these attributes. These attributes can be configured and additional attributes could be added.</a:t>
            </a:r>
          </a:p>
        </p:txBody>
      </p:sp>
    </p:spTree>
    <p:extLst>
      <p:ext uri="{BB962C8B-B14F-4D97-AF65-F5344CB8AC3E}">
        <p14:creationId xmlns:p14="http://schemas.microsoft.com/office/powerpoint/2010/main" val="146047611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|EON~017|</a:t>
            </a:r>
          </a:p>
        </p:txBody>
      </p:sp>
      <p:sp>
        <p:nvSpPr>
          <p:cNvPr id="6758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11812" eaLnBrk="0" hangingPunct="0">
              <a:tabLst>
                <a:tab pos="5999331" algn="r"/>
              </a:tabLst>
              <a:defRPr sz="1500">
                <a:solidFill>
                  <a:schemeClr val="bg1"/>
                </a:solidFill>
                <a:latin typeface="Arial" charset="0"/>
              </a:defRPr>
            </a:lvl1pPr>
            <a:lvl2pPr marL="797185" indent="-306610" defTabSz="1011812" eaLnBrk="0" hangingPunct="0">
              <a:tabLst>
                <a:tab pos="5999331" algn="r"/>
              </a:tabLst>
              <a:defRPr sz="1500">
                <a:solidFill>
                  <a:schemeClr val="bg1"/>
                </a:solidFill>
                <a:latin typeface="Arial" charset="0"/>
              </a:defRPr>
            </a:lvl2pPr>
            <a:lvl3pPr marL="1226439" indent="-245288" defTabSz="1011812" eaLnBrk="0" hangingPunct="0">
              <a:tabLst>
                <a:tab pos="5999331" algn="r"/>
              </a:tabLst>
              <a:defRPr sz="1500">
                <a:solidFill>
                  <a:schemeClr val="bg1"/>
                </a:solidFill>
                <a:latin typeface="Arial" charset="0"/>
              </a:defRPr>
            </a:lvl3pPr>
            <a:lvl4pPr marL="1717015" indent="-245288" defTabSz="1011812" eaLnBrk="0" hangingPunct="0">
              <a:tabLst>
                <a:tab pos="5999331" algn="r"/>
              </a:tabLst>
              <a:defRPr sz="1500">
                <a:solidFill>
                  <a:schemeClr val="bg1"/>
                </a:solidFill>
                <a:latin typeface="Arial" charset="0"/>
              </a:defRPr>
            </a:lvl4pPr>
            <a:lvl5pPr marL="2207590" indent="-245288" defTabSz="1011812" eaLnBrk="0" hangingPunct="0">
              <a:tabLst>
                <a:tab pos="5999331" algn="r"/>
              </a:tabLst>
              <a:defRPr sz="1500">
                <a:solidFill>
                  <a:schemeClr val="bg1"/>
                </a:solidFill>
                <a:latin typeface="Arial" charset="0"/>
              </a:defRPr>
            </a:lvl5pPr>
            <a:lvl6pPr marL="2698166"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6pPr>
            <a:lvl7pPr marL="3188741"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7pPr>
            <a:lvl8pPr marL="3679317"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8pPr>
            <a:lvl9pPr marL="4169893"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9pPr>
          </a:lstStyle>
          <a:p>
            <a:r>
              <a:rPr lang="en-US" altLang="en-US" sz="1300">
                <a:solidFill>
                  <a:schemeClr val="tx1"/>
                </a:solidFill>
              </a:rPr>
              <a:t>	</a:t>
            </a:r>
            <a:endParaRPr lang="en-US" sz="1300">
              <a:solidFill>
                <a:schemeClr val="tx1"/>
              </a:solidFill>
            </a:endParaRPr>
          </a:p>
        </p:txBody>
      </p:sp>
      <p:sp>
        <p:nvSpPr>
          <p:cNvPr id="6758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9889" eaLnBrk="0" hangingPunct="0">
              <a:tabLst>
                <a:tab pos="2943454" algn="ctr"/>
              </a:tabLst>
              <a:defRPr sz="1500">
                <a:solidFill>
                  <a:schemeClr val="bg1"/>
                </a:solidFill>
                <a:latin typeface="Arial" charset="0"/>
              </a:defRPr>
            </a:lvl1pPr>
            <a:lvl2pPr marL="797185" indent="-306610" defTabSz="999889" eaLnBrk="0" hangingPunct="0">
              <a:tabLst>
                <a:tab pos="2943454" algn="ctr"/>
              </a:tabLst>
              <a:defRPr sz="1500">
                <a:solidFill>
                  <a:schemeClr val="bg1"/>
                </a:solidFill>
                <a:latin typeface="Arial" charset="0"/>
              </a:defRPr>
            </a:lvl2pPr>
            <a:lvl3pPr marL="1226439" indent="-245288" defTabSz="999889" eaLnBrk="0" hangingPunct="0">
              <a:tabLst>
                <a:tab pos="2943454" algn="ctr"/>
              </a:tabLst>
              <a:defRPr sz="1500">
                <a:solidFill>
                  <a:schemeClr val="bg1"/>
                </a:solidFill>
                <a:latin typeface="Arial" charset="0"/>
              </a:defRPr>
            </a:lvl3pPr>
            <a:lvl4pPr marL="1717015" indent="-245288" defTabSz="999889" eaLnBrk="0" hangingPunct="0">
              <a:tabLst>
                <a:tab pos="2943454" algn="ctr"/>
              </a:tabLst>
              <a:defRPr sz="1500">
                <a:solidFill>
                  <a:schemeClr val="bg1"/>
                </a:solidFill>
                <a:latin typeface="Arial" charset="0"/>
              </a:defRPr>
            </a:lvl4pPr>
            <a:lvl5pPr marL="2207590" indent="-245288" defTabSz="999889" eaLnBrk="0" hangingPunct="0">
              <a:tabLst>
                <a:tab pos="2943454" algn="ctr"/>
              </a:tabLst>
              <a:defRPr sz="1500">
                <a:solidFill>
                  <a:schemeClr val="bg1"/>
                </a:solidFill>
                <a:latin typeface="Arial" charset="0"/>
              </a:defRPr>
            </a:lvl5pPr>
            <a:lvl6pPr marL="2698166"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6pPr>
            <a:lvl7pPr marL="3188741"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7pPr>
            <a:lvl8pPr marL="3679317"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8pPr>
            <a:lvl9pPr marL="4169893"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9pPr>
          </a:lstStyle>
          <a:p>
            <a:pPr eaLnBrk="1" hangingPunct="1"/>
            <a:r>
              <a:rPr lang="en-US" altLang="en-US" sz="1300">
                <a:solidFill>
                  <a:schemeClr val="tx1"/>
                </a:solidFill>
              </a:rPr>
              <a:t>	Documents - </a:t>
            </a:r>
            <a:fld id="{41D26BF0-9A7B-4B53-8ADD-78E5BE62AE8B}" type="slidenum">
              <a:rPr lang="en-US" altLang="en-US" sz="1300">
                <a:solidFill>
                  <a:schemeClr val="tx1"/>
                </a:solidFill>
              </a:rPr>
              <a:pPr eaLnBrk="1" hangingPunct="1"/>
              <a:t>17</a:t>
            </a:fld>
            <a:endParaRPr lang="en-US" altLang="en-US" sz="1300">
              <a:solidFill>
                <a:schemeClr val="tx1"/>
              </a:solidFill>
            </a:endParaRPr>
          </a:p>
        </p:txBody>
      </p:sp>
      <p:sp>
        <p:nvSpPr>
          <p:cNvPr id="67588" name="Rectangle 2"/>
          <p:cNvSpPr>
            <a:spLocks noGrp="1" noRot="1" noChangeAspect="1" noChangeArrowheads="1" noTextEdit="1"/>
          </p:cNvSpPr>
          <p:nvPr>
            <p:ph type="sldImg"/>
          </p:nvPr>
        </p:nvSpPr>
        <p:spPr>
          <a:xfrm>
            <a:off x="563563" y="693738"/>
            <a:ext cx="5978525" cy="4484687"/>
          </a:xfrm>
          <a:ln/>
        </p:spPr>
      </p:sp>
      <p:sp>
        <p:nvSpPr>
          <p:cNvPr id="6758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a:t>There are three ways to create a document. You can:</a:t>
            </a:r>
          </a:p>
          <a:p>
            <a:pPr lvl="1" eaLnBrk="1" hangingPunct="1"/>
            <a:r>
              <a:rPr lang="en-US" dirty="0"/>
              <a:t>Create a simple record that identifies that a paper document exists (and that there is no electronic copy of it to be stored in the document management system).</a:t>
            </a:r>
          </a:p>
          <a:p>
            <a:pPr lvl="1" eaLnBrk="1" hangingPunct="1"/>
            <a:r>
              <a:rPr lang="en-US" dirty="0"/>
              <a:t>Upload an existing electronic file from your machine to the document management system.</a:t>
            </a:r>
          </a:p>
          <a:p>
            <a:pPr lvl="1" eaLnBrk="1" hangingPunct="1"/>
            <a:r>
              <a:rPr lang="en-US" dirty="0"/>
              <a:t>Create a new document using a </a:t>
            </a:r>
            <a:r>
              <a:rPr lang="en-US" dirty="0" err="1"/>
              <a:t>ClaimCenter</a:t>
            </a:r>
            <a:r>
              <a:rPr lang="en-US" dirty="0"/>
              <a:t> document template, which creates a local copy on your machine which is ultimately uploaded to the document management system.</a:t>
            </a:r>
          </a:p>
        </p:txBody>
      </p:sp>
    </p:spTree>
    <p:extLst>
      <p:ext uri="{BB962C8B-B14F-4D97-AF65-F5344CB8AC3E}">
        <p14:creationId xmlns:p14="http://schemas.microsoft.com/office/powerpoint/2010/main" val="18904765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|EON~018|</a:t>
            </a:r>
          </a:p>
        </p:txBody>
      </p:sp>
      <p:sp>
        <p:nvSpPr>
          <p:cNvPr id="6861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11812" eaLnBrk="0" hangingPunct="0">
              <a:tabLst>
                <a:tab pos="5999331" algn="r"/>
              </a:tabLst>
              <a:defRPr sz="1500">
                <a:solidFill>
                  <a:schemeClr val="bg1"/>
                </a:solidFill>
                <a:latin typeface="Arial" charset="0"/>
              </a:defRPr>
            </a:lvl1pPr>
            <a:lvl2pPr marL="797185" indent="-306610" defTabSz="1011812" eaLnBrk="0" hangingPunct="0">
              <a:tabLst>
                <a:tab pos="5999331" algn="r"/>
              </a:tabLst>
              <a:defRPr sz="1500">
                <a:solidFill>
                  <a:schemeClr val="bg1"/>
                </a:solidFill>
                <a:latin typeface="Arial" charset="0"/>
              </a:defRPr>
            </a:lvl2pPr>
            <a:lvl3pPr marL="1226439" indent="-245288" defTabSz="1011812" eaLnBrk="0" hangingPunct="0">
              <a:tabLst>
                <a:tab pos="5999331" algn="r"/>
              </a:tabLst>
              <a:defRPr sz="1500">
                <a:solidFill>
                  <a:schemeClr val="bg1"/>
                </a:solidFill>
                <a:latin typeface="Arial" charset="0"/>
              </a:defRPr>
            </a:lvl3pPr>
            <a:lvl4pPr marL="1717015" indent="-245288" defTabSz="1011812" eaLnBrk="0" hangingPunct="0">
              <a:tabLst>
                <a:tab pos="5999331" algn="r"/>
              </a:tabLst>
              <a:defRPr sz="1500">
                <a:solidFill>
                  <a:schemeClr val="bg1"/>
                </a:solidFill>
                <a:latin typeface="Arial" charset="0"/>
              </a:defRPr>
            </a:lvl4pPr>
            <a:lvl5pPr marL="2207590" indent="-245288" defTabSz="1011812" eaLnBrk="0" hangingPunct="0">
              <a:tabLst>
                <a:tab pos="5999331" algn="r"/>
              </a:tabLst>
              <a:defRPr sz="1500">
                <a:solidFill>
                  <a:schemeClr val="bg1"/>
                </a:solidFill>
                <a:latin typeface="Arial" charset="0"/>
              </a:defRPr>
            </a:lvl5pPr>
            <a:lvl6pPr marL="2698166"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6pPr>
            <a:lvl7pPr marL="3188741"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7pPr>
            <a:lvl8pPr marL="3679317"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8pPr>
            <a:lvl9pPr marL="4169893"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9pPr>
          </a:lstStyle>
          <a:p>
            <a:r>
              <a:rPr lang="en-US" altLang="en-US" sz="1300">
                <a:solidFill>
                  <a:schemeClr val="tx1"/>
                </a:solidFill>
              </a:rPr>
              <a:t>	</a:t>
            </a:r>
            <a:endParaRPr lang="en-US" sz="1300">
              <a:solidFill>
                <a:schemeClr val="tx1"/>
              </a:solidFill>
            </a:endParaRPr>
          </a:p>
        </p:txBody>
      </p:sp>
      <p:sp>
        <p:nvSpPr>
          <p:cNvPr id="6861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9889" eaLnBrk="0" hangingPunct="0">
              <a:tabLst>
                <a:tab pos="2943454" algn="ctr"/>
              </a:tabLst>
              <a:defRPr sz="1500">
                <a:solidFill>
                  <a:schemeClr val="bg1"/>
                </a:solidFill>
                <a:latin typeface="Arial" charset="0"/>
              </a:defRPr>
            </a:lvl1pPr>
            <a:lvl2pPr marL="797185" indent="-306610" defTabSz="999889" eaLnBrk="0" hangingPunct="0">
              <a:tabLst>
                <a:tab pos="2943454" algn="ctr"/>
              </a:tabLst>
              <a:defRPr sz="1500">
                <a:solidFill>
                  <a:schemeClr val="bg1"/>
                </a:solidFill>
                <a:latin typeface="Arial" charset="0"/>
              </a:defRPr>
            </a:lvl2pPr>
            <a:lvl3pPr marL="1226439" indent="-245288" defTabSz="999889" eaLnBrk="0" hangingPunct="0">
              <a:tabLst>
                <a:tab pos="2943454" algn="ctr"/>
              </a:tabLst>
              <a:defRPr sz="1500">
                <a:solidFill>
                  <a:schemeClr val="bg1"/>
                </a:solidFill>
                <a:latin typeface="Arial" charset="0"/>
              </a:defRPr>
            </a:lvl3pPr>
            <a:lvl4pPr marL="1717015" indent="-245288" defTabSz="999889" eaLnBrk="0" hangingPunct="0">
              <a:tabLst>
                <a:tab pos="2943454" algn="ctr"/>
              </a:tabLst>
              <a:defRPr sz="1500">
                <a:solidFill>
                  <a:schemeClr val="bg1"/>
                </a:solidFill>
                <a:latin typeface="Arial" charset="0"/>
              </a:defRPr>
            </a:lvl4pPr>
            <a:lvl5pPr marL="2207590" indent="-245288" defTabSz="999889" eaLnBrk="0" hangingPunct="0">
              <a:tabLst>
                <a:tab pos="2943454" algn="ctr"/>
              </a:tabLst>
              <a:defRPr sz="1500">
                <a:solidFill>
                  <a:schemeClr val="bg1"/>
                </a:solidFill>
                <a:latin typeface="Arial" charset="0"/>
              </a:defRPr>
            </a:lvl5pPr>
            <a:lvl6pPr marL="2698166"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6pPr>
            <a:lvl7pPr marL="3188741"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7pPr>
            <a:lvl8pPr marL="3679317"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8pPr>
            <a:lvl9pPr marL="4169893"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9pPr>
          </a:lstStyle>
          <a:p>
            <a:pPr eaLnBrk="1" hangingPunct="1"/>
            <a:r>
              <a:rPr lang="en-US" altLang="en-US" sz="1300">
                <a:solidFill>
                  <a:schemeClr val="tx1"/>
                </a:solidFill>
              </a:rPr>
              <a:t>	Documents - </a:t>
            </a:r>
            <a:fld id="{0B6D502F-CE0D-4CA5-A547-EA1981EF2C6C}" type="slidenum">
              <a:rPr lang="en-US" altLang="en-US" sz="1300">
                <a:solidFill>
                  <a:schemeClr val="tx1"/>
                </a:solidFill>
              </a:rPr>
              <a:pPr eaLnBrk="1" hangingPunct="1"/>
              <a:t>18</a:t>
            </a:fld>
            <a:endParaRPr lang="en-US" altLang="en-US" sz="1300">
              <a:solidFill>
                <a:schemeClr val="tx1"/>
              </a:solidFill>
            </a:endParaRPr>
          </a:p>
        </p:txBody>
      </p:sp>
      <p:sp>
        <p:nvSpPr>
          <p:cNvPr id="68612" name="Rectangle 2"/>
          <p:cNvSpPr>
            <a:spLocks noGrp="1" noRot="1" noChangeAspect="1" noChangeArrowheads="1" noTextEdit="1"/>
          </p:cNvSpPr>
          <p:nvPr>
            <p:ph type="sldImg"/>
          </p:nvPr>
        </p:nvSpPr>
        <p:spPr>
          <a:xfrm>
            <a:off x="563563" y="693738"/>
            <a:ext cx="5978525" cy="4484687"/>
          </a:xfrm>
          <a:ln/>
        </p:spPr>
      </p:sp>
      <p:sp>
        <p:nvSpPr>
          <p:cNvPr id="6861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345554427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|EON~019|</a:t>
            </a:r>
          </a:p>
        </p:txBody>
      </p:sp>
      <p:sp>
        <p:nvSpPr>
          <p:cNvPr id="6963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11812" eaLnBrk="0" hangingPunct="0">
              <a:tabLst>
                <a:tab pos="5999331" algn="r"/>
              </a:tabLst>
              <a:defRPr sz="1500">
                <a:solidFill>
                  <a:schemeClr val="bg1"/>
                </a:solidFill>
                <a:latin typeface="Arial" charset="0"/>
              </a:defRPr>
            </a:lvl1pPr>
            <a:lvl2pPr marL="797185" indent="-306610" defTabSz="1011812" eaLnBrk="0" hangingPunct="0">
              <a:tabLst>
                <a:tab pos="5999331" algn="r"/>
              </a:tabLst>
              <a:defRPr sz="1500">
                <a:solidFill>
                  <a:schemeClr val="bg1"/>
                </a:solidFill>
                <a:latin typeface="Arial" charset="0"/>
              </a:defRPr>
            </a:lvl2pPr>
            <a:lvl3pPr marL="1226439" indent="-245288" defTabSz="1011812" eaLnBrk="0" hangingPunct="0">
              <a:tabLst>
                <a:tab pos="5999331" algn="r"/>
              </a:tabLst>
              <a:defRPr sz="1500">
                <a:solidFill>
                  <a:schemeClr val="bg1"/>
                </a:solidFill>
                <a:latin typeface="Arial" charset="0"/>
              </a:defRPr>
            </a:lvl3pPr>
            <a:lvl4pPr marL="1717015" indent="-245288" defTabSz="1011812" eaLnBrk="0" hangingPunct="0">
              <a:tabLst>
                <a:tab pos="5999331" algn="r"/>
              </a:tabLst>
              <a:defRPr sz="1500">
                <a:solidFill>
                  <a:schemeClr val="bg1"/>
                </a:solidFill>
                <a:latin typeface="Arial" charset="0"/>
              </a:defRPr>
            </a:lvl4pPr>
            <a:lvl5pPr marL="2207590" indent="-245288" defTabSz="1011812" eaLnBrk="0" hangingPunct="0">
              <a:tabLst>
                <a:tab pos="5999331" algn="r"/>
              </a:tabLst>
              <a:defRPr sz="1500">
                <a:solidFill>
                  <a:schemeClr val="bg1"/>
                </a:solidFill>
                <a:latin typeface="Arial" charset="0"/>
              </a:defRPr>
            </a:lvl5pPr>
            <a:lvl6pPr marL="2698166"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6pPr>
            <a:lvl7pPr marL="3188741"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7pPr>
            <a:lvl8pPr marL="3679317"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8pPr>
            <a:lvl9pPr marL="4169893"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9pPr>
          </a:lstStyle>
          <a:p>
            <a:r>
              <a:rPr lang="en-US" altLang="en-US" sz="1300">
                <a:solidFill>
                  <a:schemeClr val="tx1"/>
                </a:solidFill>
              </a:rPr>
              <a:t>	</a:t>
            </a:r>
            <a:endParaRPr lang="en-US" sz="1300">
              <a:solidFill>
                <a:schemeClr val="tx1"/>
              </a:solidFill>
            </a:endParaRPr>
          </a:p>
        </p:txBody>
      </p:sp>
      <p:sp>
        <p:nvSpPr>
          <p:cNvPr id="6963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9889" eaLnBrk="0" hangingPunct="0">
              <a:tabLst>
                <a:tab pos="2943454" algn="ctr"/>
              </a:tabLst>
              <a:defRPr sz="1500">
                <a:solidFill>
                  <a:schemeClr val="bg1"/>
                </a:solidFill>
                <a:latin typeface="Arial" charset="0"/>
              </a:defRPr>
            </a:lvl1pPr>
            <a:lvl2pPr marL="797185" indent="-306610" defTabSz="999889" eaLnBrk="0" hangingPunct="0">
              <a:tabLst>
                <a:tab pos="2943454" algn="ctr"/>
              </a:tabLst>
              <a:defRPr sz="1500">
                <a:solidFill>
                  <a:schemeClr val="bg1"/>
                </a:solidFill>
                <a:latin typeface="Arial" charset="0"/>
              </a:defRPr>
            </a:lvl2pPr>
            <a:lvl3pPr marL="1226439" indent="-245288" defTabSz="999889" eaLnBrk="0" hangingPunct="0">
              <a:tabLst>
                <a:tab pos="2943454" algn="ctr"/>
              </a:tabLst>
              <a:defRPr sz="1500">
                <a:solidFill>
                  <a:schemeClr val="bg1"/>
                </a:solidFill>
                <a:latin typeface="Arial" charset="0"/>
              </a:defRPr>
            </a:lvl3pPr>
            <a:lvl4pPr marL="1717015" indent="-245288" defTabSz="999889" eaLnBrk="0" hangingPunct="0">
              <a:tabLst>
                <a:tab pos="2943454" algn="ctr"/>
              </a:tabLst>
              <a:defRPr sz="1500">
                <a:solidFill>
                  <a:schemeClr val="bg1"/>
                </a:solidFill>
                <a:latin typeface="Arial" charset="0"/>
              </a:defRPr>
            </a:lvl4pPr>
            <a:lvl5pPr marL="2207590" indent="-245288" defTabSz="999889" eaLnBrk="0" hangingPunct="0">
              <a:tabLst>
                <a:tab pos="2943454" algn="ctr"/>
              </a:tabLst>
              <a:defRPr sz="1500">
                <a:solidFill>
                  <a:schemeClr val="bg1"/>
                </a:solidFill>
                <a:latin typeface="Arial" charset="0"/>
              </a:defRPr>
            </a:lvl5pPr>
            <a:lvl6pPr marL="2698166"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6pPr>
            <a:lvl7pPr marL="3188741"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7pPr>
            <a:lvl8pPr marL="3679317"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8pPr>
            <a:lvl9pPr marL="4169893"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9pPr>
          </a:lstStyle>
          <a:p>
            <a:pPr eaLnBrk="1" hangingPunct="1"/>
            <a:r>
              <a:rPr lang="en-US" altLang="en-US" sz="1300">
                <a:solidFill>
                  <a:schemeClr val="tx1"/>
                </a:solidFill>
              </a:rPr>
              <a:t>	Documents - </a:t>
            </a:r>
            <a:fld id="{BCBDA81A-E219-49E2-B7B7-4BEEB9019789}" type="slidenum">
              <a:rPr lang="en-US" altLang="en-US" sz="1300">
                <a:solidFill>
                  <a:schemeClr val="tx1"/>
                </a:solidFill>
              </a:rPr>
              <a:pPr eaLnBrk="1" hangingPunct="1"/>
              <a:t>19</a:t>
            </a:fld>
            <a:endParaRPr lang="en-US" altLang="en-US" sz="1300">
              <a:solidFill>
                <a:schemeClr val="tx1"/>
              </a:solidFill>
            </a:endParaRPr>
          </a:p>
        </p:txBody>
      </p:sp>
      <p:sp>
        <p:nvSpPr>
          <p:cNvPr id="69636" name="Rectangle 2"/>
          <p:cNvSpPr>
            <a:spLocks noGrp="1" noRot="1" noChangeAspect="1" noChangeArrowheads="1" noTextEdit="1"/>
          </p:cNvSpPr>
          <p:nvPr>
            <p:ph type="sldImg"/>
          </p:nvPr>
        </p:nvSpPr>
        <p:spPr>
          <a:xfrm>
            <a:off x="563563" y="693738"/>
            <a:ext cx="5978525" cy="4484687"/>
          </a:xfrm>
          <a:ln/>
        </p:spPr>
      </p:sp>
      <p:sp>
        <p:nvSpPr>
          <p:cNvPr id="6963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You can also create a document from an activity. This is discussed later in this lesson.</a:t>
            </a:r>
          </a:p>
        </p:txBody>
      </p:sp>
    </p:spTree>
    <p:extLst>
      <p:ext uri="{BB962C8B-B14F-4D97-AF65-F5344CB8AC3E}">
        <p14:creationId xmlns:p14="http://schemas.microsoft.com/office/powerpoint/2010/main" val="171224078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|EON~020|</a:t>
            </a:r>
          </a:p>
        </p:txBody>
      </p:sp>
      <p:sp>
        <p:nvSpPr>
          <p:cNvPr id="7065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11812" eaLnBrk="0" hangingPunct="0">
              <a:tabLst>
                <a:tab pos="5999331" algn="r"/>
              </a:tabLst>
              <a:defRPr sz="1500">
                <a:solidFill>
                  <a:schemeClr val="bg1"/>
                </a:solidFill>
                <a:latin typeface="Arial" charset="0"/>
              </a:defRPr>
            </a:lvl1pPr>
            <a:lvl2pPr marL="797185" indent="-306610" defTabSz="1011812" eaLnBrk="0" hangingPunct="0">
              <a:tabLst>
                <a:tab pos="5999331" algn="r"/>
              </a:tabLst>
              <a:defRPr sz="1500">
                <a:solidFill>
                  <a:schemeClr val="bg1"/>
                </a:solidFill>
                <a:latin typeface="Arial" charset="0"/>
              </a:defRPr>
            </a:lvl2pPr>
            <a:lvl3pPr marL="1226439" indent="-245288" defTabSz="1011812" eaLnBrk="0" hangingPunct="0">
              <a:tabLst>
                <a:tab pos="5999331" algn="r"/>
              </a:tabLst>
              <a:defRPr sz="1500">
                <a:solidFill>
                  <a:schemeClr val="bg1"/>
                </a:solidFill>
                <a:latin typeface="Arial" charset="0"/>
              </a:defRPr>
            </a:lvl3pPr>
            <a:lvl4pPr marL="1717015" indent="-245288" defTabSz="1011812" eaLnBrk="0" hangingPunct="0">
              <a:tabLst>
                <a:tab pos="5999331" algn="r"/>
              </a:tabLst>
              <a:defRPr sz="1500">
                <a:solidFill>
                  <a:schemeClr val="bg1"/>
                </a:solidFill>
                <a:latin typeface="Arial" charset="0"/>
              </a:defRPr>
            </a:lvl4pPr>
            <a:lvl5pPr marL="2207590" indent="-245288" defTabSz="1011812" eaLnBrk="0" hangingPunct="0">
              <a:tabLst>
                <a:tab pos="5999331" algn="r"/>
              </a:tabLst>
              <a:defRPr sz="1500">
                <a:solidFill>
                  <a:schemeClr val="bg1"/>
                </a:solidFill>
                <a:latin typeface="Arial" charset="0"/>
              </a:defRPr>
            </a:lvl5pPr>
            <a:lvl6pPr marL="2698166"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6pPr>
            <a:lvl7pPr marL="3188741"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7pPr>
            <a:lvl8pPr marL="3679317"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8pPr>
            <a:lvl9pPr marL="4169893"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9pPr>
          </a:lstStyle>
          <a:p>
            <a:r>
              <a:rPr lang="en-US" altLang="en-US" sz="1300">
                <a:solidFill>
                  <a:schemeClr val="tx1"/>
                </a:solidFill>
              </a:rPr>
              <a:t>	</a:t>
            </a:r>
            <a:endParaRPr lang="en-US" sz="1300">
              <a:solidFill>
                <a:schemeClr val="tx1"/>
              </a:solidFill>
            </a:endParaRPr>
          </a:p>
        </p:txBody>
      </p:sp>
      <p:sp>
        <p:nvSpPr>
          <p:cNvPr id="7065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9889" eaLnBrk="0" hangingPunct="0">
              <a:tabLst>
                <a:tab pos="2943454" algn="ctr"/>
              </a:tabLst>
              <a:defRPr sz="1500">
                <a:solidFill>
                  <a:schemeClr val="bg1"/>
                </a:solidFill>
                <a:latin typeface="Arial" charset="0"/>
              </a:defRPr>
            </a:lvl1pPr>
            <a:lvl2pPr marL="797185" indent="-306610" defTabSz="999889" eaLnBrk="0" hangingPunct="0">
              <a:tabLst>
                <a:tab pos="2943454" algn="ctr"/>
              </a:tabLst>
              <a:defRPr sz="1500">
                <a:solidFill>
                  <a:schemeClr val="bg1"/>
                </a:solidFill>
                <a:latin typeface="Arial" charset="0"/>
              </a:defRPr>
            </a:lvl2pPr>
            <a:lvl3pPr marL="1226439" indent="-245288" defTabSz="999889" eaLnBrk="0" hangingPunct="0">
              <a:tabLst>
                <a:tab pos="2943454" algn="ctr"/>
              </a:tabLst>
              <a:defRPr sz="1500">
                <a:solidFill>
                  <a:schemeClr val="bg1"/>
                </a:solidFill>
                <a:latin typeface="Arial" charset="0"/>
              </a:defRPr>
            </a:lvl3pPr>
            <a:lvl4pPr marL="1717015" indent="-245288" defTabSz="999889" eaLnBrk="0" hangingPunct="0">
              <a:tabLst>
                <a:tab pos="2943454" algn="ctr"/>
              </a:tabLst>
              <a:defRPr sz="1500">
                <a:solidFill>
                  <a:schemeClr val="bg1"/>
                </a:solidFill>
                <a:latin typeface="Arial" charset="0"/>
              </a:defRPr>
            </a:lvl4pPr>
            <a:lvl5pPr marL="2207590" indent="-245288" defTabSz="999889" eaLnBrk="0" hangingPunct="0">
              <a:tabLst>
                <a:tab pos="2943454" algn="ctr"/>
              </a:tabLst>
              <a:defRPr sz="1500">
                <a:solidFill>
                  <a:schemeClr val="bg1"/>
                </a:solidFill>
                <a:latin typeface="Arial" charset="0"/>
              </a:defRPr>
            </a:lvl5pPr>
            <a:lvl6pPr marL="2698166"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6pPr>
            <a:lvl7pPr marL="3188741"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7pPr>
            <a:lvl8pPr marL="3679317"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8pPr>
            <a:lvl9pPr marL="4169893"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9pPr>
          </a:lstStyle>
          <a:p>
            <a:pPr eaLnBrk="1" hangingPunct="1"/>
            <a:r>
              <a:rPr lang="en-US" altLang="en-US" sz="1300">
                <a:solidFill>
                  <a:schemeClr val="tx1"/>
                </a:solidFill>
              </a:rPr>
              <a:t>	Documents - </a:t>
            </a:r>
            <a:fld id="{DBA66913-25DE-465E-B503-D7F6CB903ADB}" type="slidenum">
              <a:rPr lang="en-US" altLang="en-US" sz="1300">
                <a:solidFill>
                  <a:schemeClr val="tx1"/>
                </a:solidFill>
              </a:rPr>
              <a:pPr eaLnBrk="1" hangingPunct="1"/>
              <a:t>20</a:t>
            </a:fld>
            <a:endParaRPr lang="en-US" altLang="en-US" sz="1300">
              <a:solidFill>
                <a:schemeClr val="tx1"/>
              </a:solidFill>
            </a:endParaRPr>
          </a:p>
        </p:txBody>
      </p:sp>
      <p:sp>
        <p:nvSpPr>
          <p:cNvPr id="70660" name="Rectangle 2"/>
          <p:cNvSpPr>
            <a:spLocks noGrp="1" noRot="1" noChangeAspect="1" noChangeArrowheads="1" noTextEdit="1"/>
          </p:cNvSpPr>
          <p:nvPr>
            <p:ph type="sldImg"/>
          </p:nvPr>
        </p:nvSpPr>
        <p:spPr>
          <a:xfrm>
            <a:off x="563563" y="693738"/>
            <a:ext cx="5978525" cy="4484687"/>
          </a:xfrm>
          <a:ln/>
        </p:spPr>
      </p:sp>
      <p:sp>
        <p:nvSpPr>
          <p:cNvPr id="7066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4847" indent="-224847" eaLnBrk="1" hangingPunct="1"/>
            <a:r>
              <a:rPr lang="en-US"/>
              <a:t>To add a document which is "known to exist" (but is not stored in the document management system):</a:t>
            </a:r>
          </a:p>
          <a:p>
            <a:pPr marL="470135" lvl="1" indent="-224847" eaLnBrk="1" hangingPunct="1">
              <a:buFontTx/>
              <a:buAutoNum type="arabicPeriod"/>
            </a:pPr>
            <a:r>
              <a:rPr lang="en-US"/>
              <a:t>Select the "Indicate the existence of a particular document" menu item.</a:t>
            </a:r>
          </a:p>
          <a:p>
            <a:pPr marL="470135" lvl="1" indent="-224847" eaLnBrk="1" hangingPunct="1">
              <a:buFontTx/>
              <a:buAutoNum type="arabicPeriod"/>
            </a:pPr>
            <a:r>
              <a:rPr lang="en-US"/>
              <a:t>Specify the information about the document.</a:t>
            </a:r>
          </a:p>
          <a:p>
            <a:pPr marL="470135" lvl="1" indent="-224847" eaLnBrk="1" hangingPunct="1">
              <a:buFontTx/>
              <a:buAutoNum type="arabicPeriod"/>
            </a:pPr>
            <a:r>
              <a:rPr lang="en-US"/>
              <a:t>Click Update.</a:t>
            </a:r>
          </a:p>
        </p:txBody>
      </p:sp>
    </p:spTree>
    <p:extLst>
      <p:ext uri="{BB962C8B-B14F-4D97-AF65-F5344CB8AC3E}">
        <p14:creationId xmlns:p14="http://schemas.microsoft.com/office/powerpoint/2010/main" val="114977533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|EON~021|</a:t>
            </a:r>
          </a:p>
        </p:txBody>
      </p:sp>
      <p:sp>
        <p:nvSpPr>
          <p:cNvPr id="7168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11812" eaLnBrk="0" hangingPunct="0">
              <a:tabLst>
                <a:tab pos="5999331" algn="r"/>
              </a:tabLst>
              <a:defRPr sz="1500">
                <a:solidFill>
                  <a:schemeClr val="bg1"/>
                </a:solidFill>
                <a:latin typeface="Arial" charset="0"/>
              </a:defRPr>
            </a:lvl1pPr>
            <a:lvl2pPr marL="797185" indent="-306610" defTabSz="1011812" eaLnBrk="0" hangingPunct="0">
              <a:tabLst>
                <a:tab pos="5999331" algn="r"/>
              </a:tabLst>
              <a:defRPr sz="1500">
                <a:solidFill>
                  <a:schemeClr val="bg1"/>
                </a:solidFill>
                <a:latin typeface="Arial" charset="0"/>
              </a:defRPr>
            </a:lvl2pPr>
            <a:lvl3pPr marL="1226439" indent="-245288" defTabSz="1011812" eaLnBrk="0" hangingPunct="0">
              <a:tabLst>
                <a:tab pos="5999331" algn="r"/>
              </a:tabLst>
              <a:defRPr sz="1500">
                <a:solidFill>
                  <a:schemeClr val="bg1"/>
                </a:solidFill>
                <a:latin typeface="Arial" charset="0"/>
              </a:defRPr>
            </a:lvl3pPr>
            <a:lvl4pPr marL="1717015" indent="-245288" defTabSz="1011812" eaLnBrk="0" hangingPunct="0">
              <a:tabLst>
                <a:tab pos="5999331" algn="r"/>
              </a:tabLst>
              <a:defRPr sz="1500">
                <a:solidFill>
                  <a:schemeClr val="bg1"/>
                </a:solidFill>
                <a:latin typeface="Arial" charset="0"/>
              </a:defRPr>
            </a:lvl4pPr>
            <a:lvl5pPr marL="2207590" indent="-245288" defTabSz="1011812" eaLnBrk="0" hangingPunct="0">
              <a:tabLst>
                <a:tab pos="5999331" algn="r"/>
              </a:tabLst>
              <a:defRPr sz="1500">
                <a:solidFill>
                  <a:schemeClr val="bg1"/>
                </a:solidFill>
                <a:latin typeface="Arial" charset="0"/>
              </a:defRPr>
            </a:lvl5pPr>
            <a:lvl6pPr marL="2698166"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6pPr>
            <a:lvl7pPr marL="3188741"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7pPr>
            <a:lvl8pPr marL="3679317"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8pPr>
            <a:lvl9pPr marL="4169893"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9pPr>
          </a:lstStyle>
          <a:p>
            <a:r>
              <a:rPr lang="en-US" altLang="en-US" sz="1300">
                <a:solidFill>
                  <a:schemeClr val="tx1"/>
                </a:solidFill>
              </a:rPr>
              <a:t>	</a:t>
            </a:r>
            <a:endParaRPr lang="en-US" sz="1300">
              <a:solidFill>
                <a:schemeClr val="tx1"/>
              </a:solidFill>
            </a:endParaRPr>
          </a:p>
        </p:txBody>
      </p:sp>
      <p:sp>
        <p:nvSpPr>
          <p:cNvPr id="7168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9889" eaLnBrk="0" hangingPunct="0">
              <a:tabLst>
                <a:tab pos="2943454" algn="ctr"/>
              </a:tabLst>
              <a:defRPr sz="1500">
                <a:solidFill>
                  <a:schemeClr val="bg1"/>
                </a:solidFill>
                <a:latin typeface="Arial" charset="0"/>
              </a:defRPr>
            </a:lvl1pPr>
            <a:lvl2pPr marL="797185" indent="-306610" defTabSz="999889" eaLnBrk="0" hangingPunct="0">
              <a:tabLst>
                <a:tab pos="2943454" algn="ctr"/>
              </a:tabLst>
              <a:defRPr sz="1500">
                <a:solidFill>
                  <a:schemeClr val="bg1"/>
                </a:solidFill>
                <a:latin typeface="Arial" charset="0"/>
              </a:defRPr>
            </a:lvl2pPr>
            <a:lvl3pPr marL="1226439" indent="-245288" defTabSz="999889" eaLnBrk="0" hangingPunct="0">
              <a:tabLst>
                <a:tab pos="2943454" algn="ctr"/>
              </a:tabLst>
              <a:defRPr sz="1500">
                <a:solidFill>
                  <a:schemeClr val="bg1"/>
                </a:solidFill>
                <a:latin typeface="Arial" charset="0"/>
              </a:defRPr>
            </a:lvl3pPr>
            <a:lvl4pPr marL="1717015" indent="-245288" defTabSz="999889" eaLnBrk="0" hangingPunct="0">
              <a:tabLst>
                <a:tab pos="2943454" algn="ctr"/>
              </a:tabLst>
              <a:defRPr sz="1500">
                <a:solidFill>
                  <a:schemeClr val="bg1"/>
                </a:solidFill>
                <a:latin typeface="Arial" charset="0"/>
              </a:defRPr>
            </a:lvl4pPr>
            <a:lvl5pPr marL="2207590" indent="-245288" defTabSz="999889" eaLnBrk="0" hangingPunct="0">
              <a:tabLst>
                <a:tab pos="2943454" algn="ctr"/>
              </a:tabLst>
              <a:defRPr sz="1500">
                <a:solidFill>
                  <a:schemeClr val="bg1"/>
                </a:solidFill>
                <a:latin typeface="Arial" charset="0"/>
              </a:defRPr>
            </a:lvl5pPr>
            <a:lvl6pPr marL="2698166"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6pPr>
            <a:lvl7pPr marL="3188741"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7pPr>
            <a:lvl8pPr marL="3679317"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8pPr>
            <a:lvl9pPr marL="4169893"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9pPr>
          </a:lstStyle>
          <a:p>
            <a:pPr eaLnBrk="1" hangingPunct="1"/>
            <a:r>
              <a:rPr lang="en-US" altLang="en-US" sz="1300">
                <a:solidFill>
                  <a:schemeClr val="tx1"/>
                </a:solidFill>
              </a:rPr>
              <a:t>	Documents - </a:t>
            </a:r>
            <a:fld id="{01CE69B8-D68D-4FE1-8CA4-FF43B5AA480E}" type="slidenum">
              <a:rPr lang="en-US" altLang="en-US" sz="1300">
                <a:solidFill>
                  <a:schemeClr val="tx1"/>
                </a:solidFill>
              </a:rPr>
              <a:pPr eaLnBrk="1" hangingPunct="1"/>
              <a:t>21</a:t>
            </a:fld>
            <a:endParaRPr lang="en-US" altLang="en-US" sz="1300">
              <a:solidFill>
                <a:schemeClr val="tx1"/>
              </a:solidFill>
            </a:endParaRPr>
          </a:p>
        </p:txBody>
      </p:sp>
      <p:sp>
        <p:nvSpPr>
          <p:cNvPr id="71684" name="Rectangle 2"/>
          <p:cNvSpPr>
            <a:spLocks noGrp="1" noRot="1" noChangeAspect="1" noChangeArrowheads="1" noTextEdit="1"/>
          </p:cNvSpPr>
          <p:nvPr>
            <p:ph type="sldImg"/>
          </p:nvPr>
        </p:nvSpPr>
        <p:spPr>
          <a:xfrm>
            <a:off x="563563" y="693738"/>
            <a:ext cx="5978525" cy="4484687"/>
          </a:xfrm>
          <a:ln/>
        </p:spPr>
      </p:sp>
      <p:sp>
        <p:nvSpPr>
          <p:cNvPr id="7168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4847" indent="-224847" eaLnBrk="1" hangingPunct="1"/>
            <a:r>
              <a:rPr lang="en-US" dirty="0"/>
              <a:t>To add an electronic document which already exists on your computer (or in a location you can navigate to):</a:t>
            </a:r>
          </a:p>
          <a:p>
            <a:pPr marL="470135" lvl="1" indent="-224847" eaLnBrk="1" hangingPunct="1">
              <a:buFontTx/>
              <a:buAutoNum type="arabicPeriod"/>
            </a:pPr>
            <a:r>
              <a:rPr lang="en-US" dirty="0"/>
              <a:t>Select the "Link an existing document to this claim" menu item.</a:t>
            </a:r>
          </a:p>
          <a:p>
            <a:pPr marL="470135" lvl="1" indent="-224847" eaLnBrk="1" hangingPunct="1">
              <a:buFontTx/>
              <a:buAutoNum type="arabicPeriod"/>
            </a:pPr>
            <a:r>
              <a:rPr lang="en-US" dirty="0"/>
              <a:t>Navigate to the document by clicking the Browse button.</a:t>
            </a:r>
          </a:p>
          <a:p>
            <a:pPr marL="470135" lvl="1" indent="-224847" eaLnBrk="1" hangingPunct="1">
              <a:buFontTx/>
              <a:buAutoNum type="arabicPeriod"/>
            </a:pPr>
            <a:r>
              <a:rPr lang="en-US" dirty="0"/>
              <a:t>Specify the information about the document.</a:t>
            </a:r>
          </a:p>
          <a:p>
            <a:pPr marL="470135" lvl="1" indent="-224847" eaLnBrk="1" hangingPunct="1">
              <a:buFontTx/>
              <a:buAutoNum type="arabicPeriod"/>
            </a:pPr>
            <a:r>
              <a:rPr lang="en-US" dirty="0"/>
              <a:t>Click Update.</a:t>
            </a:r>
          </a:p>
          <a:p>
            <a:pPr marL="224847" indent="-224847" eaLnBrk="1" hangingPunct="1"/>
            <a:endParaRPr lang="en-US" dirty="0"/>
          </a:p>
        </p:txBody>
      </p:sp>
    </p:spTree>
    <p:extLst>
      <p:ext uri="{BB962C8B-B14F-4D97-AF65-F5344CB8AC3E}">
        <p14:creationId xmlns:p14="http://schemas.microsoft.com/office/powerpoint/2010/main" val="134511684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|EON~022|</a:t>
            </a:r>
          </a:p>
        </p:txBody>
      </p:sp>
      <p:sp>
        <p:nvSpPr>
          <p:cNvPr id="7168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11812" eaLnBrk="0" hangingPunct="0">
              <a:tabLst>
                <a:tab pos="5999331" algn="r"/>
              </a:tabLst>
              <a:defRPr sz="1500">
                <a:solidFill>
                  <a:schemeClr val="bg1"/>
                </a:solidFill>
                <a:latin typeface="Arial" charset="0"/>
              </a:defRPr>
            </a:lvl1pPr>
            <a:lvl2pPr marL="797185" indent="-306610" defTabSz="1011812" eaLnBrk="0" hangingPunct="0">
              <a:tabLst>
                <a:tab pos="5999331" algn="r"/>
              </a:tabLst>
              <a:defRPr sz="1500">
                <a:solidFill>
                  <a:schemeClr val="bg1"/>
                </a:solidFill>
                <a:latin typeface="Arial" charset="0"/>
              </a:defRPr>
            </a:lvl2pPr>
            <a:lvl3pPr marL="1226439" indent="-245288" defTabSz="1011812" eaLnBrk="0" hangingPunct="0">
              <a:tabLst>
                <a:tab pos="5999331" algn="r"/>
              </a:tabLst>
              <a:defRPr sz="1500">
                <a:solidFill>
                  <a:schemeClr val="bg1"/>
                </a:solidFill>
                <a:latin typeface="Arial" charset="0"/>
              </a:defRPr>
            </a:lvl3pPr>
            <a:lvl4pPr marL="1717015" indent="-245288" defTabSz="1011812" eaLnBrk="0" hangingPunct="0">
              <a:tabLst>
                <a:tab pos="5999331" algn="r"/>
              </a:tabLst>
              <a:defRPr sz="1500">
                <a:solidFill>
                  <a:schemeClr val="bg1"/>
                </a:solidFill>
                <a:latin typeface="Arial" charset="0"/>
              </a:defRPr>
            </a:lvl4pPr>
            <a:lvl5pPr marL="2207590" indent="-245288" defTabSz="1011812" eaLnBrk="0" hangingPunct="0">
              <a:tabLst>
                <a:tab pos="5999331" algn="r"/>
              </a:tabLst>
              <a:defRPr sz="1500">
                <a:solidFill>
                  <a:schemeClr val="bg1"/>
                </a:solidFill>
                <a:latin typeface="Arial" charset="0"/>
              </a:defRPr>
            </a:lvl5pPr>
            <a:lvl6pPr marL="2698166"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6pPr>
            <a:lvl7pPr marL="3188741"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7pPr>
            <a:lvl8pPr marL="3679317"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8pPr>
            <a:lvl9pPr marL="4169893"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9pPr>
          </a:lstStyle>
          <a:p>
            <a:r>
              <a:rPr lang="en-US" altLang="en-US" sz="1300">
                <a:solidFill>
                  <a:schemeClr val="tx1"/>
                </a:solidFill>
              </a:rPr>
              <a:t>	</a:t>
            </a:r>
            <a:endParaRPr lang="en-US" sz="1300">
              <a:solidFill>
                <a:schemeClr val="tx1"/>
              </a:solidFill>
            </a:endParaRPr>
          </a:p>
        </p:txBody>
      </p:sp>
      <p:sp>
        <p:nvSpPr>
          <p:cNvPr id="7168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9889" eaLnBrk="0" hangingPunct="0">
              <a:tabLst>
                <a:tab pos="2943454" algn="ctr"/>
              </a:tabLst>
              <a:defRPr sz="1500">
                <a:solidFill>
                  <a:schemeClr val="bg1"/>
                </a:solidFill>
                <a:latin typeface="Arial" charset="0"/>
              </a:defRPr>
            </a:lvl1pPr>
            <a:lvl2pPr marL="797185" indent="-306610" defTabSz="999889" eaLnBrk="0" hangingPunct="0">
              <a:tabLst>
                <a:tab pos="2943454" algn="ctr"/>
              </a:tabLst>
              <a:defRPr sz="1500">
                <a:solidFill>
                  <a:schemeClr val="bg1"/>
                </a:solidFill>
                <a:latin typeface="Arial" charset="0"/>
              </a:defRPr>
            </a:lvl2pPr>
            <a:lvl3pPr marL="1226439" indent="-245288" defTabSz="999889" eaLnBrk="0" hangingPunct="0">
              <a:tabLst>
                <a:tab pos="2943454" algn="ctr"/>
              </a:tabLst>
              <a:defRPr sz="1500">
                <a:solidFill>
                  <a:schemeClr val="bg1"/>
                </a:solidFill>
                <a:latin typeface="Arial" charset="0"/>
              </a:defRPr>
            </a:lvl3pPr>
            <a:lvl4pPr marL="1717015" indent="-245288" defTabSz="999889" eaLnBrk="0" hangingPunct="0">
              <a:tabLst>
                <a:tab pos="2943454" algn="ctr"/>
              </a:tabLst>
              <a:defRPr sz="1500">
                <a:solidFill>
                  <a:schemeClr val="bg1"/>
                </a:solidFill>
                <a:latin typeface="Arial" charset="0"/>
              </a:defRPr>
            </a:lvl4pPr>
            <a:lvl5pPr marL="2207590" indent="-245288" defTabSz="999889" eaLnBrk="0" hangingPunct="0">
              <a:tabLst>
                <a:tab pos="2943454" algn="ctr"/>
              </a:tabLst>
              <a:defRPr sz="1500">
                <a:solidFill>
                  <a:schemeClr val="bg1"/>
                </a:solidFill>
                <a:latin typeface="Arial" charset="0"/>
              </a:defRPr>
            </a:lvl5pPr>
            <a:lvl6pPr marL="2698166"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6pPr>
            <a:lvl7pPr marL="3188741"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7pPr>
            <a:lvl8pPr marL="3679317"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8pPr>
            <a:lvl9pPr marL="4169893"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9pPr>
          </a:lstStyle>
          <a:p>
            <a:pPr eaLnBrk="1" hangingPunct="1"/>
            <a:r>
              <a:rPr lang="en-US" altLang="en-US" sz="1300">
                <a:solidFill>
                  <a:schemeClr val="tx1"/>
                </a:solidFill>
              </a:rPr>
              <a:t>	Documents - </a:t>
            </a:r>
            <a:fld id="{01CE69B8-D68D-4FE1-8CA4-FF43B5AA480E}" type="slidenum">
              <a:rPr lang="en-US" altLang="en-US" sz="1300">
                <a:solidFill>
                  <a:schemeClr val="tx1"/>
                </a:solidFill>
              </a:rPr>
              <a:pPr eaLnBrk="1" hangingPunct="1"/>
              <a:t>22</a:t>
            </a:fld>
            <a:endParaRPr lang="en-US" altLang="en-US" sz="1300">
              <a:solidFill>
                <a:schemeClr val="tx1"/>
              </a:solidFill>
            </a:endParaRPr>
          </a:p>
        </p:txBody>
      </p:sp>
      <p:sp>
        <p:nvSpPr>
          <p:cNvPr id="71684" name="Rectangle 2"/>
          <p:cNvSpPr>
            <a:spLocks noGrp="1" noRot="1" noChangeAspect="1" noChangeArrowheads="1" noTextEdit="1"/>
          </p:cNvSpPr>
          <p:nvPr>
            <p:ph type="sldImg"/>
          </p:nvPr>
        </p:nvSpPr>
        <p:spPr>
          <a:xfrm>
            <a:off x="563563" y="693738"/>
            <a:ext cx="5978525" cy="4484687"/>
          </a:xfrm>
          <a:ln/>
        </p:spPr>
      </p:sp>
      <p:sp>
        <p:nvSpPr>
          <p:cNvPr id="7168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4847" indent="-224847" eaLnBrk="1" hangingPunct="1"/>
            <a:r>
              <a:rPr lang="en-US" dirty="0"/>
              <a:t>To add an electronic document which already exists on your computer (or in a location you can navigate to):</a:t>
            </a:r>
          </a:p>
          <a:p>
            <a:pPr marL="470135" lvl="1" indent="-224847" eaLnBrk="1" hangingPunct="1">
              <a:buFontTx/>
              <a:buAutoNum type="arabicPeriod"/>
            </a:pPr>
            <a:r>
              <a:rPr lang="en-US" dirty="0"/>
              <a:t>Select the "Link an existing document to this claim" menu item.</a:t>
            </a:r>
          </a:p>
          <a:p>
            <a:pPr marL="470135" lvl="1" indent="-224847" eaLnBrk="1" hangingPunct="1">
              <a:buFontTx/>
              <a:buAutoNum type="arabicPeriod"/>
            </a:pPr>
            <a:r>
              <a:rPr lang="en-US" dirty="0"/>
              <a:t>Navigate to the document by clicking the Browse button.</a:t>
            </a:r>
          </a:p>
          <a:p>
            <a:pPr marL="470135" lvl="1" indent="-224847" eaLnBrk="1" hangingPunct="1">
              <a:buFontTx/>
              <a:buAutoNum type="arabicPeriod"/>
            </a:pPr>
            <a:r>
              <a:rPr lang="en-US" dirty="0"/>
              <a:t>Specify the information about the document.</a:t>
            </a:r>
          </a:p>
          <a:p>
            <a:pPr marL="470135" lvl="1" indent="-224847" eaLnBrk="1" hangingPunct="1">
              <a:buFontTx/>
              <a:buAutoNum type="arabicPeriod"/>
            </a:pPr>
            <a:r>
              <a:rPr lang="en-US" dirty="0"/>
              <a:t>Click Update.</a:t>
            </a:r>
          </a:p>
          <a:p>
            <a:pPr marL="224847" indent="-224847" eaLnBrk="1" hangingPunct="1"/>
            <a:endParaRPr lang="en-US" dirty="0"/>
          </a:p>
        </p:txBody>
      </p:sp>
    </p:spTree>
    <p:extLst>
      <p:ext uri="{BB962C8B-B14F-4D97-AF65-F5344CB8AC3E}">
        <p14:creationId xmlns:p14="http://schemas.microsoft.com/office/powerpoint/2010/main" val="285216020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|EON~023|</a:t>
            </a:r>
          </a:p>
        </p:txBody>
      </p:sp>
      <p:sp>
        <p:nvSpPr>
          <p:cNvPr id="7270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11812" eaLnBrk="0" hangingPunct="0">
              <a:tabLst>
                <a:tab pos="5999331" algn="r"/>
              </a:tabLst>
              <a:defRPr sz="1500">
                <a:solidFill>
                  <a:schemeClr val="bg1"/>
                </a:solidFill>
                <a:latin typeface="Arial" charset="0"/>
              </a:defRPr>
            </a:lvl1pPr>
            <a:lvl2pPr marL="797185" indent="-306610" defTabSz="1011812" eaLnBrk="0" hangingPunct="0">
              <a:tabLst>
                <a:tab pos="5999331" algn="r"/>
              </a:tabLst>
              <a:defRPr sz="1500">
                <a:solidFill>
                  <a:schemeClr val="bg1"/>
                </a:solidFill>
                <a:latin typeface="Arial" charset="0"/>
              </a:defRPr>
            </a:lvl2pPr>
            <a:lvl3pPr marL="1226439" indent="-245288" defTabSz="1011812" eaLnBrk="0" hangingPunct="0">
              <a:tabLst>
                <a:tab pos="5999331" algn="r"/>
              </a:tabLst>
              <a:defRPr sz="1500">
                <a:solidFill>
                  <a:schemeClr val="bg1"/>
                </a:solidFill>
                <a:latin typeface="Arial" charset="0"/>
              </a:defRPr>
            </a:lvl3pPr>
            <a:lvl4pPr marL="1717015" indent="-245288" defTabSz="1011812" eaLnBrk="0" hangingPunct="0">
              <a:tabLst>
                <a:tab pos="5999331" algn="r"/>
              </a:tabLst>
              <a:defRPr sz="1500">
                <a:solidFill>
                  <a:schemeClr val="bg1"/>
                </a:solidFill>
                <a:latin typeface="Arial" charset="0"/>
              </a:defRPr>
            </a:lvl4pPr>
            <a:lvl5pPr marL="2207590" indent="-245288" defTabSz="1011812" eaLnBrk="0" hangingPunct="0">
              <a:tabLst>
                <a:tab pos="5999331" algn="r"/>
              </a:tabLst>
              <a:defRPr sz="1500">
                <a:solidFill>
                  <a:schemeClr val="bg1"/>
                </a:solidFill>
                <a:latin typeface="Arial" charset="0"/>
              </a:defRPr>
            </a:lvl5pPr>
            <a:lvl6pPr marL="2698166"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6pPr>
            <a:lvl7pPr marL="3188741"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7pPr>
            <a:lvl8pPr marL="3679317"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8pPr>
            <a:lvl9pPr marL="4169893"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9pPr>
          </a:lstStyle>
          <a:p>
            <a:r>
              <a:rPr lang="en-US" altLang="en-US" sz="1300">
                <a:solidFill>
                  <a:schemeClr val="tx1"/>
                </a:solidFill>
              </a:rPr>
              <a:t>	</a:t>
            </a:r>
            <a:endParaRPr lang="en-US" sz="1300">
              <a:solidFill>
                <a:schemeClr val="tx1"/>
              </a:solidFill>
            </a:endParaRPr>
          </a:p>
        </p:txBody>
      </p:sp>
      <p:sp>
        <p:nvSpPr>
          <p:cNvPr id="7270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9889" eaLnBrk="0" hangingPunct="0">
              <a:tabLst>
                <a:tab pos="2943454" algn="ctr"/>
              </a:tabLst>
              <a:defRPr sz="1500">
                <a:solidFill>
                  <a:schemeClr val="bg1"/>
                </a:solidFill>
                <a:latin typeface="Arial" charset="0"/>
              </a:defRPr>
            </a:lvl1pPr>
            <a:lvl2pPr marL="797185" indent="-306610" defTabSz="999889" eaLnBrk="0" hangingPunct="0">
              <a:tabLst>
                <a:tab pos="2943454" algn="ctr"/>
              </a:tabLst>
              <a:defRPr sz="1500">
                <a:solidFill>
                  <a:schemeClr val="bg1"/>
                </a:solidFill>
                <a:latin typeface="Arial" charset="0"/>
              </a:defRPr>
            </a:lvl2pPr>
            <a:lvl3pPr marL="1226439" indent="-245288" defTabSz="999889" eaLnBrk="0" hangingPunct="0">
              <a:tabLst>
                <a:tab pos="2943454" algn="ctr"/>
              </a:tabLst>
              <a:defRPr sz="1500">
                <a:solidFill>
                  <a:schemeClr val="bg1"/>
                </a:solidFill>
                <a:latin typeface="Arial" charset="0"/>
              </a:defRPr>
            </a:lvl3pPr>
            <a:lvl4pPr marL="1717015" indent="-245288" defTabSz="999889" eaLnBrk="0" hangingPunct="0">
              <a:tabLst>
                <a:tab pos="2943454" algn="ctr"/>
              </a:tabLst>
              <a:defRPr sz="1500">
                <a:solidFill>
                  <a:schemeClr val="bg1"/>
                </a:solidFill>
                <a:latin typeface="Arial" charset="0"/>
              </a:defRPr>
            </a:lvl4pPr>
            <a:lvl5pPr marL="2207590" indent="-245288" defTabSz="999889" eaLnBrk="0" hangingPunct="0">
              <a:tabLst>
                <a:tab pos="2943454" algn="ctr"/>
              </a:tabLst>
              <a:defRPr sz="1500">
                <a:solidFill>
                  <a:schemeClr val="bg1"/>
                </a:solidFill>
                <a:latin typeface="Arial" charset="0"/>
              </a:defRPr>
            </a:lvl5pPr>
            <a:lvl6pPr marL="2698166"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6pPr>
            <a:lvl7pPr marL="3188741"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7pPr>
            <a:lvl8pPr marL="3679317"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8pPr>
            <a:lvl9pPr marL="4169893"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9pPr>
          </a:lstStyle>
          <a:p>
            <a:pPr eaLnBrk="1" hangingPunct="1"/>
            <a:r>
              <a:rPr lang="en-US" altLang="en-US" sz="1300">
                <a:solidFill>
                  <a:schemeClr val="tx1"/>
                </a:solidFill>
              </a:rPr>
              <a:t>	Documents - </a:t>
            </a:r>
            <a:fld id="{C6831BFE-2A91-471E-AAF0-4D103F41A7D9}" type="slidenum">
              <a:rPr lang="en-US" altLang="en-US" sz="1300">
                <a:solidFill>
                  <a:schemeClr val="tx1"/>
                </a:solidFill>
              </a:rPr>
              <a:pPr eaLnBrk="1" hangingPunct="1"/>
              <a:t>23</a:t>
            </a:fld>
            <a:endParaRPr lang="en-US" altLang="en-US" sz="1300">
              <a:solidFill>
                <a:schemeClr val="tx1"/>
              </a:solidFill>
            </a:endParaRPr>
          </a:p>
        </p:txBody>
      </p:sp>
      <p:sp>
        <p:nvSpPr>
          <p:cNvPr id="72708" name="Rectangle 2"/>
          <p:cNvSpPr>
            <a:spLocks noGrp="1" noRot="1" noChangeAspect="1" noChangeArrowheads="1" noTextEdit="1"/>
          </p:cNvSpPr>
          <p:nvPr>
            <p:ph type="sldImg"/>
          </p:nvPr>
        </p:nvSpPr>
        <p:spPr>
          <a:xfrm>
            <a:off x="563563" y="693738"/>
            <a:ext cx="5978525" cy="4484687"/>
          </a:xfrm>
          <a:ln/>
        </p:spPr>
      </p:sp>
      <p:sp>
        <p:nvSpPr>
          <p:cNvPr id="7270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a:t>The steps described in this section</a:t>
            </a:r>
            <a:r>
              <a:rPr lang="en-US" baseline="0" dirty="0"/>
              <a:t> assume the Guidewire Document Assistant </a:t>
            </a:r>
            <a:r>
              <a:rPr lang="en-US" b="1" baseline="0" dirty="0"/>
              <a:t>is not </a:t>
            </a:r>
            <a:r>
              <a:rPr lang="en-US" b="0" baseline="0" dirty="0"/>
              <a:t>enabled.</a:t>
            </a:r>
            <a:endParaRPr lang="en-US" dirty="0"/>
          </a:p>
        </p:txBody>
      </p:sp>
    </p:spTree>
    <p:extLst>
      <p:ext uri="{BB962C8B-B14F-4D97-AF65-F5344CB8AC3E}">
        <p14:creationId xmlns:p14="http://schemas.microsoft.com/office/powerpoint/2010/main" val="266561619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|EON~024|</a:t>
            </a:r>
          </a:p>
        </p:txBody>
      </p:sp>
      <p:sp>
        <p:nvSpPr>
          <p:cNvPr id="7373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11812" eaLnBrk="0" hangingPunct="0">
              <a:tabLst>
                <a:tab pos="5999331" algn="r"/>
              </a:tabLst>
              <a:defRPr sz="1500">
                <a:solidFill>
                  <a:schemeClr val="bg1"/>
                </a:solidFill>
                <a:latin typeface="Arial" charset="0"/>
              </a:defRPr>
            </a:lvl1pPr>
            <a:lvl2pPr marL="797185" indent="-306610" defTabSz="1011812" eaLnBrk="0" hangingPunct="0">
              <a:tabLst>
                <a:tab pos="5999331" algn="r"/>
              </a:tabLst>
              <a:defRPr sz="1500">
                <a:solidFill>
                  <a:schemeClr val="bg1"/>
                </a:solidFill>
                <a:latin typeface="Arial" charset="0"/>
              </a:defRPr>
            </a:lvl2pPr>
            <a:lvl3pPr marL="1226439" indent="-245288" defTabSz="1011812" eaLnBrk="0" hangingPunct="0">
              <a:tabLst>
                <a:tab pos="5999331" algn="r"/>
              </a:tabLst>
              <a:defRPr sz="1500">
                <a:solidFill>
                  <a:schemeClr val="bg1"/>
                </a:solidFill>
                <a:latin typeface="Arial" charset="0"/>
              </a:defRPr>
            </a:lvl3pPr>
            <a:lvl4pPr marL="1717015" indent="-245288" defTabSz="1011812" eaLnBrk="0" hangingPunct="0">
              <a:tabLst>
                <a:tab pos="5999331" algn="r"/>
              </a:tabLst>
              <a:defRPr sz="1500">
                <a:solidFill>
                  <a:schemeClr val="bg1"/>
                </a:solidFill>
                <a:latin typeface="Arial" charset="0"/>
              </a:defRPr>
            </a:lvl4pPr>
            <a:lvl5pPr marL="2207590" indent="-245288" defTabSz="1011812" eaLnBrk="0" hangingPunct="0">
              <a:tabLst>
                <a:tab pos="5999331" algn="r"/>
              </a:tabLst>
              <a:defRPr sz="1500">
                <a:solidFill>
                  <a:schemeClr val="bg1"/>
                </a:solidFill>
                <a:latin typeface="Arial" charset="0"/>
              </a:defRPr>
            </a:lvl5pPr>
            <a:lvl6pPr marL="2698166"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6pPr>
            <a:lvl7pPr marL="3188741"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7pPr>
            <a:lvl8pPr marL="3679317"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8pPr>
            <a:lvl9pPr marL="4169893"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9pPr>
          </a:lstStyle>
          <a:p>
            <a:r>
              <a:rPr lang="en-US" altLang="en-US" sz="1300">
                <a:solidFill>
                  <a:schemeClr val="tx1"/>
                </a:solidFill>
              </a:rPr>
              <a:t>	</a:t>
            </a:r>
            <a:endParaRPr lang="en-US" sz="1300">
              <a:solidFill>
                <a:schemeClr val="tx1"/>
              </a:solidFill>
            </a:endParaRPr>
          </a:p>
        </p:txBody>
      </p:sp>
      <p:sp>
        <p:nvSpPr>
          <p:cNvPr id="7373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9889" eaLnBrk="0" hangingPunct="0">
              <a:tabLst>
                <a:tab pos="2943454" algn="ctr"/>
              </a:tabLst>
              <a:defRPr sz="1500">
                <a:solidFill>
                  <a:schemeClr val="bg1"/>
                </a:solidFill>
                <a:latin typeface="Arial" charset="0"/>
              </a:defRPr>
            </a:lvl1pPr>
            <a:lvl2pPr marL="797185" indent="-306610" defTabSz="999889" eaLnBrk="0" hangingPunct="0">
              <a:tabLst>
                <a:tab pos="2943454" algn="ctr"/>
              </a:tabLst>
              <a:defRPr sz="1500">
                <a:solidFill>
                  <a:schemeClr val="bg1"/>
                </a:solidFill>
                <a:latin typeface="Arial" charset="0"/>
              </a:defRPr>
            </a:lvl2pPr>
            <a:lvl3pPr marL="1226439" indent="-245288" defTabSz="999889" eaLnBrk="0" hangingPunct="0">
              <a:tabLst>
                <a:tab pos="2943454" algn="ctr"/>
              </a:tabLst>
              <a:defRPr sz="1500">
                <a:solidFill>
                  <a:schemeClr val="bg1"/>
                </a:solidFill>
                <a:latin typeface="Arial" charset="0"/>
              </a:defRPr>
            </a:lvl3pPr>
            <a:lvl4pPr marL="1717015" indent="-245288" defTabSz="999889" eaLnBrk="0" hangingPunct="0">
              <a:tabLst>
                <a:tab pos="2943454" algn="ctr"/>
              </a:tabLst>
              <a:defRPr sz="1500">
                <a:solidFill>
                  <a:schemeClr val="bg1"/>
                </a:solidFill>
                <a:latin typeface="Arial" charset="0"/>
              </a:defRPr>
            </a:lvl4pPr>
            <a:lvl5pPr marL="2207590" indent="-245288" defTabSz="999889" eaLnBrk="0" hangingPunct="0">
              <a:tabLst>
                <a:tab pos="2943454" algn="ctr"/>
              </a:tabLst>
              <a:defRPr sz="1500">
                <a:solidFill>
                  <a:schemeClr val="bg1"/>
                </a:solidFill>
                <a:latin typeface="Arial" charset="0"/>
              </a:defRPr>
            </a:lvl5pPr>
            <a:lvl6pPr marL="2698166"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6pPr>
            <a:lvl7pPr marL="3188741"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7pPr>
            <a:lvl8pPr marL="3679317"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8pPr>
            <a:lvl9pPr marL="4169893"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9pPr>
          </a:lstStyle>
          <a:p>
            <a:pPr eaLnBrk="1" hangingPunct="1"/>
            <a:r>
              <a:rPr lang="en-US" altLang="en-US" sz="1300">
                <a:solidFill>
                  <a:schemeClr val="tx1"/>
                </a:solidFill>
              </a:rPr>
              <a:t>	Documents - </a:t>
            </a:r>
            <a:fld id="{18715EF0-9AA2-4322-A2A9-041E129BA78E}" type="slidenum">
              <a:rPr lang="en-US" altLang="en-US" sz="1300">
                <a:solidFill>
                  <a:schemeClr val="tx1"/>
                </a:solidFill>
              </a:rPr>
              <a:pPr eaLnBrk="1" hangingPunct="1"/>
              <a:t>24</a:t>
            </a:fld>
            <a:endParaRPr lang="en-US" altLang="en-US" sz="1300">
              <a:solidFill>
                <a:schemeClr val="tx1"/>
              </a:solidFill>
            </a:endParaRPr>
          </a:p>
        </p:txBody>
      </p:sp>
      <p:sp>
        <p:nvSpPr>
          <p:cNvPr id="73732" name="Rectangle 2"/>
          <p:cNvSpPr>
            <a:spLocks noGrp="1" noRot="1" noChangeAspect="1" noChangeArrowheads="1" noTextEdit="1"/>
          </p:cNvSpPr>
          <p:nvPr>
            <p:ph type="sldImg"/>
          </p:nvPr>
        </p:nvSpPr>
        <p:spPr>
          <a:xfrm>
            <a:off x="563563" y="693738"/>
            <a:ext cx="5978525" cy="4484687"/>
          </a:xfrm>
          <a:ln/>
        </p:spPr>
      </p:sp>
      <p:sp>
        <p:nvSpPr>
          <p:cNvPr id="7373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4847" indent="-224847" eaLnBrk="1" hangingPunct="1"/>
            <a:r>
              <a:rPr lang="en-US" dirty="0"/>
              <a:t>To select the template from which to generate a new document:</a:t>
            </a:r>
          </a:p>
          <a:p>
            <a:pPr marL="470135" lvl="1" indent="-224847" eaLnBrk="1" hangingPunct="1">
              <a:buFontTx/>
              <a:buAutoNum type="arabicPeriod"/>
            </a:pPr>
            <a:r>
              <a:rPr lang="en-US" dirty="0"/>
              <a:t>Click the "Create a from a template" menu item.</a:t>
            </a:r>
          </a:p>
          <a:p>
            <a:pPr marL="470135" lvl="1" indent="-224847" eaLnBrk="1" hangingPunct="1">
              <a:buFontTx/>
              <a:buAutoNum type="arabicPeriod"/>
            </a:pPr>
            <a:r>
              <a:rPr lang="en-US" dirty="0"/>
              <a:t>In the New document screen, click the search icon.</a:t>
            </a:r>
          </a:p>
          <a:p>
            <a:pPr marL="470135" lvl="1" indent="-224847" eaLnBrk="1" hangingPunct="1">
              <a:buFontTx/>
              <a:buAutoNum type="arabicPeriod"/>
            </a:pPr>
            <a:r>
              <a:rPr lang="en-US" dirty="0"/>
              <a:t>In the document templates screen, search for and select the appropriate template. The “Line of business” will be set</a:t>
            </a:r>
            <a:r>
              <a:rPr lang="en-US" baseline="0" dirty="0"/>
              <a:t> to the LOB of the claim and the “Jurisdiction” to the claim’s jurisdiction, if available.</a:t>
            </a:r>
            <a:endParaRPr lang="en-US" dirty="0"/>
          </a:p>
        </p:txBody>
      </p:sp>
    </p:spTree>
    <p:extLst>
      <p:ext uri="{BB962C8B-B14F-4D97-AF65-F5344CB8AC3E}">
        <p14:creationId xmlns:p14="http://schemas.microsoft.com/office/powerpoint/2010/main" val="288081598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|EON~025|</a:t>
            </a:r>
          </a:p>
        </p:txBody>
      </p:sp>
      <p:sp>
        <p:nvSpPr>
          <p:cNvPr id="7373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11812" eaLnBrk="0" hangingPunct="0">
              <a:tabLst>
                <a:tab pos="5999331" algn="r"/>
              </a:tabLst>
              <a:defRPr sz="1500">
                <a:solidFill>
                  <a:schemeClr val="bg1"/>
                </a:solidFill>
                <a:latin typeface="Arial" charset="0"/>
              </a:defRPr>
            </a:lvl1pPr>
            <a:lvl2pPr marL="797185" indent="-306610" defTabSz="1011812" eaLnBrk="0" hangingPunct="0">
              <a:tabLst>
                <a:tab pos="5999331" algn="r"/>
              </a:tabLst>
              <a:defRPr sz="1500">
                <a:solidFill>
                  <a:schemeClr val="bg1"/>
                </a:solidFill>
                <a:latin typeface="Arial" charset="0"/>
              </a:defRPr>
            </a:lvl2pPr>
            <a:lvl3pPr marL="1226439" indent="-245288" defTabSz="1011812" eaLnBrk="0" hangingPunct="0">
              <a:tabLst>
                <a:tab pos="5999331" algn="r"/>
              </a:tabLst>
              <a:defRPr sz="1500">
                <a:solidFill>
                  <a:schemeClr val="bg1"/>
                </a:solidFill>
                <a:latin typeface="Arial" charset="0"/>
              </a:defRPr>
            </a:lvl3pPr>
            <a:lvl4pPr marL="1717015" indent="-245288" defTabSz="1011812" eaLnBrk="0" hangingPunct="0">
              <a:tabLst>
                <a:tab pos="5999331" algn="r"/>
              </a:tabLst>
              <a:defRPr sz="1500">
                <a:solidFill>
                  <a:schemeClr val="bg1"/>
                </a:solidFill>
                <a:latin typeface="Arial" charset="0"/>
              </a:defRPr>
            </a:lvl4pPr>
            <a:lvl5pPr marL="2207590" indent="-245288" defTabSz="1011812" eaLnBrk="0" hangingPunct="0">
              <a:tabLst>
                <a:tab pos="5999331" algn="r"/>
              </a:tabLst>
              <a:defRPr sz="1500">
                <a:solidFill>
                  <a:schemeClr val="bg1"/>
                </a:solidFill>
                <a:latin typeface="Arial" charset="0"/>
              </a:defRPr>
            </a:lvl5pPr>
            <a:lvl6pPr marL="2698166"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6pPr>
            <a:lvl7pPr marL="3188741"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7pPr>
            <a:lvl8pPr marL="3679317"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8pPr>
            <a:lvl9pPr marL="4169893"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9pPr>
          </a:lstStyle>
          <a:p>
            <a:r>
              <a:rPr lang="en-US" altLang="en-US" sz="1300">
                <a:solidFill>
                  <a:schemeClr val="tx1"/>
                </a:solidFill>
              </a:rPr>
              <a:t>	</a:t>
            </a:r>
            <a:endParaRPr lang="en-US" sz="1300">
              <a:solidFill>
                <a:schemeClr val="tx1"/>
              </a:solidFill>
            </a:endParaRPr>
          </a:p>
        </p:txBody>
      </p:sp>
      <p:sp>
        <p:nvSpPr>
          <p:cNvPr id="7373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9889" eaLnBrk="0" hangingPunct="0">
              <a:tabLst>
                <a:tab pos="2943454" algn="ctr"/>
              </a:tabLst>
              <a:defRPr sz="1500">
                <a:solidFill>
                  <a:schemeClr val="bg1"/>
                </a:solidFill>
                <a:latin typeface="Arial" charset="0"/>
              </a:defRPr>
            </a:lvl1pPr>
            <a:lvl2pPr marL="797185" indent="-306610" defTabSz="999889" eaLnBrk="0" hangingPunct="0">
              <a:tabLst>
                <a:tab pos="2943454" algn="ctr"/>
              </a:tabLst>
              <a:defRPr sz="1500">
                <a:solidFill>
                  <a:schemeClr val="bg1"/>
                </a:solidFill>
                <a:latin typeface="Arial" charset="0"/>
              </a:defRPr>
            </a:lvl2pPr>
            <a:lvl3pPr marL="1226439" indent="-245288" defTabSz="999889" eaLnBrk="0" hangingPunct="0">
              <a:tabLst>
                <a:tab pos="2943454" algn="ctr"/>
              </a:tabLst>
              <a:defRPr sz="1500">
                <a:solidFill>
                  <a:schemeClr val="bg1"/>
                </a:solidFill>
                <a:latin typeface="Arial" charset="0"/>
              </a:defRPr>
            </a:lvl3pPr>
            <a:lvl4pPr marL="1717015" indent="-245288" defTabSz="999889" eaLnBrk="0" hangingPunct="0">
              <a:tabLst>
                <a:tab pos="2943454" algn="ctr"/>
              </a:tabLst>
              <a:defRPr sz="1500">
                <a:solidFill>
                  <a:schemeClr val="bg1"/>
                </a:solidFill>
                <a:latin typeface="Arial" charset="0"/>
              </a:defRPr>
            </a:lvl4pPr>
            <a:lvl5pPr marL="2207590" indent="-245288" defTabSz="999889" eaLnBrk="0" hangingPunct="0">
              <a:tabLst>
                <a:tab pos="2943454" algn="ctr"/>
              </a:tabLst>
              <a:defRPr sz="1500">
                <a:solidFill>
                  <a:schemeClr val="bg1"/>
                </a:solidFill>
                <a:latin typeface="Arial" charset="0"/>
              </a:defRPr>
            </a:lvl5pPr>
            <a:lvl6pPr marL="2698166"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6pPr>
            <a:lvl7pPr marL="3188741"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7pPr>
            <a:lvl8pPr marL="3679317"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8pPr>
            <a:lvl9pPr marL="4169893"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9pPr>
          </a:lstStyle>
          <a:p>
            <a:pPr eaLnBrk="1" hangingPunct="1"/>
            <a:r>
              <a:rPr lang="en-US" altLang="en-US" sz="1300">
                <a:solidFill>
                  <a:schemeClr val="tx1"/>
                </a:solidFill>
              </a:rPr>
              <a:t>	Documents - </a:t>
            </a:r>
            <a:fld id="{18715EF0-9AA2-4322-A2A9-041E129BA78E}" type="slidenum">
              <a:rPr lang="en-US" altLang="en-US" sz="1300">
                <a:solidFill>
                  <a:schemeClr val="tx1"/>
                </a:solidFill>
              </a:rPr>
              <a:pPr eaLnBrk="1" hangingPunct="1"/>
              <a:t>25</a:t>
            </a:fld>
            <a:endParaRPr lang="en-US" altLang="en-US" sz="1300">
              <a:solidFill>
                <a:schemeClr val="tx1"/>
              </a:solidFill>
            </a:endParaRPr>
          </a:p>
        </p:txBody>
      </p:sp>
      <p:sp>
        <p:nvSpPr>
          <p:cNvPr id="73732" name="Rectangle 2"/>
          <p:cNvSpPr>
            <a:spLocks noGrp="1" noRot="1" noChangeAspect="1" noChangeArrowheads="1" noTextEdit="1"/>
          </p:cNvSpPr>
          <p:nvPr>
            <p:ph type="sldImg"/>
          </p:nvPr>
        </p:nvSpPr>
        <p:spPr>
          <a:xfrm>
            <a:off x="563563" y="693738"/>
            <a:ext cx="5978525" cy="4484687"/>
          </a:xfrm>
          <a:ln/>
        </p:spPr>
      </p:sp>
      <p:sp>
        <p:nvSpPr>
          <p:cNvPr id="7373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4847" indent="-224847" eaLnBrk="1" hangingPunct="1"/>
            <a:r>
              <a:rPr lang="en-US" dirty="0"/>
              <a:t>To select the template from which to generate a new document:</a:t>
            </a:r>
          </a:p>
          <a:p>
            <a:pPr marL="470135" lvl="1" indent="-224847" eaLnBrk="1" hangingPunct="1">
              <a:buFontTx/>
              <a:buAutoNum type="arabicPeriod"/>
            </a:pPr>
            <a:r>
              <a:rPr lang="en-US" dirty="0"/>
              <a:t>Click the </a:t>
            </a:r>
            <a:r>
              <a:rPr lang="en-US"/>
              <a:t>"Create</a:t>
            </a:r>
            <a:r>
              <a:rPr lang="en-US" baseline="0"/>
              <a:t> </a:t>
            </a:r>
            <a:r>
              <a:rPr lang="en-US"/>
              <a:t>from </a:t>
            </a:r>
            <a:r>
              <a:rPr lang="en-US" dirty="0"/>
              <a:t>a template" menu item.</a:t>
            </a:r>
          </a:p>
          <a:p>
            <a:pPr marL="470135" lvl="1" indent="-224847" eaLnBrk="1" hangingPunct="1">
              <a:buFontTx/>
              <a:buAutoNum type="arabicPeriod"/>
            </a:pPr>
            <a:r>
              <a:rPr lang="en-US" dirty="0"/>
              <a:t>In the New document screen, click the search icon.</a:t>
            </a:r>
          </a:p>
          <a:p>
            <a:pPr marL="470135" lvl="1" indent="-224847" eaLnBrk="1" hangingPunct="1">
              <a:buFontTx/>
              <a:buAutoNum type="arabicPeriod"/>
            </a:pPr>
            <a:r>
              <a:rPr lang="en-US" dirty="0"/>
              <a:t>In the document templates screen, search for and select the appropriate template. The “Line of business” will be set</a:t>
            </a:r>
            <a:r>
              <a:rPr lang="en-US" baseline="0" dirty="0"/>
              <a:t> to the LOB of the claim and the “Jurisdiction” to the claim’s jurisdiction, if available.</a:t>
            </a:r>
            <a:endParaRPr lang="en-US" dirty="0"/>
          </a:p>
        </p:txBody>
      </p:sp>
    </p:spTree>
    <p:extLst>
      <p:ext uri="{BB962C8B-B14F-4D97-AF65-F5344CB8AC3E}">
        <p14:creationId xmlns:p14="http://schemas.microsoft.com/office/powerpoint/2010/main" val="153427644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|EON~026|</a:t>
            </a:r>
          </a:p>
        </p:txBody>
      </p:sp>
      <p:sp>
        <p:nvSpPr>
          <p:cNvPr id="7475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11812" eaLnBrk="0" hangingPunct="0">
              <a:tabLst>
                <a:tab pos="5999331" algn="r"/>
              </a:tabLst>
              <a:defRPr sz="1500">
                <a:solidFill>
                  <a:schemeClr val="bg1"/>
                </a:solidFill>
                <a:latin typeface="Arial" charset="0"/>
              </a:defRPr>
            </a:lvl1pPr>
            <a:lvl2pPr marL="797185" indent="-306610" defTabSz="1011812" eaLnBrk="0" hangingPunct="0">
              <a:tabLst>
                <a:tab pos="5999331" algn="r"/>
              </a:tabLst>
              <a:defRPr sz="1500">
                <a:solidFill>
                  <a:schemeClr val="bg1"/>
                </a:solidFill>
                <a:latin typeface="Arial" charset="0"/>
              </a:defRPr>
            </a:lvl2pPr>
            <a:lvl3pPr marL="1226439" indent="-245288" defTabSz="1011812" eaLnBrk="0" hangingPunct="0">
              <a:tabLst>
                <a:tab pos="5999331" algn="r"/>
              </a:tabLst>
              <a:defRPr sz="1500">
                <a:solidFill>
                  <a:schemeClr val="bg1"/>
                </a:solidFill>
                <a:latin typeface="Arial" charset="0"/>
              </a:defRPr>
            </a:lvl3pPr>
            <a:lvl4pPr marL="1717015" indent="-245288" defTabSz="1011812" eaLnBrk="0" hangingPunct="0">
              <a:tabLst>
                <a:tab pos="5999331" algn="r"/>
              </a:tabLst>
              <a:defRPr sz="1500">
                <a:solidFill>
                  <a:schemeClr val="bg1"/>
                </a:solidFill>
                <a:latin typeface="Arial" charset="0"/>
              </a:defRPr>
            </a:lvl4pPr>
            <a:lvl5pPr marL="2207590" indent="-245288" defTabSz="1011812" eaLnBrk="0" hangingPunct="0">
              <a:tabLst>
                <a:tab pos="5999331" algn="r"/>
              </a:tabLst>
              <a:defRPr sz="1500">
                <a:solidFill>
                  <a:schemeClr val="bg1"/>
                </a:solidFill>
                <a:latin typeface="Arial" charset="0"/>
              </a:defRPr>
            </a:lvl5pPr>
            <a:lvl6pPr marL="2698166"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6pPr>
            <a:lvl7pPr marL="3188741"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7pPr>
            <a:lvl8pPr marL="3679317"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8pPr>
            <a:lvl9pPr marL="4169893"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9pPr>
          </a:lstStyle>
          <a:p>
            <a:r>
              <a:rPr lang="en-US" altLang="en-US" sz="1300">
                <a:solidFill>
                  <a:schemeClr val="tx1"/>
                </a:solidFill>
              </a:rPr>
              <a:t>	</a:t>
            </a:r>
            <a:endParaRPr lang="en-US" sz="1300">
              <a:solidFill>
                <a:schemeClr val="tx1"/>
              </a:solidFill>
            </a:endParaRPr>
          </a:p>
        </p:txBody>
      </p:sp>
      <p:sp>
        <p:nvSpPr>
          <p:cNvPr id="7475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9889" eaLnBrk="0" hangingPunct="0">
              <a:tabLst>
                <a:tab pos="2943454" algn="ctr"/>
              </a:tabLst>
              <a:defRPr sz="1500">
                <a:solidFill>
                  <a:schemeClr val="bg1"/>
                </a:solidFill>
                <a:latin typeface="Arial" charset="0"/>
              </a:defRPr>
            </a:lvl1pPr>
            <a:lvl2pPr marL="797185" indent="-306610" defTabSz="999889" eaLnBrk="0" hangingPunct="0">
              <a:tabLst>
                <a:tab pos="2943454" algn="ctr"/>
              </a:tabLst>
              <a:defRPr sz="1500">
                <a:solidFill>
                  <a:schemeClr val="bg1"/>
                </a:solidFill>
                <a:latin typeface="Arial" charset="0"/>
              </a:defRPr>
            </a:lvl2pPr>
            <a:lvl3pPr marL="1226439" indent="-245288" defTabSz="999889" eaLnBrk="0" hangingPunct="0">
              <a:tabLst>
                <a:tab pos="2943454" algn="ctr"/>
              </a:tabLst>
              <a:defRPr sz="1500">
                <a:solidFill>
                  <a:schemeClr val="bg1"/>
                </a:solidFill>
                <a:latin typeface="Arial" charset="0"/>
              </a:defRPr>
            </a:lvl3pPr>
            <a:lvl4pPr marL="1717015" indent="-245288" defTabSz="999889" eaLnBrk="0" hangingPunct="0">
              <a:tabLst>
                <a:tab pos="2943454" algn="ctr"/>
              </a:tabLst>
              <a:defRPr sz="1500">
                <a:solidFill>
                  <a:schemeClr val="bg1"/>
                </a:solidFill>
                <a:latin typeface="Arial" charset="0"/>
              </a:defRPr>
            </a:lvl4pPr>
            <a:lvl5pPr marL="2207590" indent="-245288" defTabSz="999889" eaLnBrk="0" hangingPunct="0">
              <a:tabLst>
                <a:tab pos="2943454" algn="ctr"/>
              </a:tabLst>
              <a:defRPr sz="1500">
                <a:solidFill>
                  <a:schemeClr val="bg1"/>
                </a:solidFill>
                <a:latin typeface="Arial" charset="0"/>
              </a:defRPr>
            </a:lvl5pPr>
            <a:lvl6pPr marL="2698166"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6pPr>
            <a:lvl7pPr marL="3188741"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7pPr>
            <a:lvl8pPr marL="3679317"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8pPr>
            <a:lvl9pPr marL="4169893"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9pPr>
          </a:lstStyle>
          <a:p>
            <a:pPr eaLnBrk="1" hangingPunct="1"/>
            <a:r>
              <a:rPr lang="en-US" altLang="en-US" sz="1300">
                <a:solidFill>
                  <a:schemeClr val="tx1"/>
                </a:solidFill>
              </a:rPr>
              <a:t>	Documents - </a:t>
            </a:r>
            <a:fld id="{A215E274-F662-4929-A0A6-C4AC50243F90}" type="slidenum">
              <a:rPr lang="en-US" altLang="en-US" sz="1300">
                <a:solidFill>
                  <a:schemeClr val="tx1"/>
                </a:solidFill>
              </a:rPr>
              <a:pPr eaLnBrk="1" hangingPunct="1"/>
              <a:t>26</a:t>
            </a:fld>
            <a:endParaRPr lang="en-US" altLang="en-US" sz="1300">
              <a:solidFill>
                <a:schemeClr val="tx1"/>
              </a:solidFill>
            </a:endParaRPr>
          </a:p>
        </p:txBody>
      </p:sp>
      <p:sp>
        <p:nvSpPr>
          <p:cNvPr id="74756" name="Rectangle 2"/>
          <p:cNvSpPr>
            <a:spLocks noGrp="1" noRot="1" noChangeAspect="1" noChangeArrowheads="1" noTextEdit="1"/>
          </p:cNvSpPr>
          <p:nvPr>
            <p:ph type="sldImg"/>
          </p:nvPr>
        </p:nvSpPr>
        <p:spPr>
          <a:xfrm>
            <a:off x="563563" y="693738"/>
            <a:ext cx="5978525" cy="4484687"/>
          </a:xfrm>
          <a:ln/>
        </p:spPr>
      </p:sp>
      <p:sp>
        <p:nvSpPr>
          <p:cNvPr id="7475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a:t>Once you have selected the appropriate template, you typically also need to specify which objects ClaimCenter will use when generating the document. For example, a Reservation Rights is sent to someone and from someone. Before generating the document, you need to specify which claimant the letter is addressed to (Robert Farley in the example above) and which adjuster the letter is coming from (Andy</a:t>
            </a:r>
            <a:r>
              <a:rPr lang="en-US" baseline="0" dirty="0"/>
              <a:t> Applegate</a:t>
            </a:r>
            <a:r>
              <a:rPr lang="en-US" dirty="0"/>
              <a:t> in the example above).</a:t>
            </a:r>
          </a:p>
          <a:p>
            <a:pPr eaLnBrk="1" hangingPunct="1"/>
            <a:r>
              <a:rPr lang="en-US" dirty="0"/>
              <a:t>When you are done specifying the objects, click Create Document. ClaimCenter will</a:t>
            </a:r>
            <a:r>
              <a:rPr lang="en-US" baseline="0" dirty="0"/>
              <a:t> then download an executable, depending on the type of document. In the case of a MS Word document, the executable will be a </a:t>
            </a:r>
            <a:r>
              <a:rPr lang="en-US" baseline="0" dirty="0" err="1"/>
              <a:t>Javascript</a:t>
            </a:r>
            <a:r>
              <a:rPr lang="en-US" baseline="0" dirty="0"/>
              <a:t> file. Your browser may be configured to automatically execute this file type, otherwise click the downloaded file to run and document will appear in the desktop application associated with the file extension, and with the specified object values in the file. In the example shown in the slide, that is MS Word.</a:t>
            </a:r>
            <a:endParaRPr lang="en-US" dirty="0"/>
          </a:p>
          <a:p>
            <a:pPr eaLnBrk="1" hangingPunct="1"/>
            <a:endParaRPr lang="en-US" dirty="0"/>
          </a:p>
          <a:p>
            <a:pPr eaLnBrk="1" hangingPunct="1"/>
            <a:r>
              <a:rPr lang="en-US" dirty="0"/>
              <a:t>In</a:t>
            </a:r>
            <a:r>
              <a:rPr lang="en-US" baseline="0" dirty="0"/>
              <a:t> some ClaimCenter configurations t</a:t>
            </a:r>
            <a:r>
              <a:rPr lang="en-US" dirty="0"/>
              <a:t>he</a:t>
            </a:r>
            <a:r>
              <a:rPr lang="en-US" baseline="0" dirty="0"/>
              <a:t> Guidewire Document Assistant automatically includes the specified object values in the file and opens the file in the appropriate application. However, Guidewire does not recommend enabling this feature due to inconsistent browser support.</a:t>
            </a:r>
            <a:endParaRPr lang="en-US" dirty="0"/>
          </a:p>
        </p:txBody>
      </p:sp>
    </p:spTree>
    <p:extLst>
      <p:ext uri="{BB962C8B-B14F-4D97-AF65-F5344CB8AC3E}">
        <p14:creationId xmlns:p14="http://schemas.microsoft.com/office/powerpoint/2010/main" val="156342934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|EON~027|</a:t>
            </a:r>
          </a:p>
        </p:txBody>
      </p:sp>
      <p:sp>
        <p:nvSpPr>
          <p:cNvPr id="7577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11812" eaLnBrk="0" hangingPunct="0">
              <a:tabLst>
                <a:tab pos="5999331" algn="r"/>
              </a:tabLst>
              <a:defRPr sz="1500">
                <a:solidFill>
                  <a:schemeClr val="bg1"/>
                </a:solidFill>
                <a:latin typeface="Arial" charset="0"/>
              </a:defRPr>
            </a:lvl1pPr>
            <a:lvl2pPr marL="797185" indent="-306610" defTabSz="1011812" eaLnBrk="0" hangingPunct="0">
              <a:tabLst>
                <a:tab pos="5999331" algn="r"/>
              </a:tabLst>
              <a:defRPr sz="1500">
                <a:solidFill>
                  <a:schemeClr val="bg1"/>
                </a:solidFill>
                <a:latin typeface="Arial" charset="0"/>
              </a:defRPr>
            </a:lvl2pPr>
            <a:lvl3pPr marL="1226439" indent="-245288" defTabSz="1011812" eaLnBrk="0" hangingPunct="0">
              <a:tabLst>
                <a:tab pos="5999331" algn="r"/>
              </a:tabLst>
              <a:defRPr sz="1500">
                <a:solidFill>
                  <a:schemeClr val="bg1"/>
                </a:solidFill>
                <a:latin typeface="Arial" charset="0"/>
              </a:defRPr>
            </a:lvl3pPr>
            <a:lvl4pPr marL="1717015" indent="-245288" defTabSz="1011812" eaLnBrk="0" hangingPunct="0">
              <a:tabLst>
                <a:tab pos="5999331" algn="r"/>
              </a:tabLst>
              <a:defRPr sz="1500">
                <a:solidFill>
                  <a:schemeClr val="bg1"/>
                </a:solidFill>
                <a:latin typeface="Arial" charset="0"/>
              </a:defRPr>
            </a:lvl4pPr>
            <a:lvl5pPr marL="2207590" indent="-245288" defTabSz="1011812" eaLnBrk="0" hangingPunct="0">
              <a:tabLst>
                <a:tab pos="5999331" algn="r"/>
              </a:tabLst>
              <a:defRPr sz="1500">
                <a:solidFill>
                  <a:schemeClr val="bg1"/>
                </a:solidFill>
                <a:latin typeface="Arial" charset="0"/>
              </a:defRPr>
            </a:lvl5pPr>
            <a:lvl6pPr marL="2698166"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6pPr>
            <a:lvl7pPr marL="3188741"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7pPr>
            <a:lvl8pPr marL="3679317"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8pPr>
            <a:lvl9pPr marL="4169893"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9pPr>
          </a:lstStyle>
          <a:p>
            <a:r>
              <a:rPr lang="en-US" altLang="en-US" sz="1300">
                <a:solidFill>
                  <a:schemeClr val="tx1"/>
                </a:solidFill>
              </a:rPr>
              <a:t>	</a:t>
            </a:r>
            <a:endParaRPr lang="en-US" sz="1300">
              <a:solidFill>
                <a:schemeClr val="tx1"/>
              </a:solidFill>
            </a:endParaRPr>
          </a:p>
        </p:txBody>
      </p:sp>
      <p:sp>
        <p:nvSpPr>
          <p:cNvPr id="7577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9889" eaLnBrk="0" hangingPunct="0">
              <a:tabLst>
                <a:tab pos="2943454" algn="ctr"/>
              </a:tabLst>
              <a:defRPr sz="1500">
                <a:solidFill>
                  <a:schemeClr val="bg1"/>
                </a:solidFill>
                <a:latin typeface="Arial" charset="0"/>
              </a:defRPr>
            </a:lvl1pPr>
            <a:lvl2pPr marL="797185" indent="-306610" defTabSz="999889" eaLnBrk="0" hangingPunct="0">
              <a:tabLst>
                <a:tab pos="2943454" algn="ctr"/>
              </a:tabLst>
              <a:defRPr sz="1500">
                <a:solidFill>
                  <a:schemeClr val="bg1"/>
                </a:solidFill>
                <a:latin typeface="Arial" charset="0"/>
              </a:defRPr>
            </a:lvl2pPr>
            <a:lvl3pPr marL="1226439" indent="-245288" defTabSz="999889" eaLnBrk="0" hangingPunct="0">
              <a:tabLst>
                <a:tab pos="2943454" algn="ctr"/>
              </a:tabLst>
              <a:defRPr sz="1500">
                <a:solidFill>
                  <a:schemeClr val="bg1"/>
                </a:solidFill>
                <a:latin typeface="Arial" charset="0"/>
              </a:defRPr>
            </a:lvl3pPr>
            <a:lvl4pPr marL="1717015" indent="-245288" defTabSz="999889" eaLnBrk="0" hangingPunct="0">
              <a:tabLst>
                <a:tab pos="2943454" algn="ctr"/>
              </a:tabLst>
              <a:defRPr sz="1500">
                <a:solidFill>
                  <a:schemeClr val="bg1"/>
                </a:solidFill>
                <a:latin typeface="Arial" charset="0"/>
              </a:defRPr>
            </a:lvl4pPr>
            <a:lvl5pPr marL="2207590" indent="-245288" defTabSz="999889" eaLnBrk="0" hangingPunct="0">
              <a:tabLst>
                <a:tab pos="2943454" algn="ctr"/>
              </a:tabLst>
              <a:defRPr sz="1500">
                <a:solidFill>
                  <a:schemeClr val="bg1"/>
                </a:solidFill>
                <a:latin typeface="Arial" charset="0"/>
              </a:defRPr>
            </a:lvl5pPr>
            <a:lvl6pPr marL="2698166"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6pPr>
            <a:lvl7pPr marL="3188741"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7pPr>
            <a:lvl8pPr marL="3679317"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8pPr>
            <a:lvl9pPr marL="4169893"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9pPr>
          </a:lstStyle>
          <a:p>
            <a:pPr eaLnBrk="1" hangingPunct="1"/>
            <a:r>
              <a:rPr lang="en-US" altLang="en-US" sz="1300">
                <a:solidFill>
                  <a:schemeClr val="tx1"/>
                </a:solidFill>
              </a:rPr>
              <a:t>	Documents - </a:t>
            </a:r>
            <a:fld id="{B5C85997-5714-4894-BA5E-18274317AE43}" type="slidenum">
              <a:rPr lang="en-US" altLang="en-US" sz="1300">
                <a:solidFill>
                  <a:schemeClr val="tx1"/>
                </a:solidFill>
              </a:rPr>
              <a:pPr eaLnBrk="1" hangingPunct="1"/>
              <a:t>27</a:t>
            </a:fld>
            <a:endParaRPr lang="en-US" altLang="en-US" sz="1300">
              <a:solidFill>
                <a:schemeClr val="tx1"/>
              </a:solidFill>
            </a:endParaRPr>
          </a:p>
        </p:txBody>
      </p:sp>
      <p:sp>
        <p:nvSpPr>
          <p:cNvPr id="75780" name="Rectangle 2"/>
          <p:cNvSpPr>
            <a:spLocks noGrp="1" noRot="1" noChangeAspect="1" noChangeArrowheads="1" noTextEdit="1"/>
          </p:cNvSpPr>
          <p:nvPr>
            <p:ph type="sldImg"/>
          </p:nvPr>
        </p:nvSpPr>
        <p:spPr>
          <a:xfrm>
            <a:off x="563563" y="693738"/>
            <a:ext cx="5978525" cy="4484687"/>
          </a:xfrm>
          <a:ln/>
        </p:spPr>
      </p:sp>
      <p:sp>
        <p:nvSpPr>
          <p:cNvPr id="7578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a:t>The slide above shows how information from the claim and the specified objects are used in the document. For example:</a:t>
            </a:r>
          </a:p>
          <a:p>
            <a:pPr lvl="1" eaLnBrk="1" hangingPunct="1"/>
            <a:r>
              <a:rPr lang="en-US" dirty="0"/>
              <a:t>The system date is used to insert a date in the letter.</a:t>
            </a:r>
          </a:p>
          <a:p>
            <a:pPr lvl="1" eaLnBrk="1" hangingPunct="1"/>
            <a:r>
              <a:rPr lang="en-US" dirty="0"/>
              <a:t>The specified claimant is used to insert the claimant's name and mailing address.</a:t>
            </a:r>
          </a:p>
          <a:p>
            <a:pPr lvl="1" eaLnBrk="1" hangingPunct="1"/>
            <a:r>
              <a:rPr lang="en-US" dirty="0"/>
              <a:t>The associated claim is used to insert the data of the loss date and the claim number.</a:t>
            </a:r>
          </a:p>
          <a:p>
            <a:pPr eaLnBrk="1" hangingPunct="1"/>
            <a:endParaRPr lang="en-US" dirty="0"/>
          </a:p>
        </p:txBody>
      </p:sp>
    </p:spTree>
    <p:extLst>
      <p:ext uri="{BB962C8B-B14F-4D97-AF65-F5344CB8AC3E}">
        <p14:creationId xmlns:p14="http://schemas.microsoft.com/office/powerpoint/2010/main" val="40073031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|EON~028|</a:t>
            </a:r>
          </a:p>
        </p:txBody>
      </p:sp>
      <p:sp>
        <p:nvSpPr>
          <p:cNvPr id="7577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11812" eaLnBrk="0" hangingPunct="0">
              <a:tabLst>
                <a:tab pos="5999331" algn="r"/>
              </a:tabLst>
              <a:defRPr sz="1500">
                <a:solidFill>
                  <a:schemeClr val="bg1"/>
                </a:solidFill>
                <a:latin typeface="Arial" charset="0"/>
              </a:defRPr>
            </a:lvl1pPr>
            <a:lvl2pPr marL="797185" indent="-306610" defTabSz="1011812" eaLnBrk="0" hangingPunct="0">
              <a:tabLst>
                <a:tab pos="5999331" algn="r"/>
              </a:tabLst>
              <a:defRPr sz="1500">
                <a:solidFill>
                  <a:schemeClr val="bg1"/>
                </a:solidFill>
                <a:latin typeface="Arial" charset="0"/>
              </a:defRPr>
            </a:lvl2pPr>
            <a:lvl3pPr marL="1226439" indent="-245288" defTabSz="1011812" eaLnBrk="0" hangingPunct="0">
              <a:tabLst>
                <a:tab pos="5999331" algn="r"/>
              </a:tabLst>
              <a:defRPr sz="1500">
                <a:solidFill>
                  <a:schemeClr val="bg1"/>
                </a:solidFill>
                <a:latin typeface="Arial" charset="0"/>
              </a:defRPr>
            </a:lvl3pPr>
            <a:lvl4pPr marL="1717015" indent="-245288" defTabSz="1011812" eaLnBrk="0" hangingPunct="0">
              <a:tabLst>
                <a:tab pos="5999331" algn="r"/>
              </a:tabLst>
              <a:defRPr sz="1500">
                <a:solidFill>
                  <a:schemeClr val="bg1"/>
                </a:solidFill>
                <a:latin typeface="Arial" charset="0"/>
              </a:defRPr>
            </a:lvl4pPr>
            <a:lvl5pPr marL="2207590" indent="-245288" defTabSz="1011812" eaLnBrk="0" hangingPunct="0">
              <a:tabLst>
                <a:tab pos="5999331" algn="r"/>
              </a:tabLst>
              <a:defRPr sz="1500">
                <a:solidFill>
                  <a:schemeClr val="bg1"/>
                </a:solidFill>
                <a:latin typeface="Arial" charset="0"/>
              </a:defRPr>
            </a:lvl5pPr>
            <a:lvl6pPr marL="2698166"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6pPr>
            <a:lvl7pPr marL="3188741"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7pPr>
            <a:lvl8pPr marL="3679317"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8pPr>
            <a:lvl9pPr marL="4169893"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9pPr>
          </a:lstStyle>
          <a:p>
            <a:r>
              <a:rPr lang="en-US" altLang="en-US" sz="1300">
                <a:solidFill>
                  <a:schemeClr val="tx1"/>
                </a:solidFill>
              </a:rPr>
              <a:t>	</a:t>
            </a:r>
            <a:endParaRPr lang="en-US" sz="1300">
              <a:solidFill>
                <a:schemeClr val="tx1"/>
              </a:solidFill>
            </a:endParaRPr>
          </a:p>
        </p:txBody>
      </p:sp>
      <p:sp>
        <p:nvSpPr>
          <p:cNvPr id="7577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9889" eaLnBrk="0" hangingPunct="0">
              <a:tabLst>
                <a:tab pos="2943454" algn="ctr"/>
              </a:tabLst>
              <a:defRPr sz="1500">
                <a:solidFill>
                  <a:schemeClr val="bg1"/>
                </a:solidFill>
                <a:latin typeface="Arial" charset="0"/>
              </a:defRPr>
            </a:lvl1pPr>
            <a:lvl2pPr marL="797185" indent="-306610" defTabSz="999889" eaLnBrk="0" hangingPunct="0">
              <a:tabLst>
                <a:tab pos="2943454" algn="ctr"/>
              </a:tabLst>
              <a:defRPr sz="1500">
                <a:solidFill>
                  <a:schemeClr val="bg1"/>
                </a:solidFill>
                <a:latin typeface="Arial" charset="0"/>
              </a:defRPr>
            </a:lvl2pPr>
            <a:lvl3pPr marL="1226439" indent="-245288" defTabSz="999889" eaLnBrk="0" hangingPunct="0">
              <a:tabLst>
                <a:tab pos="2943454" algn="ctr"/>
              </a:tabLst>
              <a:defRPr sz="1500">
                <a:solidFill>
                  <a:schemeClr val="bg1"/>
                </a:solidFill>
                <a:latin typeface="Arial" charset="0"/>
              </a:defRPr>
            </a:lvl3pPr>
            <a:lvl4pPr marL="1717015" indent="-245288" defTabSz="999889" eaLnBrk="0" hangingPunct="0">
              <a:tabLst>
                <a:tab pos="2943454" algn="ctr"/>
              </a:tabLst>
              <a:defRPr sz="1500">
                <a:solidFill>
                  <a:schemeClr val="bg1"/>
                </a:solidFill>
                <a:latin typeface="Arial" charset="0"/>
              </a:defRPr>
            </a:lvl4pPr>
            <a:lvl5pPr marL="2207590" indent="-245288" defTabSz="999889" eaLnBrk="0" hangingPunct="0">
              <a:tabLst>
                <a:tab pos="2943454" algn="ctr"/>
              </a:tabLst>
              <a:defRPr sz="1500">
                <a:solidFill>
                  <a:schemeClr val="bg1"/>
                </a:solidFill>
                <a:latin typeface="Arial" charset="0"/>
              </a:defRPr>
            </a:lvl5pPr>
            <a:lvl6pPr marL="2698166"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6pPr>
            <a:lvl7pPr marL="3188741"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7pPr>
            <a:lvl8pPr marL="3679317"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8pPr>
            <a:lvl9pPr marL="4169893"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9pPr>
          </a:lstStyle>
          <a:p>
            <a:pPr eaLnBrk="1" hangingPunct="1"/>
            <a:r>
              <a:rPr lang="en-US" altLang="en-US" sz="1300">
                <a:solidFill>
                  <a:schemeClr val="tx1"/>
                </a:solidFill>
              </a:rPr>
              <a:t>	Documents - </a:t>
            </a:r>
            <a:fld id="{B5C85997-5714-4894-BA5E-18274317AE43}" type="slidenum">
              <a:rPr lang="en-US" altLang="en-US" sz="1300">
                <a:solidFill>
                  <a:schemeClr val="tx1"/>
                </a:solidFill>
              </a:rPr>
              <a:pPr eaLnBrk="1" hangingPunct="1"/>
              <a:t>28</a:t>
            </a:fld>
            <a:endParaRPr lang="en-US" altLang="en-US" sz="1300">
              <a:solidFill>
                <a:schemeClr val="tx1"/>
              </a:solidFill>
            </a:endParaRPr>
          </a:p>
        </p:txBody>
      </p:sp>
      <p:sp>
        <p:nvSpPr>
          <p:cNvPr id="75780" name="Rectangle 2"/>
          <p:cNvSpPr>
            <a:spLocks noGrp="1" noRot="1" noChangeAspect="1" noChangeArrowheads="1" noTextEdit="1"/>
          </p:cNvSpPr>
          <p:nvPr>
            <p:ph type="sldImg"/>
          </p:nvPr>
        </p:nvSpPr>
        <p:spPr>
          <a:xfrm>
            <a:off x="563563" y="693738"/>
            <a:ext cx="5978525" cy="4484687"/>
          </a:xfrm>
          <a:ln/>
        </p:spPr>
      </p:sp>
      <p:sp>
        <p:nvSpPr>
          <p:cNvPr id="7578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a:t>The slide above shows how information from the claim and the specified objects are used in the document. For example:</a:t>
            </a:r>
          </a:p>
          <a:p>
            <a:pPr lvl="1" eaLnBrk="1" hangingPunct="1"/>
            <a:r>
              <a:rPr lang="en-US" dirty="0"/>
              <a:t>The system date is used to insert a date in the form.</a:t>
            </a:r>
          </a:p>
          <a:p>
            <a:pPr marL="342900" marR="0" lvl="1" indent="-114300" algn="l" defTabSz="914400" rtl="0" eaLnBrk="1" fontAlgn="base" latinLnBrk="0" hangingPunct="1">
              <a:lnSpc>
                <a:spcPct val="100000"/>
              </a:lnSpc>
              <a:spcBef>
                <a:spcPct val="10000"/>
              </a:spcBef>
              <a:spcAft>
                <a:spcPct val="0"/>
              </a:spcAft>
              <a:buClrTx/>
              <a:buSzTx/>
              <a:buFontTx/>
              <a:buChar char="•"/>
              <a:tabLst/>
              <a:defRPr/>
            </a:pPr>
            <a:r>
              <a:rPr lang="en-US" dirty="0"/>
              <a:t>The specified</a:t>
            </a:r>
            <a:r>
              <a:rPr lang="en-US" baseline="0" dirty="0"/>
              <a:t> adjuster </a:t>
            </a:r>
            <a:r>
              <a:rPr lang="en-US" dirty="0"/>
              <a:t>is used to insert the adjuster’s name.</a:t>
            </a:r>
          </a:p>
          <a:p>
            <a:pPr marL="342900" marR="0" lvl="1" indent="-114300" algn="l" defTabSz="914400" rtl="0" eaLnBrk="1" fontAlgn="base" latinLnBrk="0" hangingPunct="1">
              <a:lnSpc>
                <a:spcPct val="100000"/>
              </a:lnSpc>
              <a:spcBef>
                <a:spcPct val="10000"/>
              </a:spcBef>
              <a:spcAft>
                <a:spcPct val="0"/>
              </a:spcAft>
              <a:buClrTx/>
              <a:buSzTx/>
              <a:buFontTx/>
              <a:buChar char="•"/>
              <a:tabLst/>
              <a:defRPr/>
            </a:pPr>
            <a:r>
              <a:rPr lang="en-US" dirty="0"/>
              <a:t>The associated claim is used to insert the data of the loss date and the claim number.</a:t>
            </a:r>
          </a:p>
          <a:p>
            <a:pPr eaLnBrk="1" hangingPunct="1"/>
            <a:endParaRPr lang="en-US" dirty="0"/>
          </a:p>
        </p:txBody>
      </p:sp>
    </p:spTree>
    <p:extLst>
      <p:ext uri="{BB962C8B-B14F-4D97-AF65-F5344CB8AC3E}">
        <p14:creationId xmlns:p14="http://schemas.microsoft.com/office/powerpoint/2010/main" val="164477695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|EON~029|</a:t>
            </a:r>
          </a:p>
        </p:txBody>
      </p:sp>
      <p:sp>
        <p:nvSpPr>
          <p:cNvPr id="7680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11812" eaLnBrk="0" hangingPunct="0">
              <a:tabLst>
                <a:tab pos="5999331" algn="r"/>
              </a:tabLst>
              <a:defRPr sz="1500">
                <a:solidFill>
                  <a:schemeClr val="bg1"/>
                </a:solidFill>
                <a:latin typeface="Arial" charset="0"/>
              </a:defRPr>
            </a:lvl1pPr>
            <a:lvl2pPr marL="797185" indent="-306610" defTabSz="1011812" eaLnBrk="0" hangingPunct="0">
              <a:tabLst>
                <a:tab pos="5999331" algn="r"/>
              </a:tabLst>
              <a:defRPr sz="1500">
                <a:solidFill>
                  <a:schemeClr val="bg1"/>
                </a:solidFill>
                <a:latin typeface="Arial" charset="0"/>
              </a:defRPr>
            </a:lvl2pPr>
            <a:lvl3pPr marL="1226439" indent="-245288" defTabSz="1011812" eaLnBrk="0" hangingPunct="0">
              <a:tabLst>
                <a:tab pos="5999331" algn="r"/>
              </a:tabLst>
              <a:defRPr sz="1500">
                <a:solidFill>
                  <a:schemeClr val="bg1"/>
                </a:solidFill>
                <a:latin typeface="Arial" charset="0"/>
              </a:defRPr>
            </a:lvl3pPr>
            <a:lvl4pPr marL="1717015" indent="-245288" defTabSz="1011812" eaLnBrk="0" hangingPunct="0">
              <a:tabLst>
                <a:tab pos="5999331" algn="r"/>
              </a:tabLst>
              <a:defRPr sz="1500">
                <a:solidFill>
                  <a:schemeClr val="bg1"/>
                </a:solidFill>
                <a:latin typeface="Arial" charset="0"/>
              </a:defRPr>
            </a:lvl4pPr>
            <a:lvl5pPr marL="2207590" indent="-245288" defTabSz="1011812" eaLnBrk="0" hangingPunct="0">
              <a:tabLst>
                <a:tab pos="5999331" algn="r"/>
              </a:tabLst>
              <a:defRPr sz="1500">
                <a:solidFill>
                  <a:schemeClr val="bg1"/>
                </a:solidFill>
                <a:latin typeface="Arial" charset="0"/>
              </a:defRPr>
            </a:lvl5pPr>
            <a:lvl6pPr marL="2698166"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6pPr>
            <a:lvl7pPr marL="3188741"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7pPr>
            <a:lvl8pPr marL="3679317"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8pPr>
            <a:lvl9pPr marL="4169893"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9pPr>
          </a:lstStyle>
          <a:p>
            <a:r>
              <a:rPr lang="en-US" altLang="en-US" sz="1300">
                <a:solidFill>
                  <a:schemeClr val="tx1"/>
                </a:solidFill>
              </a:rPr>
              <a:t>	</a:t>
            </a:r>
            <a:endParaRPr lang="en-US" sz="1300">
              <a:solidFill>
                <a:schemeClr val="tx1"/>
              </a:solidFill>
            </a:endParaRPr>
          </a:p>
        </p:txBody>
      </p:sp>
      <p:sp>
        <p:nvSpPr>
          <p:cNvPr id="7680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9889" eaLnBrk="0" hangingPunct="0">
              <a:tabLst>
                <a:tab pos="2943454" algn="ctr"/>
              </a:tabLst>
              <a:defRPr sz="1500">
                <a:solidFill>
                  <a:schemeClr val="bg1"/>
                </a:solidFill>
                <a:latin typeface="Arial" charset="0"/>
              </a:defRPr>
            </a:lvl1pPr>
            <a:lvl2pPr marL="797185" indent="-306610" defTabSz="999889" eaLnBrk="0" hangingPunct="0">
              <a:tabLst>
                <a:tab pos="2943454" algn="ctr"/>
              </a:tabLst>
              <a:defRPr sz="1500">
                <a:solidFill>
                  <a:schemeClr val="bg1"/>
                </a:solidFill>
                <a:latin typeface="Arial" charset="0"/>
              </a:defRPr>
            </a:lvl2pPr>
            <a:lvl3pPr marL="1226439" indent="-245288" defTabSz="999889" eaLnBrk="0" hangingPunct="0">
              <a:tabLst>
                <a:tab pos="2943454" algn="ctr"/>
              </a:tabLst>
              <a:defRPr sz="1500">
                <a:solidFill>
                  <a:schemeClr val="bg1"/>
                </a:solidFill>
                <a:latin typeface="Arial" charset="0"/>
              </a:defRPr>
            </a:lvl3pPr>
            <a:lvl4pPr marL="1717015" indent="-245288" defTabSz="999889" eaLnBrk="0" hangingPunct="0">
              <a:tabLst>
                <a:tab pos="2943454" algn="ctr"/>
              </a:tabLst>
              <a:defRPr sz="1500">
                <a:solidFill>
                  <a:schemeClr val="bg1"/>
                </a:solidFill>
                <a:latin typeface="Arial" charset="0"/>
              </a:defRPr>
            </a:lvl4pPr>
            <a:lvl5pPr marL="2207590" indent="-245288" defTabSz="999889" eaLnBrk="0" hangingPunct="0">
              <a:tabLst>
                <a:tab pos="2943454" algn="ctr"/>
              </a:tabLst>
              <a:defRPr sz="1500">
                <a:solidFill>
                  <a:schemeClr val="bg1"/>
                </a:solidFill>
                <a:latin typeface="Arial" charset="0"/>
              </a:defRPr>
            </a:lvl5pPr>
            <a:lvl6pPr marL="2698166"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6pPr>
            <a:lvl7pPr marL="3188741"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7pPr>
            <a:lvl8pPr marL="3679317"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8pPr>
            <a:lvl9pPr marL="4169893"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9pPr>
          </a:lstStyle>
          <a:p>
            <a:pPr eaLnBrk="1" hangingPunct="1"/>
            <a:r>
              <a:rPr lang="en-US" altLang="en-US" sz="1300">
                <a:solidFill>
                  <a:schemeClr val="tx1"/>
                </a:solidFill>
              </a:rPr>
              <a:t>	Documents - </a:t>
            </a:r>
            <a:fld id="{1BDE278C-CC02-4121-9FC9-E5FB8C74DCF9}" type="slidenum">
              <a:rPr lang="en-US" altLang="en-US" sz="1300">
                <a:solidFill>
                  <a:schemeClr val="tx1"/>
                </a:solidFill>
              </a:rPr>
              <a:pPr eaLnBrk="1" hangingPunct="1"/>
              <a:t>29</a:t>
            </a:fld>
            <a:endParaRPr lang="en-US" altLang="en-US" sz="1300">
              <a:solidFill>
                <a:schemeClr val="tx1"/>
              </a:solidFill>
            </a:endParaRPr>
          </a:p>
        </p:txBody>
      </p:sp>
      <p:sp>
        <p:nvSpPr>
          <p:cNvPr id="76804" name="Rectangle 2"/>
          <p:cNvSpPr>
            <a:spLocks noGrp="1" noRot="1" noChangeAspect="1" noChangeArrowheads="1" noTextEdit="1"/>
          </p:cNvSpPr>
          <p:nvPr>
            <p:ph type="sldImg"/>
          </p:nvPr>
        </p:nvSpPr>
        <p:spPr>
          <a:xfrm>
            <a:off x="563563" y="693738"/>
            <a:ext cx="5978525" cy="4484687"/>
          </a:xfrm>
          <a:ln/>
        </p:spPr>
      </p:sp>
      <p:sp>
        <p:nvSpPr>
          <p:cNvPr id="7680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4847" indent="-224847" eaLnBrk="1" hangingPunct="1"/>
            <a:r>
              <a:rPr lang="en-US" dirty="0"/>
              <a:t>The document text is modifiable. It is common practice for certain values in the document to be "boilerplate" text which the adjuster is expected to replace. The adjuster should review the document, modify it as appropriate, and then save and close the modified document.</a:t>
            </a:r>
          </a:p>
        </p:txBody>
      </p:sp>
    </p:spTree>
    <p:extLst>
      <p:ext uri="{BB962C8B-B14F-4D97-AF65-F5344CB8AC3E}">
        <p14:creationId xmlns:p14="http://schemas.microsoft.com/office/powerpoint/2010/main" val="268377026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|EON~030|</a:t>
            </a:r>
          </a:p>
        </p:txBody>
      </p:sp>
      <p:sp>
        <p:nvSpPr>
          <p:cNvPr id="7782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11812" eaLnBrk="0" hangingPunct="0">
              <a:tabLst>
                <a:tab pos="5999331" algn="r"/>
              </a:tabLst>
              <a:defRPr sz="1500">
                <a:solidFill>
                  <a:schemeClr val="bg1"/>
                </a:solidFill>
                <a:latin typeface="Arial" charset="0"/>
              </a:defRPr>
            </a:lvl1pPr>
            <a:lvl2pPr marL="797185" indent="-306610" defTabSz="1011812" eaLnBrk="0" hangingPunct="0">
              <a:tabLst>
                <a:tab pos="5999331" algn="r"/>
              </a:tabLst>
              <a:defRPr sz="1500">
                <a:solidFill>
                  <a:schemeClr val="bg1"/>
                </a:solidFill>
                <a:latin typeface="Arial" charset="0"/>
              </a:defRPr>
            </a:lvl2pPr>
            <a:lvl3pPr marL="1226439" indent="-245288" defTabSz="1011812" eaLnBrk="0" hangingPunct="0">
              <a:tabLst>
                <a:tab pos="5999331" algn="r"/>
              </a:tabLst>
              <a:defRPr sz="1500">
                <a:solidFill>
                  <a:schemeClr val="bg1"/>
                </a:solidFill>
                <a:latin typeface="Arial" charset="0"/>
              </a:defRPr>
            </a:lvl3pPr>
            <a:lvl4pPr marL="1717015" indent="-245288" defTabSz="1011812" eaLnBrk="0" hangingPunct="0">
              <a:tabLst>
                <a:tab pos="5999331" algn="r"/>
              </a:tabLst>
              <a:defRPr sz="1500">
                <a:solidFill>
                  <a:schemeClr val="bg1"/>
                </a:solidFill>
                <a:latin typeface="Arial" charset="0"/>
              </a:defRPr>
            </a:lvl4pPr>
            <a:lvl5pPr marL="2207590" indent="-245288" defTabSz="1011812" eaLnBrk="0" hangingPunct="0">
              <a:tabLst>
                <a:tab pos="5999331" algn="r"/>
              </a:tabLst>
              <a:defRPr sz="1500">
                <a:solidFill>
                  <a:schemeClr val="bg1"/>
                </a:solidFill>
                <a:latin typeface="Arial" charset="0"/>
              </a:defRPr>
            </a:lvl5pPr>
            <a:lvl6pPr marL="2698166"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6pPr>
            <a:lvl7pPr marL="3188741"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7pPr>
            <a:lvl8pPr marL="3679317"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8pPr>
            <a:lvl9pPr marL="4169893"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9pPr>
          </a:lstStyle>
          <a:p>
            <a:r>
              <a:rPr lang="en-US" altLang="en-US" sz="1300">
                <a:solidFill>
                  <a:schemeClr val="tx1"/>
                </a:solidFill>
              </a:rPr>
              <a:t>	</a:t>
            </a:r>
            <a:endParaRPr lang="en-US" sz="1300">
              <a:solidFill>
                <a:schemeClr val="tx1"/>
              </a:solidFill>
            </a:endParaRPr>
          </a:p>
        </p:txBody>
      </p:sp>
      <p:sp>
        <p:nvSpPr>
          <p:cNvPr id="7782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9889" eaLnBrk="0" hangingPunct="0">
              <a:tabLst>
                <a:tab pos="2943454" algn="ctr"/>
              </a:tabLst>
              <a:defRPr sz="1500">
                <a:solidFill>
                  <a:schemeClr val="bg1"/>
                </a:solidFill>
                <a:latin typeface="Arial" charset="0"/>
              </a:defRPr>
            </a:lvl1pPr>
            <a:lvl2pPr marL="797185" indent="-306610" defTabSz="999889" eaLnBrk="0" hangingPunct="0">
              <a:tabLst>
                <a:tab pos="2943454" algn="ctr"/>
              </a:tabLst>
              <a:defRPr sz="1500">
                <a:solidFill>
                  <a:schemeClr val="bg1"/>
                </a:solidFill>
                <a:latin typeface="Arial" charset="0"/>
              </a:defRPr>
            </a:lvl2pPr>
            <a:lvl3pPr marL="1226439" indent="-245288" defTabSz="999889" eaLnBrk="0" hangingPunct="0">
              <a:tabLst>
                <a:tab pos="2943454" algn="ctr"/>
              </a:tabLst>
              <a:defRPr sz="1500">
                <a:solidFill>
                  <a:schemeClr val="bg1"/>
                </a:solidFill>
                <a:latin typeface="Arial" charset="0"/>
              </a:defRPr>
            </a:lvl3pPr>
            <a:lvl4pPr marL="1717015" indent="-245288" defTabSz="999889" eaLnBrk="0" hangingPunct="0">
              <a:tabLst>
                <a:tab pos="2943454" algn="ctr"/>
              </a:tabLst>
              <a:defRPr sz="1500">
                <a:solidFill>
                  <a:schemeClr val="bg1"/>
                </a:solidFill>
                <a:latin typeface="Arial" charset="0"/>
              </a:defRPr>
            </a:lvl4pPr>
            <a:lvl5pPr marL="2207590" indent="-245288" defTabSz="999889" eaLnBrk="0" hangingPunct="0">
              <a:tabLst>
                <a:tab pos="2943454" algn="ctr"/>
              </a:tabLst>
              <a:defRPr sz="1500">
                <a:solidFill>
                  <a:schemeClr val="bg1"/>
                </a:solidFill>
                <a:latin typeface="Arial" charset="0"/>
              </a:defRPr>
            </a:lvl5pPr>
            <a:lvl6pPr marL="2698166"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6pPr>
            <a:lvl7pPr marL="3188741"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7pPr>
            <a:lvl8pPr marL="3679317"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8pPr>
            <a:lvl9pPr marL="4169893"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9pPr>
          </a:lstStyle>
          <a:p>
            <a:pPr eaLnBrk="1" hangingPunct="1"/>
            <a:r>
              <a:rPr lang="en-US" altLang="en-US" sz="1300">
                <a:solidFill>
                  <a:schemeClr val="tx1"/>
                </a:solidFill>
              </a:rPr>
              <a:t>	Documents - </a:t>
            </a:r>
            <a:fld id="{730F627F-14B5-4D5B-901E-287120A780D4}" type="slidenum">
              <a:rPr lang="en-US" altLang="en-US" sz="1300">
                <a:solidFill>
                  <a:schemeClr val="tx1"/>
                </a:solidFill>
              </a:rPr>
              <a:pPr eaLnBrk="1" hangingPunct="1"/>
              <a:t>30</a:t>
            </a:fld>
            <a:endParaRPr lang="en-US" altLang="en-US" sz="1300">
              <a:solidFill>
                <a:schemeClr val="tx1"/>
              </a:solidFill>
            </a:endParaRPr>
          </a:p>
        </p:txBody>
      </p:sp>
      <p:sp>
        <p:nvSpPr>
          <p:cNvPr id="77828" name="Rectangle 2"/>
          <p:cNvSpPr>
            <a:spLocks noGrp="1" noRot="1" noChangeAspect="1" noChangeArrowheads="1" noTextEdit="1"/>
          </p:cNvSpPr>
          <p:nvPr>
            <p:ph type="sldImg"/>
          </p:nvPr>
        </p:nvSpPr>
        <p:spPr>
          <a:xfrm>
            <a:off x="563563" y="693738"/>
            <a:ext cx="5978525" cy="4484687"/>
          </a:xfrm>
          <a:ln/>
        </p:spPr>
      </p:sp>
      <p:sp>
        <p:nvSpPr>
          <p:cNvPr id="7782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4847" indent="-224847" eaLnBrk="1" hangingPunct="1"/>
            <a:r>
              <a:rPr lang="en-US" dirty="0"/>
              <a:t>You will save the document to your desktop</a:t>
            </a:r>
            <a:r>
              <a:rPr lang="en-US" baseline="0" dirty="0"/>
              <a:t> in a location designated for your local claim documents and with a name that is easily identifiable. You will return to this familiar location in the next step in order to upload the file to the ClaimCenter document management system.</a:t>
            </a:r>
            <a:endParaRPr lang="en-US" dirty="0"/>
          </a:p>
        </p:txBody>
      </p:sp>
    </p:spTree>
    <p:extLst>
      <p:ext uri="{BB962C8B-B14F-4D97-AF65-F5344CB8AC3E}">
        <p14:creationId xmlns:p14="http://schemas.microsoft.com/office/powerpoint/2010/main" val="206656427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|EON~030|</a:t>
            </a:r>
          </a:p>
        </p:txBody>
      </p:sp>
      <p:sp>
        <p:nvSpPr>
          <p:cNvPr id="7782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11812" eaLnBrk="0" hangingPunct="0">
              <a:tabLst>
                <a:tab pos="5999331" algn="r"/>
              </a:tabLst>
              <a:defRPr sz="1500">
                <a:solidFill>
                  <a:schemeClr val="bg1"/>
                </a:solidFill>
                <a:latin typeface="Arial" charset="0"/>
              </a:defRPr>
            </a:lvl1pPr>
            <a:lvl2pPr marL="797185" indent="-306610" defTabSz="1011812" eaLnBrk="0" hangingPunct="0">
              <a:tabLst>
                <a:tab pos="5999331" algn="r"/>
              </a:tabLst>
              <a:defRPr sz="1500">
                <a:solidFill>
                  <a:schemeClr val="bg1"/>
                </a:solidFill>
                <a:latin typeface="Arial" charset="0"/>
              </a:defRPr>
            </a:lvl2pPr>
            <a:lvl3pPr marL="1226439" indent="-245288" defTabSz="1011812" eaLnBrk="0" hangingPunct="0">
              <a:tabLst>
                <a:tab pos="5999331" algn="r"/>
              </a:tabLst>
              <a:defRPr sz="1500">
                <a:solidFill>
                  <a:schemeClr val="bg1"/>
                </a:solidFill>
                <a:latin typeface="Arial" charset="0"/>
              </a:defRPr>
            </a:lvl3pPr>
            <a:lvl4pPr marL="1717015" indent="-245288" defTabSz="1011812" eaLnBrk="0" hangingPunct="0">
              <a:tabLst>
                <a:tab pos="5999331" algn="r"/>
              </a:tabLst>
              <a:defRPr sz="1500">
                <a:solidFill>
                  <a:schemeClr val="bg1"/>
                </a:solidFill>
                <a:latin typeface="Arial" charset="0"/>
              </a:defRPr>
            </a:lvl4pPr>
            <a:lvl5pPr marL="2207590" indent="-245288" defTabSz="1011812" eaLnBrk="0" hangingPunct="0">
              <a:tabLst>
                <a:tab pos="5999331" algn="r"/>
              </a:tabLst>
              <a:defRPr sz="1500">
                <a:solidFill>
                  <a:schemeClr val="bg1"/>
                </a:solidFill>
                <a:latin typeface="Arial" charset="0"/>
              </a:defRPr>
            </a:lvl5pPr>
            <a:lvl6pPr marL="2698166"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6pPr>
            <a:lvl7pPr marL="3188741"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7pPr>
            <a:lvl8pPr marL="3679317"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8pPr>
            <a:lvl9pPr marL="4169893"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9pPr>
          </a:lstStyle>
          <a:p>
            <a:r>
              <a:rPr lang="en-US" altLang="en-US" sz="1300">
                <a:solidFill>
                  <a:schemeClr val="tx1"/>
                </a:solidFill>
              </a:rPr>
              <a:t>	</a:t>
            </a:r>
            <a:endParaRPr lang="en-US" sz="1300">
              <a:solidFill>
                <a:schemeClr val="tx1"/>
              </a:solidFill>
            </a:endParaRPr>
          </a:p>
        </p:txBody>
      </p:sp>
      <p:sp>
        <p:nvSpPr>
          <p:cNvPr id="7782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9889" eaLnBrk="0" hangingPunct="0">
              <a:tabLst>
                <a:tab pos="2943454" algn="ctr"/>
              </a:tabLst>
              <a:defRPr sz="1500">
                <a:solidFill>
                  <a:schemeClr val="bg1"/>
                </a:solidFill>
                <a:latin typeface="Arial" charset="0"/>
              </a:defRPr>
            </a:lvl1pPr>
            <a:lvl2pPr marL="797185" indent="-306610" defTabSz="999889" eaLnBrk="0" hangingPunct="0">
              <a:tabLst>
                <a:tab pos="2943454" algn="ctr"/>
              </a:tabLst>
              <a:defRPr sz="1500">
                <a:solidFill>
                  <a:schemeClr val="bg1"/>
                </a:solidFill>
                <a:latin typeface="Arial" charset="0"/>
              </a:defRPr>
            </a:lvl2pPr>
            <a:lvl3pPr marL="1226439" indent="-245288" defTabSz="999889" eaLnBrk="0" hangingPunct="0">
              <a:tabLst>
                <a:tab pos="2943454" algn="ctr"/>
              </a:tabLst>
              <a:defRPr sz="1500">
                <a:solidFill>
                  <a:schemeClr val="bg1"/>
                </a:solidFill>
                <a:latin typeface="Arial" charset="0"/>
              </a:defRPr>
            </a:lvl3pPr>
            <a:lvl4pPr marL="1717015" indent="-245288" defTabSz="999889" eaLnBrk="0" hangingPunct="0">
              <a:tabLst>
                <a:tab pos="2943454" algn="ctr"/>
              </a:tabLst>
              <a:defRPr sz="1500">
                <a:solidFill>
                  <a:schemeClr val="bg1"/>
                </a:solidFill>
                <a:latin typeface="Arial" charset="0"/>
              </a:defRPr>
            </a:lvl4pPr>
            <a:lvl5pPr marL="2207590" indent="-245288" defTabSz="999889" eaLnBrk="0" hangingPunct="0">
              <a:tabLst>
                <a:tab pos="2943454" algn="ctr"/>
              </a:tabLst>
              <a:defRPr sz="1500">
                <a:solidFill>
                  <a:schemeClr val="bg1"/>
                </a:solidFill>
                <a:latin typeface="Arial" charset="0"/>
              </a:defRPr>
            </a:lvl5pPr>
            <a:lvl6pPr marL="2698166"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6pPr>
            <a:lvl7pPr marL="3188741"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7pPr>
            <a:lvl8pPr marL="3679317"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8pPr>
            <a:lvl9pPr marL="4169893"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9pPr>
          </a:lstStyle>
          <a:p>
            <a:pPr eaLnBrk="1" hangingPunct="1"/>
            <a:r>
              <a:rPr lang="en-US" altLang="en-US" sz="1300">
                <a:solidFill>
                  <a:schemeClr val="tx1"/>
                </a:solidFill>
              </a:rPr>
              <a:t>	Documents - </a:t>
            </a:r>
            <a:fld id="{730F627F-14B5-4D5B-901E-287120A780D4}" type="slidenum">
              <a:rPr lang="en-US" altLang="en-US" sz="1300">
                <a:solidFill>
                  <a:schemeClr val="tx1"/>
                </a:solidFill>
              </a:rPr>
              <a:pPr eaLnBrk="1" hangingPunct="1"/>
              <a:t>31</a:t>
            </a:fld>
            <a:endParaRPr lang="en-US" altLang="en-US" sz="1300">
              <a:solidFill>
                <a:schemeClr val="tx1"/>
              </a:solidFill>
            </a:endParaRPr>
          </a:p>
        </p:txBody>
      </p:sp>
      <p:sp>
        <p:nvSpPr>
          <p:cNvPr id="77828" name="Rectangle 2"/>
          <p:cNvSpPr>
            <a:spLocks noGrp="1" noRot="1" noChangeAspect="1" noChangeArrowheads="1" noTextEdit="1"/>
          </p:cNvSpPr>
          <p:nvPr>
            <p:ph type="sldImg"/>
          </p:nvPr>
        </p:nvSpPr>
        <p:spPr>
          <a:xfrm>
            <a:off x="563563" y="693738"/>
            <a:ext cx="5978525" cy="4484687"/>
          </a:xfrm>
          <a:ln/>
        </p:spPr>
      </p:sp>
      <p:sp>
        <p:nvSpPr>
          <p:cNvPr id="7782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4847" indent="-224847" eaLnBrk="1" hangingPunct="1"/>
            <a:r>
              <a:rPr lang="en-US" dirty="0"/>
              <a:t>You will browse to the local desktop location you saved your document in in order to identify</a:t>
            </a:r>
            <a:r>
              <a:rPr lang="en-US" baseline="0" dirty="0"/>
              <a:t> to ClaimCenter where the file may be uploaded from. </a:t>
            </a:r>
            <a:endParaRPr lang="en-US" dirty="0"/>
          </a:p>
        </p:txBody>
      </p:sp>
    </p:spTree>
    <p:extLst>
      <p:ext uri="{BB962C8B-B14F-4D97-AF65-F5344CB8AC3E}">
        <p14:creationId xmlns:p14="http://schemas.microsoft.com/office/powerpoint/2010/main" val="150448494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|EON~030|</a:t>
            </a:r>
          </a:p>
        </p:txBody>
      </p:sp>
      <p:sp>
        <p:nvSpPr>
          <p:cNvPr id="7782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11812" eaLnBrk="0" hangingPunct="0">
              <a:tabLst>
                <a:tab pos="5999331" algn="r"/>
              </a:tabLst>
              <a:defRPr sz="1500">
                <a:solidFill>
                  <a:schemeClr val="bg1"/>
                </a:solidFill>
                <a:latin typeface="Arial" charset="0"/>
              </a:defRPr>
            </a:lvl1pPr>
            <a:lvl2pPr marL="797185" indent="-306610" defTabSz="1011812" eaLnBrk="0" hangingPunct="0">
              <a:tabLst>
                <a:tab pos="5999331" algn="r"/>
              </a:tabLst>
              <a:defRPr sz="1500">
                <a:solidFill>
                  <a:schemeClr val="bg1"/>
                </a:solidFill>
                <a:latin typeface="Arial" charset="0"/>
              </a:defRPr>
            </a:lvl2pPr>
            <a:lvl3pPr marL="1226439" indent="-245288" defTabSz="1011812" eaLnBrk="0" hangingPunct="0">
              <a:tabLst>
                <a:tab pos="5999331" algn="r"/>
              </a:tabLst>
              <a:defRPr sz="1500">
                <a:solidFill>
                  <a:schemeClr val="bg1"/>
                </a:solidFill>
                <a:latin typeface="Arial" charset="0"/>
              </a:defRPr>
            </a:lvl3pPr>
            <a:lvl4pPr marL="1717015" indent="-245288" defTabSz="1011812" eaLnBrk="0" hangingPunct="0">
              <a:tabLst>
                <a:tab pos="5999331" algn="r"/>
              </a:tabLst>
              <a:defRPr sz="1500">
                <a:solidFill>
                  <a:schemeClr val="bg1"/>
                </a:solidFill>
                <a:latin typeface="Arial" charset="0"/>
              </a:defRPr>
            </a:lvl4pPr>
            <a:lvl5pPr marL="2207590" indent="-245288" defTabSz="1011812" eaLnBrk="0" hangingPunct="0">
              <a:tabLst>
                <a:tab pos="5999331" algn="r"/>
              </a:tabLst>
              <a:defRPr sz="1500">
                <a:solidFill>
                  <a:schemeClr val="bg1"/>
                </a:solidFill>
                <a:latin typeface="Arial" charset="0"/>
              </a:defRPr>
            </a:lvl5pPr>
            <a:lvl6pPr marL="2698166"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6pPr>
            <a:lvl7pPr marL="3188741"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7pPr>
            <a:lvl8pPr marL="3679317"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8pPr>
            <a:lvl9pPr marL="4169893"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9pPr>
          </a:lstStyle>
          <a:p>
            <a:r>
              <a:rPr lang="en-US" altLang="en-US" sz="1300">
                <a:solidFill>
                  <a:schemeClr val="tx1"/>
                </a:solidFill>
              </a:rPr>
              <a:t>	</a:t>
            </a:r>
            <a:endParaRPr lang="en-US" sz="1300">
              <a:solidFill>
                <a:schemeClr val="tx1"/>
              </a:solidFill>
            </a:endParaRPr>
          </a:p>
        </p:txBody>
      </p:sp>
      <p:sp>
        <p:nvSpPr>
          <p:cNvPr id="7782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9889" eaLnBrk="0" hangingPunct="0">
              <a:tabLst>
                <a:tab pos="2943454" algn="ctr"/>
              </a:tabLst>
              <a:defRPr sz="1500">
                <a:solidFill>
                  <a:schemeClr val="bg1"/>
                </a:solidFill>
                <a:latin typeface="Arial" charset="0"/>
              </a:defRPr>
            </a:lvl1pPr>
            <a:lvl2pPr marL="797185" indent="-306610" defTabSz="999889" eaLnBrk="0" hangingPunct="0">
              <a:tabLst>
                <a:tab pos="2943454" algn="ctr"/>
              </a:tabLst>
              <a:defRPr sz="1500">
                <a:solidFill>
                  <a:schemeClr val="bg1"/>
                </a:solidFill>
                <a:latin typeface="Arial" charset="0"/>
              </a:defRPr>
            </a:lvl2pPr>
            <a:lvl3pPr marL="1226439" indent="-245288" defTabSz="999889" eaLnBrk="0" hangingPunct="0">
              <a:tabLst>
                <a:tab pos="2943454" algn="ctr"/>
              </a:tabLst>
              <a:defRPr sz="1500">
                <a:solidFill>
                  <a:schemeClr val="bg1"/>
                </a:solidFill>
                <a:latin typeface="Arial" charset="0"/>
              </a:defRPr>
            </a:lvl3pPr>
            <a:lvl4pPr marL="1717015" indent="-245288" defTabSz="999889" eaLnBrk="0" hangingPunct="0">
              <a:tabLst>
                <a:tab pos="2943454" algn="ctr"/>
              </a:tabLst>
              <a:defRPr sz="1500">
                <a:solidFill>
                  <a:schemeClr val="bg1"/>
                </a:solidFill>
                <a:latin typeface="Arial" charset="0"/>
              </a:defRPr>
            </a:lvl4pPr>
            <a:lvl5pPr marL="2207590" indent="-245288" defTabSz="999889" eaLnBrk="0" hangingPunct="0">
              <a:tabLst>
                <a:tab pos="2943454" algn="ctr"/>
              </a:tabLst>
              <a:defRPr sz="1500">
                <a:solidFill>
                  <a:schemeClr val="bg1"/>
                </a:solidFill>
                <a:latin typeface="Arial" charset="0"/>
              </a:defRPr>
            </a:lvl5pPr>
            <a:lvl6pPr marL="2698166"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6pPr>
            <a:lvl7pPr marL="3188741"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7pPr>
            <a:lvl8pPr marL="3679317"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8pPr>
            <a:lvl9pPr marL="4169893"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9pPr>
          </a:lstStyle>
          <a:p>
            <a:pPr eaLnBrk="1" hangingPunct="1"/>
            <a:r>
              <a:rPr lang="en-US" altLang="en-US" sz="1300">
                <a:solidFill>
                  <a:schemeClr val="tx1"/>
                </a:solidFill>
              </a:rPr>
              <a:t>	Documents - </a:t>
            </a:r>
            <a:fld id="{730F627F-14B5-4D5B-901E-287120A780D4}" type="slidenum">
              <a:rPr lang="en-US" altLang="en-US" sz="1300">
                <a:solidFill>
                  <a:schemeClr val="tx1"/>
                </a:solidFill>
              </a:rPr>
              <a:pPr eaLnBrk="1" hangingPunct="1"/>
              <a:t>32</a:t>
            </a:fld>
            <a:endParaRPr lang="en-US" altLang="en-US" sz="1300">
              <a:solidFill>
                <a:schemeClr val="tx1"/>
              </a:solidFill>
            </a:endParaRPr>
          </a:p>
        </p:txBody>
      </p:sp>
      <p:sp>
        <p:nvSpPr>
          <p:cNvPr id="77828" name="Rectangle 2"/>
          <p:cNvSpPr>
            <a:spLocks noGrp="1" noRot="1" noChangeAspect="1" noChangeArrowheads="1" noTextEdit="1"/>
          </p:cNvSpPr>
          <p:nvPr>
            <p:ph type="sldImg"/>
          </p:nvPr>
        </p:nvSpPr>
        <p:spPr>
          <a:xfrm>
            <a:off x="563563" y="693738"/>
            <a:ext cx="5978525" cy="4484687"/>
          </a:xfrm>
          <a:ln/>
        </p:spPr>
      </p:sp>
      <p:sp>
        <p:nvSpPr>
          <p:cNvPr id="7782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4847" indent="-224847" eaLnBrk="1" hangingPunct="1"/>
            <a:r>
              <a:rPr lang="en-US" dirty="0"/>
              <a:t>Once the document has been modified, you specify any additional values about the document, including;</a:t>
            </a:r>
          </a:p>
          <a:p>
            <a:pPr marL="470135" lvl="1" indent="-224847" eaLnBrk="1" hangingPunct="1"/>
            <a:r>
              <a:rPr lang="en-US" dirty="0"/>
              <a:t>The Name will</a:t>
            </a:r>
            <a:r>
              <a:rPr lang="en-US" baseline="0" dirty="0"/>
              <a:t> default to the Template name, but good practice is to make this more identifiable with the letter’s content. In the screen shot the name was changed to include the insured’s name. This name will be used to identify the uploaded copy, as opposed to the temporary local file name on the desktop.</a:t>
            </a:r>
            <a:endParaRPr lang="en-US" dirty="0"/>
          </a:p>
          <a:p>
            <a:pPr marL="470135" lvl="1" indent="-224847" eaLnBrk="1" hangingPunct="1"/>
            <a:r>
              <a:rPr lang="en-US" dirty="0"/>
              <a:t>Required fields that may need to be set, such as Status and Type (category) (In the base application Document Type (MIME type) is automatically set.)</a:t>
            </a:r>
          </a:p>
          <a:p>
            <a:pPr marL="470135" lvl="1" indent="-224847" eaLnBrk="1" hangingPunct="1"/>
            <a:r>
              <a:rPr lang="en-US" dirty="0"/>
              <a:t>Non-required fields which may need to be specified based on the business scenario (such as what the document is related to and whether it is sensitive)</a:t>
            </a:r>
          </a:p>
        </p:txBody>
      </p:sp>
    </p:spTree>
    <p:extLst>
      <p:ext uri="{BB962C8B-B14F-4D97-AF65-F5344CB8AC3E}">
        <p14:creationId xmlns:p14="http://schemas.microsoft.com/office/powerpoint/2010/main" val="65813756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|EON~031|</a:t>
            </a:r>
          </a:p>
        </p:txBody>
      </p:sp>
      <p:sp>
        <p:nvSpPr>
          <p:cNvPr id="7885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11812" eaLnBrk="0" hangingPunct="0">
              <a:tabLst>
                <a:tab pos="5999331" algn="r"/>
              </a:tabLst>
              <a:defRPr sz="1500">
                <a:solidFill>
                  <a:schemeClr val="bg1"/>
                </a:solidFill>
                <a:latin typeface="Arial" charset="0"/>
              </a:defRPr>
            </a:lvl1pPr>
            <a:lvl2pPr marL="797185" indent="-306610" defTabSz="1011812" eaLnBrk="0" hangingPunct="0">
              <a:tabLst>
                <a:tab pos="5999331" algn="r"/>
              </a:tabLst>
              <a:defRPr sz="1500">
                <a:solidFill>
                  <a:schemeClr val="bg1"/>
                </a:solidFill>
                <a:latin typeface="Arial" charset="0"/>
              </a:defRPr>
            </a:lvl2pPr>
            <a:lvl3pPr marL="1226439" indent="-245288" defTabSz="1011812" eaLnBrk="0" hangingPunct="0">
              <a:tabLst>
                <a:tab pos="5999331" algn="r"/>
              </a:tabLst>
              <a:defRPr sz="1500">
                <a:solidFill>
                  <a:schemeClr val="bg1"/>
                </a:solidFill>
                <a:latin typeface="Arial" charset="0"/>
              </a:defRPr>
            </a:lvl3pPr>
            <a:lvl4pPr marL="1717015" indent="-245288" defTabSz="1011812" eaLnBrk="0" hangingPunct="0">
              <a:tabLst>
                <a:tab pos="5999331" algn="r"/>
              </a:tabLst>
              <a:defRPr sz="1500">
                <a:solidFill>
                  <a:schemeClr val="bg1"/>
                </a:solidFill>
                <a:latin typeface="Arial" charset="0"/>
              </a:defRPr>
            </a:lvl4pPr>
            <a:lvl5pPr marL="2207590" indent="-245288" defTabSz="1011812" eaLnBrk="0" hangingPunct="0">
              <a:tabLst>
                <a:tab pos="5999331" algn="r"/>
              </a:tabLst>
              <a:defRPr sz="1500">
                <a:solidFill>
                  <a:schemeClr val="bg1"/>
                </a:solidFill>
                <a:latin typeface="Arial" charset="0"/>
              </a:defRPr>
            </a:lvl5pPr>
            <a:lvl6pPr marL="2698166"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6pPr>
            <a:lvl7pPr marL="3188741"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7pPr>
            <a:lvl8pPr marL="3679317"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8pPr>
            <a:lvl9pPr marL="4169893"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9pPr>
          </a:lstStyle>
          <a:p>
            <a:r>
              <a:rPr lang="en-US" altLang="en-US" sz="1300">
                <a:solidFill>
                  <a:schemeClr val="tx1"/>
                </a:solidFill>
              </a:rPr>
              <a:t>	</a:t>
            </a:r>
            <a:endParaRPr lang="en-US" sz="1300">
              <a:solidFill>
                <a:schemeClr val="tx1"/>
              </a:solidFill>
            </a:endParaRPr>
          </a:p>
        </p:txBody>
      </p:sp>
      <p:sp>
        <p:nvSpPr>
          <p:cNvPr id="7885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9889" eaLnBrk="0" hangingPunct="0">
              <a:tabLst>
                <a:tab pos="2943454" algn="ctr"/>
              </a:tabLst>
              <a:defRPr sz="1500">
                <a:solidFill>
                  <a:schemeClr val="bg1"/>
                </a:solidFill>
                <a:latin typeface="Arial" charset="0"/>
              </a:defRPr>
            </a:lvl1pPr>
            <a:lvl2pPr marL="797185" indent="-306610" defTabSz="999889" eaLnBrk="0" hangingPunct="0">
              <a:tabLst>
                <a:tab pos="2943454" algn="ctr"/>
              </a:tabLst>
              <a:defRPr sz="1500">
                <a:solidFill>
                  <a:schemeClr val="bg1"/>
                </a:solidFill>
                <a:latin typeface="Arial" charset="0"/>
              </a:defRPr>
            </a:lvl2pPr>
            <a:lvl3pPr marL="1226439" indent="-245288" defTabSz="999889" eaLnBrk="0" hangingPunct="0">
              <a:tabLst>
                <a:tab pos="2943454" algn="ctr"/>
              </a:tabLst>
              <a:defRPr sz="1500">
                <a:solidFill>
                  <a:schemeClr val="bg1"/>
                </a:solidFill>
                <a:latin typeface="Arial" charset="0"/>
              </a:defRPr>
            </a:lvl3pPr>
            <a:lvl4pPr marL="1717015" indent="-245288" defTabSz="999889" eaLnBrk="0" hangingPunct="0">
              <a:tabLst>
                <a:tab pos="2943454" algn="ctr"/>
              </a:tabLst>
              <a:defRPr sz="1500">
                <a:solidFill>
                  <a:schemeClr val="bg1"/>
                </a:solidFill>
                <a:latin typeface="Arial" charset="0"/>
              </a:defRPr>
            </a:lvl4pPr>
            <a:lvl5pPr marL="2207590" indent="-245288" defTabSz="999889" eaLnBrk="0" hangingPunct="0">
              <a:tabLst>
                <a:tab pos="2943454" algn="ctr"/>
              </a:tabLst>
              <a:defRPr sz="1500">
                <a:solidFill>
                  <a:schemeClr val="bg1"/>
                </a:solidFill>
                <a:latin typeface="Arial" charset="0"/>
              </a:defRPr>
            </a:lvl5pPr>
            <a:lvl6pPr marL="2698166"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6pPr>
            <a:lvl7pPr marL="3188741"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7pPr>
            <a:lvl8pPr marL="3679317"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8pPr>
            <a:lvl9pPr marL="4169893"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9pPr>
          </a:lstStyle>
          <a:p>
            <a:pPr eaLnBrk="1" hangingPunct="1"/>
            <a:r>
              <a:rPr lang="en-US" altLang="en-US" sz="1300">
                <a:solidFill>
                  <a:schemeClr val="tx1"/>
                </a:solidFill>
              </a:rPr>
              <a:t>	Documents - </a:t>
            </a:r>
            <a:fld id="{8834D5F1-972D-4B2C-89D1-E548F115253B}" type="slidenum">
              <a:rPr lang="en-US" altLang="en-US" sz="1300">
                <a:solidFill>
                  <a:schemeClr val="tx1"/>
                </a:solidFill>
              </a:rPr>
              <a:pPr eaLnBrk="1" hangingPunct="1"/>
              <a:t>33</a:t>
            </a:fld>
            <a:endParaRPr lang="en-US" altLang="en-US" sz="1300">
              <a:solidFill>
                <a:schemeClr val="tx1"/>
              </a:solidFill>
            </a:endParaRPr>
          </a:p>
        </p:txBody>
      </p:sp>
      <p:sp>
        <p:nvSpPr>
          <p:cNvPr id="78852" name="Rectangle 2"/>
          <p:cNvSpPr>
            <a:spLocks noGrp="1" noRot="1" noChangeAspect="1" noChangeArrowheads="1" noTextEdit="1"/>
          </p:cNvSpPr>
          <p:nvPr>
            <p:ph type="sldImg"/>
          </p:nvPr>
        </p:nvSpPr>
        <p:spPr>
          <a:xfrm>
            <a:off x="563563" y="693738"/>
            <a:ext cx="5978525" cy="4484687"/>
          </a:xfrm>
          <a:ln/>
        </p:spPr>
      </p:sp>
      <p:sp>
        <p:nvSpPr>
          <p:cNvPr id="7885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4847" indent="-224847" eaLnBrk="1" hangingPunct="1"/>
            <a:r>
              <a:rPr lang="en-US" dirty="0"/>
              <a:t>When you are done, click Update. This uploads the local copy of the document from your machine to ClaimCenter.</a:t>
            </a:r>
          </a:p>
          <a:p>
            <a:pPr marL="224847" indent="-224847" eaLnBrk="1" hangingPunct="1"/>
            <a:endParaRPr lang="en-US" dirty="0"/>
          </a:p>
          <a:p>
            <a:pPr marL="224847" indent="-224847" eaLnBrk="1" hangingPunct="1"/>
            <a:r>
              <a:rPr lang="en-US" dirty="0"/>
              <a:t>Note that the name given to the uploaded</a:t>
            </a:r>
            <a:r>
              <a:rPr lang="en-US" baseline="0" dirty="0"/>
              <a:t> document is the same you specified in the Name field. The uploaded document is no longer associated with the local copy saved to your desktop.</a:t>
            </a:r>
            <a:endParaRPr lang="en-US" dirty="0"/>
          </a:p>
        </p:txBody>
      </p:sp>
    </p:spTree>
    <p:extLst>
      <p:ext uri="{BB962C8B-B14F-4D97-AF65-F5344CB8AC3E}">
        <p14:creationId xmlns:p14="http://schemas.microsoft.com/office/powerpoint/2010/main" val="267695226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|EON~032|</a:t>
            </a:r>
          </a:p>
        </p:txBody>
      </p:sp>
      <p:sp>
        <p:nvSpPr>
          <p:cNvPr id="7987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11812" eaLnBrk="0" hangingPunct="0">
              <a:tabLst>
                <a:tab pos="5999331" algn="r"/>
              </a:tabLst>
              <a:defRPr sz="1500">
                <a:solidFill>
                  <a:schemeClr val="bg1"/>
                </a:solidFill>
                <a:latin typeface="Arial" charset="0"/>
              </a:defRPr>
            </a:lvl1pPr>
            <a:lvl2pPr marL="797185" indent="-306610" defTabSz="1011812" eaLnBrk="0" hangingPunct="0">
              <a:tabLst>
                <a:tab pos="5999331" algn="r"/>
              </a:tabLst>
              <a:defRPr sz="1500">
                <a:solidFill>
                  <a:schemeClr val="bg1"/>
                </a:solidFill>
                <a:latin typeface="Arial" charset="0"/>
              </a:defRPr>
            </a:lvl2pPr>
            <a:lvl3pPr marL="1226439" indent="-245288" defTabSz="1011812" eaLnBrk="0" hangingPunct="0">
              <a:tabLst>
                <a:tab pos="5999331" algn="r"/>
              </a:tabLst>
              <a:defRPr sz="1500">
                <a:solidFill>
                  <a:schemeClr val="bg1"/>
                </a:solidFill>
                <a:latin typeface="Arial" charset="0"/>
              </a:defRPr>
            </a:lvl3pPr>
            <a:lvl4pPr marL="1717015" indent="-245288" defTabSz="1011812" eaLnBrk="0" hangingPunct="0">
              <a:tabLst>
                <a:tab pos="5999331" algn="r"/>
              </a:tabLst>
              <a:defRPr sz="1500">
                <a:solidFill>
                  <a:schemeClr val="bg1"/>
                </a:solidFill>
                <a:latin typeface="Arial" charset="0"/>
              </a:defRPr>
            </a:lvl4pPr>
            <a:lvl5pPr marL="2207590" indent="-245288" defTabSz="1011812" eaLnBrk="0" hangingPunct="0">
              <a:tabLst>
                <a:tab pos="5999331" algn="r"/>
              </a:tabLst>
              <a:defRPr sz="1500">
                <a:solidFill>
                  <a:schemeClr val="bg1"/>
                </a:solidFill>
                <a:latin typeface="Arial" charset="0"/>
              </a:defRPr>
            </a:lvl5pPr>
            <a:lvl6pPr marL="2698166"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6pPr>
            <a:lvl7pPr marL="3188741"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7pPr>
            <a:lvl8pPr marL="3679317"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8pPr>
            <a:lvl9pPr marL="4169893"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9pPr>
          </a:lstStyle>
          <a:p>
            <a:r>
              <a:rPr lang="en-US" altLang="en-US" sz="1300">
                <a:solidFill>
                  <a:schemeClr val="tx1"/>
                </a:solidFill>
              </a:rPr>
              <a:t>	</a:t>
            </a:r>
            <a:endParaRPr lang="en-US" sz="1300">
              <a:solidFill>
                <a:schemeClr val="tx1"/>
              </a:solidFill>
            </a:endParaRPr>
          </a:p>
        </p:txBody>
      </p:sp>
      <p:sp>
        <p:nvSpPr>
          <p:cNvPr id="7987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9889" eaLnBrk="0" hangingPunct="0">
              <a:tabLst>
                <a:tab pos="2943454" algn="ctr"/>
              </a:tabLst>
              <a:defRPr sz="1500">
                <a:solidFill>
                  <a:schemeClr val="bg1"/>
                </a:solidFill>
                <a:latin typeface="Arial" charset="0"/>
              </a:defRPr>
            </a:lvl1pPr>
            <a:lvl2pPr marL="797185" indent="-306610" defTabSz="999889" eaLnBrk="0" hangingPunct="0">
              <a:tabLst>
                <a:tab pos="2943454" algn="ctr"/>
              </a:tabLst>
              <a:defRPr sz="1500">
                <a:solidFill>
                  <a:schemeClr val="bg1"/>
                </a:solidFill>
                <a:latin typeface="Arial" charset="0"/>
              </a:defRPr>
            </a:lvl2pPr>
            <a:lvl3pPr marL="1226439" indent="-245288" defTabSz="999889" eaLnBrk="0" hangingPunct="0">
              <a:tabLst>
                <a:tab pos="2943454" algn="ctr"/>
              </a:tabLst>
              <a:defRPr sz="1500">
                <a:solidFill>
                  <a:schemeClr val="bg1"/>
                </a:solidFill>
                <a:latin typeface="Arial" charset="0"/>
              </a:defRPr>
            </a:lvl3pPr>
            <a:lvl4pPr marL="1717015" indent="-245288" defTabSz="999889" eaLnBrk="0" hangingPunct="0">
              <a:tabLst>
                <a:tab pos="2943454" algn="ctr"/>
              </a:tabLst>
              <a:defRPr sz="1500">
                <a:solidFill>
                  <a:schemeClr val="bg1"/>
                </a:solidFill>
                <a:latin typeface="Arial" charset="0"/>
              </a:defRPr>
            </a:lvl4pPr>
            <a:lvl5pPr marL="2207590" indent="-245288" defTabSz="999889" eaLnBrk="0" hangingPunct="0">
              <a:tabLst>
                <a:tab pos="2943454" algn="ctr"/>
              </a:tabLst>
              <a:defRPr sz="1500">
                <a:solidFill>
                  <a:schemeClr val="bg1"/>
                </a:solidFill>
                <a:latin typeface="Arial" charset="0"/>
              </a:defRPr>
            </a:lvl5pPr>
            <a:lvl6pPr marL="2698166"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6pPr>
            <a:lvl7pPr marL="3188741"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7pPr>
            <a:lvl8pPr marL="3679317"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8pPr>
            <a:lvl9pPr marL="4169893"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9pPr>
          </a:lstStyle>
          <a:p>
            <a:pPr eaLnBrk="1" hangingPunct="1"/>
            <a:r>
              <a:rPr lang="en-US" altLang="en-US" sz="1300">
                <a:solidFill>
                  <a:schemeClr val="tx1"/>
                </a:solidFill>
              </a:rPr>
              <a:t>	Documents - </a:t>
            </a:r>
            <a:fld id="{88676666-A4EA-4F8F-925F-06897F6640DD}" type="slidenum">
              <a:rPr lang="en-US" altLang="en-US" sz="1300">
                <a:solidFill>
                  <a:schemeClr val="tx1"/>
                </a:solidFill>
              </a:rPr>
              <a:pPr eaLnBrk="1" hangingPunct="1"/>
              <a:t>34</a:t>
            </a:fld>
            <a:endParaRPr lang="en-US" altLang="en-US" sz="1300">
              <a:solidFill>
                <a:schemeClr val="tx1"/>
              </a:solidFill>
            </a:endParaRPr>
          </a:p>
        </p:txBody>
      </p:sp>
      <p:sp>
        <p:nvSpPr>
          <p:cNvPr id="79876" name="Rectangle 2"/>
          <p:cNvSpPr>
            <a:spLocks noGrp="1" noRot="1" noChangeAspect="1" noChangeArrowheads="1" noTextEdit="1"/>
          </p:cNvSpPr>
          <p:nvPr>
            <p:ph type="sldImg"/>
          </p:nvPr>
        </p:nvSpPr>
        <p:spPr>
          <a:xfrm>
            <a:off x="563563" y="693738"/>
            <a:ext cx="5978525" cy="4484687"/>
          </a:xfrm>
          <a:ln/>
        </p:spPr>
      </p:sp>
      <p:sp>
        <p:nvSpPr>
          <p:cNvPr id="7987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Recall that activities are created from activity patterns. An activity pattern can be associated to a document template. When this is done, every activity created from the pattern has a "Create document" button. Clicking this button lets a user create a document using the template specified in the activity pattern.</a:t>
            </a:r>
          </a:p>
          <a:p>
            <a:pPr eaLnBrk="1" hangingPunct="1"/>
            <a:r>
              <a:rPr lang="en-US"/>
              <a:t>All activities, regardless of the pattern from which they were created, can be linked to existing claim documents. To upload (link) an existing document to an activity, click the Link document button in the Activity Detail toolbar. This displays a screen of existing documents for the claim. You can choose the appropriate document, which then becomes linked to the activity.</a:t>
            </a:r>
          </a:p>
        </p:txBody>
      </p:sp>
    </p:spTree>
    <p:extLst>
      <p:ext uri="{BB962C8B-B14F-4D97-AF65-F5344CB8AC3E}">
        <p14:creationId xmlns:p14="http://schemas.microsoft.com/office/powerpoint/2010/main" val="202353620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|EON~033|</a:t>
            </a:r>
          </a:p>
        </p:txBody>
      </p:sp>
      <p:sp>
        <p:nvSpPr>
          <p:cNvPr id="8089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11812" eaLnBrk="0" hangingPunct="0">
              <a:tabLst>
                <a:tab pos="5999331" algn="r"/>
              </a:tabLst>
              <a:defRPr sz="1500">
                <a:solidFill>
                  <a:schemeClr val="bg1"/>
                </a:solidFill>
                <a:latin typeface="Arial" charset="0"/>
              </a:defRPr>
            </a:lvl1pPr>
            <a:lvl2pPr marL="797185" indent="-306610" defTabSz="1011812" eaLnBrk="0" hangingPunct="0">
              <a:tabLst>
                <a:tab pos="5999331" algn="r"/>
              </a:tabLst>
              <a:defRPr sz="1500">
                <a:solidFill>
                  <a:schemeClr val="bg1"/>
                </a:solidFill>
                <a:latin typeface="Arial" charset="0"/>
              </a:defRPr>
            </a:lvl2pPr>
            <a:lvl3pPr marL="1226439" indent="-245288" defTabSz="1011812" eaLnBrk="0" hangingPunct="0">
              <a:tabLst>
                <a:tab pos="5999331" algn="r"/>
              </a:tabLst>
              <a:defRPr sz="1500">
                <a:solidFill>
                  <a:schemeClr val="bg1"/>
                </a:solidFill>
                <a:latin typeface="Arial" charset="0"/>
              </a:defRPr>
            </a:lvl3pPr>
            <a:lvl4pPr marL="1717015" indent="-245288" defTabSz="1011812" eaLnBrk="0" hangingPunct="0">
              <a:tabLst>
                <a:tab pos="5999331" algn="r"/>
              </a:tabLst>
              <a:defRPr sz="1500">
                <a:solidFill>
                  <a:schemeClr val="bg1"/>
                </a:solidFill>
                <a:latin typeface="Arial" charset="0"/>
              </a:defRPr>
            </a:lvl4pPr>
            <a:lvl5pPr marL="2207590" indent="-245288" defTabSz="1011812" eaLnBrk="0" hangingPunct="0">
              <a:tabLst>
                <a:tab pos="5999331" algn="r"/>
              </a:tabLst>
              <a:defRPr sz="1500">
                <a:solidFill>
                  <a:schemeClr val="bg1"/>
                </a:solidFill>
                <a:latin typeface="Arial" charset="0"/>
              </a:defRPr>
            </a:lvl5pPr>
            <a:lvl6pPr marL="2698166"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6pPr>
            <a:lvl7pPr marL="3188741"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7pPr>
            <a:lvl8pPr marL="3679317"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8pPr>
            <a:lvl9pPr marL="4169893"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9pPr>
          </a:lstStyle>
          <a:p>
            <a:r>
              <a:rPr lang="en-US" altLang="en-US" sz="1300">
                <a:solidFill>
                  <a:schemeClr val="tx1"/>
                </a:solidFill>
              </a:rPr>
              <a:t>	</a:t>
            </a:r>
            <a:endParaRPr lang="en-US" sz="1300">
              <a:solidFill>
                <a:schemeClr val="tx1"/>
              </a:solidFill>
            </a:endParaRPr>
          </a:p>
        </p:txBody>
      </p:sp>
      <p:sp>
        <p:nvSpPr>
          <p:cNvPr id="8089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9889" eaLnBrk="0" hangingPunct="0">
              <a:tabLst>
                <a:tab pos="2943454" algn="ctr"/>
              </a:tabLst>
              <a:defRPr sz="1500">
                <a:solidFill>
                  <a:schemeClr val="bg1"/>
                </a:solidFill>
                <a:latin typeface="Arial" charset="0"/>
              </a:defRPr>
            </a:lvl1pPr>
            <a:lvl2pPr marL="797185" indent="-306610" defTabSz="999889" eaLnBrk="0" hangingPunct="0">
              <a:tabLst>
                <a:tab pos="2943454" algn="ctr"/>
              </a:tabLst>
              <a:defRPr sz="1500">
                <a:solidFill>
                  <a:schemeClr val="bg1"/>
                </a:solidFill>
                <a:latin typeface="Arial" charset="0"/>
              </a:defRPr>
            </a:lvl2pPr>
            <a:lvl3pPr marL="1226439" indent="-245288" defTabSz="999889" eaLnBrk="0" hangingPunct="0">
              <a:tabLst>
                <a:tab pos="2943454" algn="ctr"/>
              </a:tabLst>
              <a:defRPr sz="1500">
                <a:solidFill>
                  <a:schemeClr val="bg1"/>
                </a:solidFill>
                <a:latin typeface="Arial" charset="0"/>
              </a:defRPr>
            </a:lvl3pPr>
            <a:lvl4pPr marL="1717015" indent="-245288" defTabSz="999889" eaLnBrk="0" hangingPunct="0">
              <a:tabLst>
                <a:tab pos="2943454" algn="ctr"/>
              </a:tabLst>
              <a:defRPr sz="1500">
                <a:solidFill>
                  <a:schemeClr val="bg1"/>
                </a:solidFill>
                <a:latin typeface="Arial" charset="0"/>
              </a:defRPr>
            </a:lvl4pPr>
            <a:lvl5pPr marL="2207590" indent="-245288" defTabSz="999889" eaLnBrk="0" hangingPunct="0">
              <a:tabLst>
                <a:tab pos="2943454" algn="ctr"/>
              </a:tabLst>
              <a:defRPr sz="1500">
                <a:solidFill>
                  <a:schemeClr val="bg1"/>
                </a:solidFill>
                <a:latin typeface="Arial" charset="0"/>
              </a:defRPr>
            </a:lvl5pPr>
            <a:lvl6pPr marL="2698166"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6pPr>
            <a:lvl7pPr marL="3188741"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7pPr>
            <a:lvl8pPr marL="3679317"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8pPr>
            <a:lvl9pPr marL="4169893"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9pPr>
          </a:lstStyle>
          <a:p>
            <a:pPr eaLnBrk="1" hangingPunct="1"/>
            <a:r>
              <a:rPr lang="en-US" altLang="en-US" sz="1300">
                <a:solidFill>
                  <a:schemeClr val="tx1"/>
                </a:solidFill>
              </a:rPr>
              <a:t>	Documents - </a:t>
            </a:r>
            <a:fld id="{01A5D714-2918-4AE7-9B53-FDE1975133CC}" type="slidenum">
              <a:rPr lang="en-US" altLang="en-US" sz="1300">
                <a:solidFill>
                  <a:schemeClr val="tx1"/>
                </a:solidFill>
              </a:rPr>
              <a:pPr eaLnBrk="1" hangingPunct="1"/>
              <a:t>35</a:t>
            </a:fld>
            <a:endParaRPr lang="en-US" altLang="en-US" sz="1300">
              <a:solidFill>
                <a:schemeClr val="tx1"/>
              </a:solidFill>
            </a:endParaRPr>
          </a:p>
        </p:txBody>
      </p:sp>
      <p:sp>
        <p:nvSpPr>
          <p:cNvPr id="80900" name="Rectangle 2"/>
          <p:cNvSpPr>
            <a:spLocks noGrp="1" noRot="1" noChangeAspect="1" noChangeArrowheads="1" noTextEdit="1"/>
          </p:cNvSpPr>
          <p:nvPr>
            <p:ph type="sldImg"/>
          </p:nvPr>
        </p:nvSpPr>
        <p:spPr>
          <a:xfrm>
            <a:off x="563563" y="693738"/>
            <a:ext cx="5978525" cy="4484687"/>
          </a:xfrm>
          <a:ln/>
        </p:spPr>
      </p:sp>
      <p:sp>
        <p:nvSpPr>
          <p:cNvPr id="8090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151200877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|EON~034|</a:t>
            </a:r>
          </a:p>
        </p:txBody>
      </p:sp>
      <p:sp>
        <p:nvSpPr>
          <p:cNvPr id="8192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11812" eaLnBrk="0" hangingPunct="0">
              <a:tabLst>
                <a:tab pos="5999331" algn="r"/>
              </a:tabLst>
              <a:defRPr sz="1500">
                <a:solidFill>
                  <a:schemeClr val="bg1"/>
                </a:solidFill>
                <a:latin typeface="Arial" charset="0"/>
              </a:defRPr>
            </a:lvl1pPr>
            <a:lvl2pPr marL="797185" indent="-306610" defTabSz="1011812" eaLnBrk="0" hangingPunct="0">
              <a:tabLst>
                <a:tab pos="5999331" algn="r"/>
              </a:tabLst>
              <a:defRPr sz="1500">
                <a:solidFill>
                  <a:schemeClr val="bg1"/>
                </a:solidFill>
                <a:latin typeface="Arial" charset="0"/>
              </a:defRPr>
            </a:lvl2pPr>
            <a:lvl3pPr marL="1226439" indent="-245288" defTabSz="1011812" eaLnBrk="0" hangingPunct="0">
              <a:tabLst>
                <a:tab pos="5999331" algn="r"/>
              </a:tabLst>
              <a:defRPr sz="1500">
                <a:solidFill>
                  <a:schemeClr val="bg1"/>
                </a:solidFill>
                <a:latin typeface="Arial" charset="0"/>
              </a:defRPr>
            </a:lvl3pPr>
            <a:lvl4pPr marL="1717015" indent="-245288" defTabSz="1011812" eaLnBrk="0" hangingPunct="0">
              <a:tabLst>
                <a:tab pos="5999331" algn="r"/>
              </a:tabLst>
              <a:defRPr sz="1500">
                <a:solidFill>
                  <a:schemeClr val="bg1"/>
                </a:solidFill>
                <a:latin typeface="Arial" charset="0"/>
              </a:defRPr>
            </a:lvl4pPr>
            <a:lvl5pPr marL="2207590" indent="-245288" defTabSz="1011812" eaLnBrk="0" hangingPunct="0">
              <a:tabLst>
                <a:tab pos="5999331" algn="r"/>
              </a:tabLst>
              <a:defRPr sz="1500">
                <a:solidFill>
                  <a:schemeClr val="bg1"/>
                </a:solidFill>
                <a:latin typeface="Arial" charset="0"/>
              </a:defRPr>
            </a:lvl5pPr>
            <a:lvl6pPr marL="2698166"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6pPr>
            <a:lvl7pPr marL="3188741"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7pPr>
            <a:lvl8pPr marL="3679317"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8pPr>
            <a:lvl9pPr marL="4169893"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9pPr>
          </a:lstStyle>
          <a:p>
            <a:r>
              <a:rPr lang="en-US" altLang="en-US" sz="1300">
                <a:solidFill>
                  <a:schemeClr val="tx1"/>
                </a:solidFill>
              </a:rPr>
              <a:t>	</a:t>
            </a:r>
            <a:endParaRPr lang="en-US" sz="1300">
              <a:solidFill>
                <a:schemeClr val="tx1"/>
              </a:solidFill>
            </a:endParaRPr>
          </a:p>
        </p:txBody>
      </p:sp>
      <p:sp>
        <p:nvSpPr>
          <p:cNvPr id="8192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9889" eaLnBrk="0" hangingPunct="0">
              <a:tabLst>
                <a:tab pos="2943454" algn="ctr"/>
              </a:tabLst>
              <a:defRPr sz="1500">
                <a:solidFill>
                  <a:schemeClr val="bg1"/>
                </a:solidFill>
                <a:latin typeface="Arial" charset="0"/>
              </a:defRPr>
            </a:lvl1pPr>
            <a:lvl2pPr marL="797185" indent="-306610" defTabSz="999889" eaLnBrk="0" hangingPunct="0">
              <a:tabLst>
                <a:tab pos="2943454" algn="ctr"/>
              </a:tabLst>
              <a:defRPr sz="1500">
                <a:solidFill>
                  <a:schemeClr val="bg1"/>
                </a:solidFill>
                <a:latin typeface="Arial" charset="0"/>
              </a:defRPr>
            </a:lvl2pPr>
            <a:lvl3pPr marL="1226439" indent="-245288" defTabSz="999889" eaLnBrk="0" hangingPunct="0">
              <a:tabLst>
                <a:tab pos="2943454" algn="ctr"/>
              </a:tabLst>
              <a:defRPr sz="1500">
                <a:solidFill>
                  <a:schemeClr val="bg1"/>
                </a:solidFill>
                <a:latin typeface="Arial" charset="0"/>
              </a:defRPr>
            </a:lvl3pPr>
            <a:lvl4pPr marL="1717015" indent="-245288" defTabSz="999889" eaLnBrk="0" hangingPunct="0">
              <a:tabLst>
                <a:tab pos="2943454" algn="ctr"/>
              </a:tabLst>
              <a:defRPr sz="1500">
                <a:solidFill>
                  <a:schemeClr val="bg1"/>
                </a:solidFill>
                <a:latin typeface="Arial" charset="0"/>
              </a:defRPr>
            </a:lvl4pPr>
            <a:lvl5pPr marL="2207590" indent="-245288" defTabSz="999889" eaLnBrk="0" hangingPunct="0">
              <a:tabLst>
                <a:tab pos="2943454" algn="ctr"/>
              </a:tabLst>
              <a:defRPr sz="1500">
                <a:solidFill>
                  <a:schemeClr val="bg1"/>
                </a:solidFill>
                <a:latin typeface="Arial" charset="0"/>
              </a:defRPr>
            </a:lvl5pPr>
            <a:lvl6pPr marL="2698166"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6pPr>
            <a:lvl7pPr marL="3188741"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7pPr>
            <a:lvl8pPr marL="3679317"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8pPr>
            <a:lvl9pPr marL="4169893"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9pPr>
          </a:lstStyle>
          <a:p>
            <a:pPr eaLnBrk="1" hangingPunct="1"/>
            <a:r>
              <a:rPr lang="en-US" altLang="en-US" sz="1300">
                <a:solidFill>
                  <a:schemeClr val="tx1"/>
                </a:solidFill>
              </a:rPr>
              <a:t>	Documents - </a:t>
            </a:r>
            <a:fld id="{FF2916E8-9905-4B25-9074-2F43F29CC9C1}" type="slidenum">
              <a:rPr lang="en-US" altLang="en-US" sz="1300">
                <a:solidFill>
                  <a:schemeClr val="tx1"/>
                </a:solidFill>
              </a:rPr>
              <a:pPr eaLnBrk="1" hangingPunct="1"/>
              <a:t>36</a:t>
            </a:fld>
            <a:endParaRPr lang="en-US" altLang="en-US" sz="1300">
              <a:solidFill>
                <a:schemeClr val="tx1"/>
              </a:solidFill>
            </a:endParaRPr>
          </a:p>
        </p:txBody>
      </p:sp>
      <p:sp>
        <p:nvSpPr>
          <p:cNvPr id="81924" name="Rectangle 2"/>
          <p:cNvSpPr>
            <a:spLocks noGrp="1" noRot="1" noChangeAspect="1" noChangeArrowheads="1" noTextEdit="1"/>
          </p:cNvSpPr>
          <p:nvPr>
            <p:ph type="sldImg"/>
          </p:nvPr>
        </p:nvSpPr>
        <p:spPr>
          <a:ln/>
        </p:spPr>
      </p:sp>
      <p:sp>
        <p:nvSpPr>
          <p:cNvPr id="8192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How to generate emails automatically via business rules is not within the scope of this course, but is a task performed by a rule writer.</a:t>
            </a:r>
          </a:p>
        </p:txBody>
      </p:sp>
    </p:spTree>
    <p:extLst>
      <p:ext uri="{BB962C8B-B14F-4D97-AF65-F5344CB8AC3E}">
        <p14:creationId xmlns:p14="http://schemas.microsoft.com/office/powerpoint/2010/main" val="124864103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|EON~035|</a:t>
            </a:r>
          </a:p>
        </p:txBody>
      </p:sp>
      <p:sp>
        <p:nvSpPr>
          <p:cNvPr id="8294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11812" eaLnBrk="0" hangingPunct="0">
              <a:tabLst>
                <a:tab pos="5999331" algn="r"/>
              </a:tabLst>
              <a:defRPr sz="1500">
                <a:solidFill>
                  <a:schemeClr val="bg1"/>
                </a:solidFill>
                <a:latin typeface="Arial" charset="0"/>
              </a:defRPr>
            </a:lvl1pPr>
            <a:lvl2pPr marL="797185" indent="-306610" defTabSz="1011812" eaLnBrk="0" hangingPunct="0">
              <a:tabLst>
                <a:tab pos="5999331" algn="r"/>
              </a:tabLst>
              <a:defRPr sz="1500">
                <a:solidFill>
                  <a:schemeClr val="bg1"/>
                </a:solidFill>
                <a:latin typeface="Arial" charset="0"/>
              </a:defRPr>
            </a:lvl2pPr>
            <a:lvl3pPr marL="1226439" indent="-245288" defTabSz="1011812" eaLnBrk="0" hangingPunct="0">
              <a:tabLst>
                <a:tab pos="5999331" algn="r"/>
              </a:tabLst>
              <a:defRPr sz="1500">
                <a:solidFill>
                  <a:schemeClr val="bg1"/>
                </a:solidFill>
                <a:latin typeface="Arial" charset="0"/>
              </a:defRPr>
            </a:lvl3pPr>
            <a:lvl4pPr marL="1717015" indent="-245288" defTabSz="1011812" eaLnBrk="0" hangingPunct="0">
              <a:tabLst>
                <a:tab pos="5999331" algn="r"/>
              </a:tabLst>
              <a:defRPr sz="1500">
                <a:solidFill>
                  <a:schemeClr val="bg1"/>
                </a:solidFill>
                <a:latin typeface="Arial" charset="0"/>
              </a:defRPr>
            </a:lvl4pPr>
            <a:lvl5pPr marL="2207590" indent="-245288" defTabSz="1011812" eaLnBrk="0" hangingPunct="0">
              <a:tabLst>
                <a:tab pos="5999331" algn="r"/>
              </a:tabLst>
              <a:defRPr sz="1500">
                <a:solidFill>
                  <a:schemeClr val="bg1"/>
                </a:solidFill>
                <a:latin typeface="Arial" charset="0"/>
              </a:defRPr>
            </a:lvl5pPr>
            <a:lvl6pPr marL="2698166"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6pPr>
            <a:lvl7pPr marL="3188741"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7pPr>
            <a:lvl8pPr marL="3679317"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8pPr>
            <a:lvl9pPr marL="4169893"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9pPr>
          </a:lstStyle>
          <a:p>
            <a:r>
              <a:rPr lang="en-US" altLang="en-US" sz="1300">
                <a:solidFill>
                  <a:schemeClr val="tx1"/>
                </a:solidFill>
              </a:rPr>
              <a:t>	</a:t>
            </a:r>
            <a:endParaRPr lang="en-US" sz="1300">
              <a:solidFill>
                <a:schemeClr val="tx1"/>
              </a:solidFill>
            </a:endParaRPr>
          </a:p>
        </p:txBody>
      </p:sp>
      <p:sp>
        <p:nvSpPr>
          <p:cNvPr id="8294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9889" eaLnBrk="0" hangingPunct="0">
              <a:tabLst>
                <a:tab pos="2943454" algn="ctr"/>
              </a:tabLst>
              <a:defRPr sz="1500">
                <a:solidFill>
                  <a:schemeClr val="bg1"/>
                </a:solidFill>
                <a:latin typeface="Arial" charset="0"/>
              </a:defRPr>
            </a:lvl1pPr>
            <a:lvl2pPr marL="797185" indent="-306610" defTabSz="999889" eaLnBrk="0" hangingPunct="0">
              <a:tabLst>
                <a:tab pos="2943454" algn="ctr"/>
              </a:tabLst>
              <a:defRPr sz="1500">
                <a:solidFill>
                  <a:schemeClr val="bg1"/>
                </a:solidFill>
                <a:latin typeface="Arial" charset="0"/>
              </a:defRPr>
            </a:lvl2pPr>
            <a:lvl3pPr marL="1226439" indent="-245288" defTabSz="999889" eaLnBrk="0" hangingPunct="0">
              <a:tabLst>
                <a:tab pos="2943454" algn="ctr"/>
              </a:tabLst>
              <a:defRPr sz="1500">
                <a:solidFill>
                  <a:schemeClr val="bg1"/>
                </a:solidFill>
                <a:latin typeface="Arial" charset="0"/>
              </a:defRPr>
            </a:lvl3pPr>
            <a:lvl4pPr marL="1717015" indent="-245288" defTabSz="999889" eaLnBrk="0" hangingPunct="0">
              <a:tabLst>
                <a:tab pos="2943454" algn="ctr"/>
              </a:tabLst>
              <a:defRPr sz="1500">
                <a:solidFill>
                  <a:schemeClr val="bg1"/>
                </a:solidFill>
                <a:latin typeface="Arial" charset="0"/>
              </a:defRPr>
            </a:lvl4pPr>
            <a:lvl5pPr marL="2207590" indent="-245288" defTabSz="999889" eaLnBrk="0" hangingPunct="0">
              <a:tabLst>
                <a:tab pos="2943454" algn="ctr"/>
              </a:tabLst>
              <a:defRPr sz="1500">
                <a:solidFill>
                  <a:schemeClr val="bg1"/>
                </a:solidFill>
                <a:latin typeface="Arial" charset="0"/>
              </a:defRPr>
            </a:lvl5pPr>
            <a:lvl6pPr marL="2698166"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6pPr>
            <a:lvl7pPr marL="3188741"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7pPr>
            <a:lvl8pPr marL="3679317"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8pPr>
            <a:lvl9pPr marL="4169893"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9pPr>
          </a:lstStyle>
          <a:p>
            <a:pPr eaLnBrk="1" hangingPunct="1"/>
            <a:r>
              <a:rPr lang="en-US" altLang="en-US" sz="1300">
                <a:solidFill>
                  <a:schemeClr val="tx1"/>
                </a:solidFill>
              </a:rPr>
              <a:t>	Documents - </a:t>
            </a:r>
            <a:fld id="{114DFE22-272E-425F-9A21-865C62AA4397}" type="slidenum">
              <a:rPr lang="en-US" altLang="en-US" sz="1300">
                <a:solidFill>
                  <a:schemeClr val="tx1"/>
                </a:solidFill>
              </a:rPr>
              <a:pPr eaLnBrk="1" hangingPunct="1"/>
              <a:t>37</a:t>
            </a:fld>
            <a:endParaRPr lang="en-US" altLang="en-US" sz="1300">
              <a:solidFill>
                <a:schemeClr val="tx1"/>
              </a:solidFill>
            </a:endParaRPr>
          </a:p>
        </p:txBody>
      </p:sp>
      <p:sp>
        <p:nvSpPr>
          <p:cNvPr id="82948" name="Rectangle 2"/>
          <p:cNvSpPr>
            <a:spLocks noGrp="1" noRot="1" noChangeAspect="1" noChangeArrowheads="1" noTextEdit="1"/>
          </p:cNvSpPr>
          <p:nvPr>
            <p:ph type="sldImg"/>
          </p:nvPr>
        </p:nvSpPr>
        <p:spPr>
          <a:ln/>
        </p:spPr>
      </p:sp>
      <p:sp>
        <p:nvSpPr>
          <p:cNvPr id="8294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a:t>Emails are created by a menu action separate from that of the new document. But similar to the new document menu action, a worksheet is opened up for creating the new email.</a:t>
            </a:r>
          </a:p>
          <a:p>
            <a:pPr eaLnBrk="1" hangingPunct="1"/>
            <a:r>
              <a:rPr lang="en-US" dirty="0"/>
              <a:t>The checkbox to “Save as a new document” is the default behavior when creating a new email. This results in a copy of the sent email being stored as a document.</a:t>
            </a:r>
          </a:p>
        </p:txBody>
      </p:sp>
    </p:spTree>
    <p:extLst>
      <p:ext uri="{BB962C8B-B14F-4D97-AF65-F5344CB8AC3E}">
        <p14:creationId xmlns:p14="http://schemas.microsoft.com/office/powerpoint/2010/main" val="149685164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|EON~036|</a:t>
            </a:r>
          </a:p>
        </p:txBody>
      </p:sp>
      <p:sp>
        <p:nvSpPr>
          <p:cNvPr id="8397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11812" eaLnBrk="0" hangingPunct="0">
              <a:tabLst>
                <a:tab pos="5999331" algn="r"/>
              </a:tabLst>
              <a:defRPr sz="1500">
                <a:solidFill>
                  <a:schemeClr val="bg1"/>
                </a:solidFill>
                <a:latin typeface="Arial" charset="0"/>
              </a:defRPr>
            </a:lvl1pPr>
            <a:lvl2pPr marL="797185" indent="-306610" defTabSz="1011812" eaLnBrk="0" hangingPunct="0">
              <a:tabLst>
                <a:tab pos="5999331" algn="r"/>
              </a:tabLst>
              <a:defRPr sz="1500">
                <a:solidFill>
                  <a:schemeClr val="bg1"/>
                </a:solidFill>
                <a:latin typeface="Arial" charset="0"/>
              </a:defRPr>
            </a:lvl2pPr>
            <a:lvl3pPr marL="1226439" indent="-245288" defTabSz="1011812" eaLnBrk="0" hangingPunct="0">
              <a:tabLst>
                <a:tab pos="5999331" algn="r"/>
              </a:tabLst>
              <a:defRPr sz="1500">
                <a:solidFill>
                  <a:schemeClr val="bg1"/>
                </a:solidFill>
                <a:latin typeface="Arial" charset="0"/>
              </a:defRPr>
            </a:lvl3pPr>
            <a:lvl4pPr marL="1717015" indent="-245288" defTabSz="1011812" eaLnBrk="0" hangingPunct="0">
              <a:tabLst>
                <a:tab pos="5999331" algn="r"/>
              </a:tabLst>
              <a:defRPr sz="1500">
                <a:solidFill>
                  <a:schemeClr val="bg1"/>
                </a:solidFill>
                <a:latin typeface="Arial" charset="0"/>
              </a:defRPr>
            </a:lvl4pPr>
            <a:lvl5pPr marL="2207590" indent="-245288" defTabSz="1011812" eaLnBrk="0" hangingPunct="0">
              <a:tabLst>
                <a:tab pos="5999331" algn="r"/>
              </a:tabLst>
              <a:defRPr sz="1500">
                <a:solidFill>
                  <a:schemeClr val="bg1"/>
                </a:solidFill>
                <a:latin typeface="Arial" charset="0"/>
              </a:defRPr>
            </a:lvl5pPr>
            <a:lvl6pPr marL="2698166"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6pPr>
            <a:lvl7pPr marL="3188741"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7pPr>
            <a:lvl8pPr marL="3679317"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8pPr>
            <a:lvl9pPr marL="4169893"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9pPr>
          </a:lstStyle>
          <a:p>
            <a:r>
              <a:rPr lang="en-US" altLang="en-US" sz="1300">
                <a:solidFill>
                  <a:schemeClr val="tx1"/>
                </a:solidFill>
              </a:rPr>
              <a:t>	</a:t>
            </a:r>
            <a:endParaRPr lang="en-US" sz="1300">
              <a:solidFill>
                <a:schemeClr val="tx1"/>
              </a:solidFill>
            </a:endParaRPr>
          </a:p>
        </p:txBody>
      </p:sp>
      <p:sp>
        <p:nvSpPr>
          <p:cNvPr id="8397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9889" eaLnBrk="0" hangingPunct="0">
              <a:tabLst>
                <a:tab pos="2943454" algn="ctr"/>
              </a:tabLst>
              <a:defRPr sz="1500">
                <a:solidFill>
                  <a:schemeClr val="bg1"/>
                </a:solidFill>
                <a:latin typeface="Arial" charset="0"/>
              </a:defRPr>
            </a:lvl1pPr>
            <a:lvl2pPr marL="797185" indent="-306610" defTabSz="999889" eaLnBrk="0" hangingPunct="0">
              <a:tabLst>
                <a:tab pos="2943454" algn="ctr"/>
              </a:tabLst>
              <a:defRPr sz="1500">
                <a:solidFill>
                  <a:schemeClr val="bg1"/>
                </a:solidFill>
                <a:latin typeface="Arial" charset="0"/>
              </a:defRPr>
            </a:lvl2pPr>
            <a:lvl3pPr marL="1226439" indent="-245288" defTabSz="999889" eaLnBrk="0" hangingPunct="0">
              <a:tabLst>
                <a:tab pos="2943454" algn="ctr"/>
              </a:tabLst>
              <a:defRPr sz="1500">
                <a:solidFill>
                  <a:schemeClr val="bg1"/>
                </a:solidFill>
                <a:latin typeface="Arial" charset="0"/>
              </a:defRPr>
            </a:lvl3pPr>
            <a:lvl4pPr marL="1717015" indent="-245288" defTabSz="999889" eaLnBrk="0" hangingPunct="0">
              <a:tabLst>
                <a:tab pos="2943454" algn="ctr"/>
              </a:tabLst>
              <a:defRPr sz="1500">
                <a:solidFill>
                  <a:schemeClr val="bg1"/>
                </a:solidFill>
                <a:latin typeface="Arial" charset="0"/>
              </a:defRPr>
            </a:lvl4pPr>
            <a:lvl5pPr marL="2207590" indent="-245288" defTabSz="999889" eaLnBrk="0" hangingPunct="0">
              <a:tabLst>
                <a:tab pos="2943454" algn="ctr"/>
              </a:tabLst>
              <a:defRPr sz="1500">
                <a:solidFill>
                  <a:schemeClr val="bg1"/>
                </a:solidFill>
                <a:latin typeface="Arial" charset="0"/>
              </a:defRPr>
            </a:lvl5pPr>
            <a:lvl6pPr marL="2698166"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6pPr>
            <a:lvl7pPr marL="3188741"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7pPr>
            <a:lvl8pPr marL="3679317"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8pPr>
            <a:lvl9pPr marL="4169893"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9pPr>
          </a:lstStyle>
          <a:p>
            <a:pPr eaLnBrk="1" hangingPunct="1"/>
            <a:r>
              <a:rPr lang="en-US" altLang="en-US" sz="1300">
                <a:solidFill>
                  <a:schemeClr val="tx1"/>
                </a:solidFill>
              </a:rPr>
              <a:t>	Documents - </a:t>
            </a:r>
            <a:fld id="{1AE437B0-161F-4DA8-91EB-A328137D37FF}" type="slidenum">
              <a:rPr lang="en-US" altLang="en-US" sz="1300">
                <a:solidFill>
                  <a:schemeClr val="tx1"/>
                </a:solidFill>
              </a:rPr>
              <a:pPr eaLnBrk="1" hangingPunct="1"/>
              <a:t>38</a:t>
            </a:fld>
            <a:endParaRPr lang="en-US" altLang="en-US" sz="1300">
              <a:solidFill>
                <a:schemeClr val="tx1"/>
              </a:solidFill>
            </a:endParaRPr>
          </a:p>
        </p:txBody>
      </p:sp>
      <p:sp>
        <p:nvSpPr>
          <p:cNvPr id="83972" name="Rectangle 2"/>
          <p:cNvSpPr>
            <a:spLocks noGrp="1" noRot="1" noChangeAspect="1" noChangeArrowheads="1" noTextEdit="1"/>
          </p:cNvSpPr>
          <p:nvPr>
            <p:ph type="sldImg"/>
          </p:nvPr>
        </p:nvSpPr>
        <p:spPr>
          <a:ln/>
        </p:spPr>
      </p:sp>
      <p:sp>
        <p:nvSpPr>
          <p:cNvPr id="8397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a:t>An bug</a:t>
            </a:r>
            <a:r>
              <a:rPr lang="en-US" baseline="0" dirty="0"/>
              <a:t> in ClaimCenter 8.x may prevent the name from “auto-completing”. Entering the name using upper-case may resolve the issue.</a:t>
            </a:r>
            <a:endParaRPr lang="en-US" dirty="0"/>
          </a:p>
        </p:txBody>
      </p:sp>
    </p:spTree>
    <p:extLst>
      <p:ext uri="{BB962C8B-B14F-4D97-AF65-F5344CB8AC3E}">
        <p14:creationId xmlns:p14="http://schemas.microsoft.com/office/powerpoint/2010/main" val="67902284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|EON~037|</a:t>
            </a:r>
          </a:p>
        </p:txBody>
      </p:sp>
      <p:sp>
        <p:nvSpPr>
          <p:cNvPr id="8499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11812" eaLnBrk="0" hangingPunct="0">
              <a:tabLst>
                <a:tab pos="5999331" algn="r"/>
              </a:tabLst>
              <a:defRPr sz="1500">
                <a:solidFill>
                  <a:schemeClr val="bg1"/>
                </a:solidFill>
                <a:latin typeface="Arial" charset="0"/>
              </a:defRPr>
            </a:lvl1pPr>
            <a:lvl2pPr marL="797185" indent="-306610" defTabSz="1011812" eaLnBrk="0" hangingPunct="0">
              <a:tabLst>
                <a:tab pos="5999331" algn="r"/>
              </a:tabLst>
              <a:defRPr sz="1500">
                <a:solidFill>
                  <a:schemeClr val="bg1"/>
                </a:solidFill>
                <a:latin typeface="Arial" charset="0"/>
              </a:defRPr>
            </a:lvl2pPr>
            <a:lvl3pPr marL="1226439" indent="-245288" defTabSz="1011812" eaLnBrk="0" hangingPunct="0">
              <a:tabLst>
                <a:tab pos="5999331" algn="r"/>
              </a:tabLst>
              <a:defRPr sz="1500">
                <a:solidFill>
                  <a:schemeClr val="bg1"/>
                </a:solidFill>
                <a:latin typeface="Arial" charset="0"/>
              </a:defRPr>
            </a:lvl3pPr>
            <a:lvl4pPr marL="1717015" indent="-245288" defTabSz="1011812" eaLnBrk="0" hangingPunct="0">
              <a:tabLst>
                <a:tab pos="5999331" algn="r"/>
              </a:tabLst>
              <a:defRPr sz="1500">
                <a:solidFill>
                  <a:schemeClr val="bg1"/>
                </a:solidFill>
                <a:latin typeface="Arial" charset="0"/>
              </a:defRPr>
            </a:lvl4pPr>
            <a:lvl5pPr marL="2207590" indent="-245288" defTabSz="1011812" eaLnBrk="0" hangingPunct="0">
              <a:tabLst>
                <a:tab pos="5999331" algn="r"/>
              </a:tabLst>
              <a:defRPr sz="1500">
                <a:solidFill>
                  <a:schemeClr val="bg1"/>
                </a:solidFill>
                <a:latin typeface="Arial" charset="0"/>
              </a:defRPr>
            </a:lvl5pPr>
            <a:lvl6pPr marL="2698166"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6pPr>
            <a:lvl7pPr marL="3188741"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7pPr>
            <a:lvl8pPr marL="3679317"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8pPr>
            <a:lvl9pPr marL="4169893"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9pPr>
          </a:lstStyle>
          <a:p>
            <a:r>
              <a:rPr lang="en-US" altLang="en-US" sz="1300">
                <a:solidFill>
                  <a:schemeClr val="tx1"/>
                </a:solidFill>
              </a:rPr>
              <a:t>	</a:t>
            </a:r>
            <a:endParaRPr lang="en-US" sz="1300">
              <a:solidFill>
                <a:schemeClr val="tx1"/>
              </a:solidFill>
            </a:endParaRPr>
          </a:p>
        </p:txBody>
      </p:sp>
      <p:sp>
        <p:nvSpPr>
          <p:cNvPr id="8499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9889" eaLnBrk="0" hangingPunct="0">
              <a:tabLst>
                <a:tab pos="2943454" algn="ctr"/>
              </a:tabLst>
              <a:defRPr sz="1500">
                <a:solidFill>
                  <a:schemeClr val="bg1"/>
                </a:solidFill>
                <a:latin typeface="Arial" charset="0"/>
              </a:defRPr>
            </a:lvl1pPr>
            <a:lvl2pPr marL="797185" indent="-306610" defTabSz="999889" eaLnBrk="0" hangingPunct="0">
              <a:tabLst>
                <a:tab pos="2943454" algn="ctr"/>
              </a:tabLst>
              <a:defRPr sz="1500">
                <a:solidFill>
                  <a:schemeClr val="bg1"/>
                </a:solidFill>
                <a:latin typeface="Arial" charset="0"/>
              </a:defRPr>
            </a:lvl2pPr>
            <a:lvl3pPr marL="1226439" indent="-245288" defTabSz="999889" eaLnBrk="0" hangingPunct="0">
              <a:tabLst>
                <a:tab pos="2943454" algn="ctr"/>
              </a:tabLst>
              <a:defRPr sz="1500">
                <a:solidFill>
                  <a:schemeClr val="bg1"/>
                </a:solidFill>
                <a:latin typeface="Arial" charset="0"/>
              </a:defRPr>
            </a:lvl3pPr>
            <a:lvl4pPr marL="1717015" indent="-245288" defTabSz="999889" eaLnBrk="0" hangingPunct="0">
              <a:tabLst>
                <a:tab pos="2943454" algn="ctr"/>
              </a:tabLst>
              <a:defRPr sz="1500">
                <a:solidFill>
                  <a:schemeClr val="bg1"/>
                </a:solidFill>
                <a:latin typeface="Arial" charset="0"/>
              </a:defRPr>
            </a:lvl4pPr>
            <a:lvl5pPr marL="2207590" indent="-245288" defTabSz="999889" eaLnBrk="0" hangingPunct="0">
              <a:tabLst>
                <a:tab pos="2943454" algn="ctr"/>
              </a:tabLst>
              <a:defRPr sz="1500">
                <a:solidFill>
                  <a:schemeClr val="bg1"/>
                </a:solidFill>
                <a:latin typeface="Arial" charset="0"/>
              </a:defRPr>
            </a:lvl5pPr>
            <a:lvl6pPr marL="2698166"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6pPr>
            <a:lvl7pPr marL="3188741"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7pPr>
            <a:lvl8pPr marL="3679317"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8pPr>
            <a:lvl9pPr marL="4169893"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9pPr>
          </a:lstStyle>
          <a:p>
            <a:pPr eaLnBrk="1" hangingPunct="1"/>
            <a:r>
              <a:rPr lang="en-US" altLang="en-US" sz="1300">
                <a:solidFill>
                  <a:schemeClr val="tx1"/>
                </a:solidFill>
              </a:rPr>
              <a:t>	Documents - </a:t>
            </a:r>
            <a:fld id="{A5FA88DE-0148-47E3-B4FD-D95A1E134A18}" type="slidenum">
              <a:rPr lang="en-US" altLang="en-US" sz="1300">
                <a:solidFill>
                  <a:schemeClr val="tx1"/>
                </a:solidFill>
              </a:rPr>
              <a:pPr eaLnBrk="1" hangingPunct="1"/>
              <a:t>39</a:t>
            </a:fld>
            <a:endParaRPr lang="en-US" altLang="en-US" sz="1300">
              <a:solidFill>
                <a:schemeClr val="tx1"/>
              </a:solidFill>
            </a:endParaRPr>
          </a:p>
        </p:txBody>
      </p:sp>
      <p:sp>
        <p:nvSpPr>
          <p:cNvPr id="84996" name="Rectangle 2"/>
          <p:cNvSpPr>
            <a:spLocks noGrp="1" noRot="1" noChangeAspect="1" noChangeArrowheads="1" noTextEdit="1"/>
          </p:cNvSpPr>
          <p:nvPr>
            <p:ph type="sldImg"/>
          </p:nvPr>
        </p:nvSpPr>
        <p:spPr>
          <a:ln/>
        </p:spPr>
      </p:sp>
      <p:sp>
        <p:nvSpPr>
          <p:cNvPr id="8499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a:t>Most (if not all)</a:t>
            </a:r>
            <a:r>
              <a:rPr lang="en-US" baseline="0" dirty="0"/>
              <a:t> of the</a:t>
            </a:r>
            <a:r>
              <a:rPr lang="en-US" dirty="0"/>
              <a:t> body text of the email was pre-populated with the contents from the template. The adjuster has begun entering her name and contact info to personalize the message. Any portion of the template is modifiable by the adjuster.</a:t>
            </a:r>
          </a:p>
        </p:txBody>
      </p:sp>
    </p:spTree>
    <p:extLst>
      <p:ext uri="{BB962C8B-B14F-4D97-AF65-F5344CB8AC3E}">
        <p14:creationId xmlns:p14="http://schemas.microsoft.com/office/powerpoint/2010/main" val="202852263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|EON~038|</a:t>
            </a:r>
          </a:p>
        </p:txBody>
      </p:sp>
      <p:sp>
        <p:nvSpPr>
          <p:cNvPr id="8499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11812" eaLnBrk="0" hangingPunct="0">
              <a:tabLst>
                <a:tab pos="5999331" algn="r"/>
              </a:tabLst>
              <a:defRPr sz="1500">
                <a:solidFill>
                  <a:schemeClr val="bg1"/>
                </a:solidFill>
                <a:latin typeface="Arial" charset="0"/>
              </a:defRPr>
            </a:lvl1pPr>
            <a:lvl2pPr marL="797185" indent="-306610" defTabSz="1011812" eaLnBrk="0" hangingPunct="0">
              <a:tabLst>
                <a:tab pos="5999331" algn="r"/>
              </a:tabLst>
              <a:defRPr sz="1500">
                <a:solidFill>
                  <a:schemeClr val="bg1"/>
                </a:solidFill>
                <a:latin typeface="Arial" charset="0"/>
              </a:defRPr>
            </a:lvl2pPr>
            <a:lvl3pPr marL="1226439" indent="-245288" defTabSz="1011812" eaLnBrk="0" hangingPunct="0">
              <a:tabLst>
                <a:tab pos="5999331" algn="r"/>
              </a:tabLst>
              <a:defRPr sz="1500">
                <a:solidFill>
                  <a:schemeClr val="bg1"/>
                </a:solidFill>
                <a:latin typeface="Arial" charset="0"/>
              </a:defRPr>
            </a:lvl3pPr>
            <a:lvl4pPr marL="1717015" indent="-245288" defTabSz="1011812" eaLnBrk="0" hangingPunct="0">
              <a:tabLst>
                <a:tab pos="5999331" algn="r"/>
              </a:tabLst>
              <a:defRPr sz="1500">
                <a:solidFill>
                  <a:schemeClr val="bg1"/>
                </a:solidFill>
                <a:latin typeface="Arial" charset="0"/>
              </a:defRPr>
            </a:lvl4pPr>
            <a:lvl5pPr marL="2207590" indent="-245288" defTabSz="1011812" eaLnBrk="0" hangingPunct="0">
              <a:tabLst>
                <a:tab pos="5999331" algn="r"/>
              </a:tabLst>
              <a:defRPr sz="1500">
                <a:solidFill>
                  <a:schemeClr val="bg1"/>
                </a:solidFill>
                <a:latin typeface="Arial" charset="0"/>
              </a:defRPr>
            </a:lvl5pPr>
            <a:lvl6pPr marL="2698166"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6pPr>
            <a:lvl7pPr marL="3188741"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7pPr>
            <a:lvl8pPr marL="3679317"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8pPr>
            <a:lvl9pPr marL="4169893"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9pPr>
          </a:lstStyle>
          <a:p>
            <a:r>
              <a:rPr lang="en-US" altLang="en-US" sz="1300">
                <a:solidFill>
                  <a:schemeClr val="tx1"/>
                </a:solidFill>
              </a:rPr>
              <a:t>	</a:t>
            </a:r>
            <a:endParaRPr lang="en-US" sz="1300">
              <a:solidFill>
                <a:schemeClr val="tx1"/>
              </a:solidFill>
            </a:endParaRPr>
          </a:p>
        </p:txBody>
      </p:sp>
      <p:sp>
        <p:nvSpPr>
          <p:cNvPr id="8499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9889" eaLnBrk="0" hangingPunct="0">
              <a:tabLst>
                <a:tab pos="2943454" algn="ctr"/>
              </a:tabLst>
              <a:defRPr sz="1500">
                <a:solidFill>
                  <a:schemeClr val="bg1"/>
                </a:solidFill>
                <a:latin typeface="Arial" charset="0"/>
              </a:defRPr>
            </a:lvl1pPr>
            <a:lvl2pPr marL="797185" indent="-306610" defTabSz="999889" eaLnBrk="0" hangingPunct="0">
              <a:tabLst>
                <a:tab pos="2943454" algn="ctr"/>
              </a:tabLst>
              <a:defRPr sz="1500">
                <a:solidFill>
                  <a:schemeClr val="bg1"/>
                </a:solidFill>
                <a:latin typeface="Arial" charset="0"/>
              </a:defRPr>
            </a:lvl2pPr>
            <a:lvl3pPr marL="1226439" indent="-245288" defTabSz="999889" eaLnBrk="0" hangingPunct="0">
              <a:tabLst>
                <a:tab pos="2943454" algn="ctr"/>
              </a:tabLst>
              <a:defRPr sz="1500">
                <a:solidFill>
                  <a:schemeClr val="bg1"/>
                </a:solidFill>
                <a:latin typeface="Arial" charset="0"/>
              </a:defRPr>
            </a:lvl3pPr>
            <a:lvl4pPr marL="1717015" indent="-245288" defTabSz="999889" eaLnBrk="0" hangingPunct="0">
              <a:tabLst>
                <a:tab pos="2943454" algn="ctr"/>
              </a:tabLst>
              <a:defRPr sz="1500">
                <a:solidFill>
                  <a:schemeClr val="bg1"/>
                </a:solidFill>
                <a:latin typeface="Arial" charset="0"/>
              </a:defRPr>
            </a:lvl4pPr>
            <a:lvl5pPr marL="2207590" indent="-245288" defTabSz="999889" eaLnBrk="0" hangingPunct="0">
              <a:tabLst>
                <a:tab pos="2943454" algn="ctr"/>
              </a:tabLst>
              <a:defRPr sz="1500">
                <a:solidFill>
                  <a:schemeClr val="bg1"/>
                </a:solidFill>
                <a:latin typeface="Arial" charset="0"/>
              </a:defRPr>
            </a:lvl5pPr>
            <a:lvl6pPr marL="2698166"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6pPr>
            <a:lvl7pPr marL="3188741"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7pPr>
            <a:lvl8pPr marL="3679317"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8pPr>
            <a:lvl9pPr marL="4169893"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9pPr>
          </a:lstStyle>
          <a:p>
            <a:pPr eaLnBrk="1" hangingPunct="1"/>
            <a:r>
              <a:rPr lang="en-US" altLang="en-US" sz="1300">
                <a:solidFill>
                  <a:schemeClr val="tx1"/>
                </a:solidFill>
              </a:rPr>
              <a:t>	Documents - </a:t>
            </a:r>
            <a:fld id="{A5FA88DE-0148-47E3-B4FD-D95A1E134A18}" type="slidenum">
              <a:rPr lang="en-US" altLang="en-US" sz="1300">
                <a:solidFill>
                  <a:schemeClr val="tx1"/>
                </a:solidFill>
              </a:rPr>
              <a:pPr eaLnBrk="1" hangingPunct="1"/>
              <a:t>40</a:t>
            </a:fld>
            <a:endParaRPr lang="en-US" altLang="en-US" sz="1300">
              <a:solidFill>
                <a:schemeClr val="tx1"/>
              </a:solidFill>
            </a:endParaRPr>
          </a:p>
        </p:txBody>
      </p:sp>
      <p:sp>
        <p:nvSpPr>
          <p:cNvPr id="84996" name="Rectangle 2"/>
          <p:cNvSpPr>
            <a:spLocks noGrp="1" noRot="1" noChangeAspect="1" noChangeArrowheads="1" noTextEdit="1"/>
          </p:cNvSpPr>
          <p:nvPr>
            <p:ph type="sldImg"/>
          </p:nvPr>
        </p:nvSpPr>
        <p:spPr>
          <a:ln/>
        </p:spPr>
      </p:sp>
      <p:sp>
        <p:nvSpPr>
          <p:cNvPr id="8499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a:t>Most (if not all)</a:t>
            </a:r>
            <a:r>
              <a:rPr lang="en-US" baseline="0" dirty="0"/>
              <a:t> of the</a:t>
            </a:r>
            <a:r>
              <a:rPr lang="en-US" dirty="0"/>
              <a:t> body text of the email was pre-populated with the contents from the template. The adjuster has begun entering her name and contact info to personalize the message. Any portion of the template is modifiable by the adjuster.</a:t>
            </a:r>
          </a:p>
        </p:txBody>
      </p:sp>
    </p:spTree>
    <p:extLst>
      <p:ext uri="{BB962C8B-B14F-4D97-AF65-F5344CB8AC3E}">
        <p14:creationId xmlns:p14="http://schemas.microsoft.com/office/powerpoint/2010/main" val="413653002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|EON~039|</a:t>
            </a:r>
          </a:p>
        </p:txBody>
      </p:sp>
      <p:sp>
        <p:nvSpPr>
          <p:cNvPr id="8601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11812" eaLnBrk="0" hangingPunct="0">
              <a:tabLst>
                <a:tab pos="5999331" algn="r"/>
              </a:tabLst>
              <a:defRPr sz="1500">
                <a:solidFill>
                  <a:schemeClr val="bg1"/>
                </a:solidFill>
                <a:latin typeface="Arial" charset="0"/>
              </a:defRPr>
            </a:lvl1pPr>
            <a:lvl2pPr marL="797185" indent="-306610" defTabSz="1011812" eaLnBrk="0" hangingPunct="0">
              <a:tabLst>
                <a:tab pos="5999331" algn="r"/>
              </a:tabLst>
              <a:defRPr sz="1500">
                <a:solidFill>
                  <a:schemeClr val="bg1"/>
                </a:solidFill>
                <a:latin typeface="Arial" charset="0"/>
              </a:defRPr>
            </a:lvl2pPr>
            <a:lvl3pPr marL="1226439" indent="-245288" defTabSz="1011812" eaLnBrk="0" hangingPunct="0">
              <a:tabLst>
                <a:tab pos="5999331" algn="r"/>
              </a:tabLst>
              <a:defRPr sz="1500">
                <a:solidFill>
                  <a:schemeClr val="bg1"/>
                </a:solidFill>
                <a:latin typeface="Arial" charset="0"/>
              </a:defRPr>
            </a:lvl3pPr>
            <a:lvl4pPr marL="1717015" indent="-245288" defTabSz="1011812" eaLnBrk="0" hangingPunct="0">
              <a:tabLst>
                <a:tab pos="5999331" algn="r"/>
              </a:tabLst>
              <a:defRPr sz="1500">
                <a:solidFill>
                  <a:schemeClr val="bg1"/>
                </a:solidFill>
                <a:latin typeface="Arial" charset="0"/>
              </a:defRPr>
            </a:lvl4pPr>
            <a:lvl5pPr marL="2207590" indent="-245288" defTabSz="1011812" eaLnBrk="0" hangingPunct="0">
              <a:tabLst>
                <a:tab pos="5999331" algn="r"/>
              </a:tabLst>
              <a:defRPr sz="1500">
                <a:solidFill>
                  <a:schemeClr val="bg1"/>
                </a:solidFill>
                <a:latin typeface="Arial" charset="0"/>
              </a:defRPr>
            </a:lvl5pPr>
            <a:lvl6pPr marL="2698166"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6pPr>
            <a:lvl7pPr marL="3188741"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7pPr>
            <a:lvl8pPr marL="3679317"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8pPr>
            <a:lvl9pPr marL="4169893"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9pPr>
          </a:lstStyle>
          <a:p>
            <a:r>
              <a:rPr lang="en-US" altLang="en-US" sz="1300">
                <a:solidFill>
                  <a:schemeClr val="tx1"/>
                </a:solidFill>
              </a:rPr>
              <a:t>	</a:t>
            </a:r>
            <a:endParaRPr lang="en-US" sz="1300">
              <a:solidFill>
                <a:schemeClr val="tx1"/>
              </a:solidFill>
            </a:endParaRPr>
          </a:p>
        </p:txBody>
      </p:sp>
      <p:sp>
        <p:nvSpPr>
          <p:cNvPr id="8601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9889" eaLnBrk="0" hangingPunct="0">
              <a:tabLst>
                <a:tab pos="2943454" algn="ctr"/>
              </a:tabLst>
              <a:defRPr sz="1500">
                <a:solidFill>
                  <a:schemeClr val="bg1"/>
                </a:solidFill>
                <a:latin typeface="Arial" charset="0"/>
              </a:defRPr>
            </a:lvl1pPr>
            <a:lvl2pPr marL="797185" indent="-306610" defTabSz="999889" eaLnBrk="0" hangingPunct="0">
              <a:tabLst>
                <a:tab pos="2943454" algn="ctr"/>
              </a:tabLst>
              <a:defRPr sz="1500">
                <a:solidFill>
                  <a:schemeClr val="bg1"/>
                </a:solidFill>
                <a:latin typeface="Arial" charset="0"/>
              </a:defRPr>
            </a:lvl2pPr>
            <a:lvl3pPr marL="1226439" indent="-245288" defTabSz="999889" eaLnBrk="0" hangingPunct="0">
              <a:tabLst>
                <a:tab pos="2943454" algn="ctr"/>
              </a:tabLst>
              <a:defRPr sz="1500">
                <a:solidFill>
                  <a:schemeClr val="bg1"/>
                </a:solidFill>
                <a:latin typeface="Arial" charset="0"/>
              </a:defRPr>
            </a:lvl3pPr>
            <a:lvl4pPr marL="1717015" indent="-245288" defTabSz="999889" eaLnBrk="0" hangingPunct="0">
              <a:tabLst>
                <a:tab pos="2943454" algn="ctr"/>
              </a:tabLst>
              <a:defRPr sz="1500">
                <a:solidFill>
                  <a:schemeClr val="bg1"/>
                </a:solidFill>
                <a:latin typeface="Arial" charset="0"/>
              </a:defRPr>
            </a:lvl4pPr>
            <a:lvl5pPr marL="2207590" indent="-245288" defTabSz="999889" eaLnBrk="0" hangingPunct="0">
              <a:tabLst>
                <a:tab pos="2943454" algn="ctr"/>
              </a:tabLst>
              <a:defRPr sz="1500">
                <a:solidFill>
                  <a:schemeClr val="bg1"/>
                </a:solidFill>
                <a:latin typeface="Arial" charset="0"/>
              </a:defRPr>
            </a:lvl5pPr>
            <a:lvl6pPr marL="2698166"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6pPr>
            <a:lvl7pPr marL="3188741"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7pPr>
            <a:lvl8pPr marL="3679317"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8pPr>
            <a:lvl9pPr marL="4169893"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9pPr>
          </a:lstStyle>
          <a:p>
            <a:pPr eaLnBrk="1" hangingPunct="1"/>
            <a:r>
              <a:rPr lang="en-US" altLang="en-US" sz="1300">
                <a:solidFill>
                  <a:schemeClr val="tx1"/>
                </a:solidFill>
              </a:rPr>
              <a:t>	Documents - </a:t>
            </a:r>
            <a:fld id="{7DC76F1C-D490-4CA8-84A5-21560AFE9303}" type="slidenum">
              <a:rPr lang="en-US" altLang="en-US" sz="1300">
                <a:solidFill>
                  <a:schemeClr val="tx1"/>
                </a:solidFill>
              </a:rPr>
              <a:pPr eaLnBrk="1" hangingPunct="1"/>
              <a:t>41</a:t>
            </a:fld>
            <a:endParaRPr lang="en-US" altLang="en-US" sz="1300">
              <a:solidFill>
                <a:schemeClr val="tx1"/>
              </a:solidFill>
            </a:endParaRPr>
          </a:p>
        </p:txBody>
      </p:sp>
      <p:sp>
        <p:nvSpPr>
          <p:cNvPr id="86020" name="Rectangle 2"/>
          <p:cNvSpPr>
            <a:spLocks noGrp="1" noRot="1" noChangeAspect="1" noChangeArrowheads="1" noTextEdit="1"/>
          </p:cNvSpPr>
          <p:nvPr>
            <p:ph type="sldImg"/>
          </p:nvPr>
        </p:nvSpPr>
        <p:spPr>
          <a:ln/>
        </p:spPr>
      </p:sp>
      <p:sp>
        <p:nvSpPr>
          <p:cNvPr id="8602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325491449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|EON~040|</a:t>
            </a:r>
          </a:p>
        </p:txBody>
      </p:sp>
      <p:sp>
        <p:nvSpPr>
          <p:cNvPr id="8704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11812" eaLnBrk="0" hangingPunct="0">
              <a:tabLst>
                <a:tab pos="5999331" algn="r"/>
              </a:tabLst>
              <a:defRPr sz="1500">
                <a:solidFill>
                  <a:schemeClr val="bg1"/>
                </a:solidFill>
                <a:latin typeface="Arial" charset="0"/>
              </a:defRPr>
            </a:lvl1pPr>
            <a:lvl2pPr marL="797185" indent="-306610" defTabSz="1011812" eaLnBrk="0" hangingPunct="0">
              <a:tabLst>
                <a:tab pos="5999331" algn="r"/>
              </a:tabLst>
              <a:defRPr sz="1500">
                <a:solidFill>
                  <a:schemeClr val="bg1"/>
                </a:solidFill>
                <a:latin typeface="Arial" charset="0"/>
              </a:defRPr>
            </a:lvl2pPr>
            <a:lvl3pPr marL="1226439" indent="-245288" defTabSz="1011812" eaLnBrk="0" hangingPunct="0">
              <a:tabLst>
                <a:tab pos="5999331" algn="r"/>
              </a:tabLst>
              <a:defRPr sz="1500">
                <a:solidFill>
                  <a:schemeClr val="bg1"/>
                </a:solidFill>
                <a:latin typeface="Arial" charset="0"/>
              </a:defRPr>
            </a:lvl3pPr>
            <a:lvl4pPr marL="1717015" indent="-245288" defTabSz="1011812" eaLnBrk="0" hangingPunct="0">
              <a:tabLst>
                <a:tab pos="5999331" algn="r"/>
              </a:tabLst>
              <a:defRPr sz="1500">
                <a:solidFill>
                  <a:schemeClr val="bg1"/>
                </a:solidFill>
                <a:latin typeface="Arial" charset="0"/>
              </a:defRPr>
            </a:lvl4pPr>
            <a:lvl5pPr marL="2207590" indent="-245288" defTabSz="1011812" eaLnBrk="0" hangingPunct="0">
              <a:tabLst>
                <a:tab pos="5999331" algn="r"/>
              </a:tabLst>
              <a:defRPr sz="1500">
                <a:solidFill>
                  <a:schemeClr val="bg1"/>
                </a:solidFill>
                <a:latin typeface="Arial" charset="0"/>
              </a:defRPr>
            </a:lvl5pPr>
            <a:lvl6pPr marL="2698166"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6pPr>
            <a:lvl7pPr marL="3188741"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7pPr>
            <a:lvl8pPr marL="3679317"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8pPr>
            <a:lvl9pPr marL="4169893"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9pPr>
          </a:lstStyle>
          <a:p>
            <a:r>
              <a:rPr lang="en-US" altLang="en-US" sz="1300">
                <a:solidFill>
                  <a:schemeClr val="tx1"/>
                </a:solidFill>
              </a:rPr>
              <a:t>	</a:t>
            </a:r>
            <a:endParaRPr lang="en-US" sz="1300">
              <a:solidFill>
                <a:schemeClr val="tx1"/>
              </a:solidFill>
            </a:endParaRPr>
          </a:p>
        </p:txBody>
      </p:sp>
      <p:sp>
        <p:nvSpPr>
          <p:cNvPr id="8704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9889" eaLnBrk="0" hangingPunct="0">
              <a:tabLst>
                <a:tab pos="2943454" algn="ctr"/>
              </a:tabLst>
              <a:defRPr sz="1500">
                <a:solidFill>
                  <a:schemeClr val="bg1"/>
                </a:solidFill>
                <a:latin typeface="Arial" charset="0"/>
              </a:defRPr>
            </a:lvl1pPr>
            <a:lvl2pPr marL="797185" indent="-306610" defTabSz="999889" eaLnBrk="0" hangingPunct="0">
              <a:tabLst>
                <a:tab pos="2943454" algn="ctr"/>
              </a:tabLst>
              <a:defRPr sz="1500">
                <a:solidFill>
                  <a:schemeClr val="bg1"/>
                </a:solidFill>
                <a:latin typeface="Arial" charset="0"/>
              </a:defRPr>
            </a:lvl2pPr>
            <a:lvl3pPr marL="1226439" indent="-245288" defTabSz="999889" eaLnBrk="0" hangingPunct="0">
              <a:tabLst>
                <a:tab pos="2943454" algn="ctr"/>
              </a:tabLst>
              <a:defRPr sz="1500">
                <a:solidFill>
                  <a:schemeClr val="bg1"/>
                </a:solidFill>
                <a:latin typeface="Arial" charset="0"/>
              </a:defRPr>
            </a:lvl3pPr>
            <a:lvl4pPr marL="1717015" indent="-245288" defTabSz="999889" eaLnBrk="0" hangingPunct="0">
              <a:tabLst>
                <a:tab pos="2943454" algn="ctr"/>
              </a:tabLst>
              <a:defRPr sz="1500">
                <a:solidFill>
                  <a:schemeClr val="bg1"/>
                </a:solidFill>
                <a:latin typeface="Arial" charset="0"/>
              </a:defRPr>
            </a:lvl4pPr>
            <a:lvl5pPr marL="2207590" indent="-245288" defTabSz="999889" eaLnBrk="0" hangingPunct="0">
              <a:tabLst>
                <a:tab pos="2943454" algn="ctr"/>
              </a:tabLst>
              <a:defRPr sz="1500">
                <a:solidFill>
                  <a:schemeClr val="bg1"/>
                </a:solidFill>
                <a:latin typeface="Arial" charset="0"/>
              </a:defRPr>
            </a:lvl5pPr>
            <a:lvl6pPr marL="2698166"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6pPr>
            <a:lvl7pPr marL="3188741"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7pPr>
            <a:lvl8pPr marL="3679317"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8pPr>
            <a:lvl9pPr marL="4169893"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9pPr>
          </a:lstStyle>
          <a:p>
            <a:pPr eaLnBrk="1" hangingPunct="1"/>
            <a:r>
              <a:rPr lang="en-US" altLang="en-US" sz="1300">
                <a:solidFill>
                  <a:schemeClr val="tx1"/>
                </a:solidFill>
              </a:rPr>
              <a:t>	Documents - </a:t>
            </a:r>
            <a:fld id="{33F7D09B-1342-42F6-B8D5-B377C210DEB2}" type="slidenum">
              <a:rPr lang="en-US" altLang="en-US" sz="1300">
                <a:solidFill>
                  <a:schemeClr val="tx1"/>
                </a:solidFill>
              </a:rPr>
              <a:pPr eaLnBrk="1" hangingPunct="1"/>
              <a:t>42</a:t>
            </a:fld>
            <a:endParaRPr lang="en-US" altLang="en-US" sz="1300">
              <a:solidFill>
                <a:schemeClr val="tx1"/>
              </a:solidFill>
            </a:endParaRPr>
          </a:p>
        </p:txBody>
      </p:sp>
      <p:sp>
        <p:nvSpPr>
          <p:cNvPr id="87044" name="Rectangle 2"/>
          <p:cNvSpPr>
            <a:spLocks noGrp="1" noRot="1" noChangeAspect="1" noChangeArrowheads="1" noTextEdit="1"/>
          </p:cNvSpPr>
          <p:nvPr>
            <p:ph type="sldImg"/>
          </p:nvPr>
        </p:nvSpPr>
        <p:spPr>
          <a:ln/>
        </p:spPr>
      </p:sp>
      <p:sp>
        <p:nvSpPr>
          <p:cNvPr id="8704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286944479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|EON~041|</a:t>
            </a:r>
          </a:p>
        </p:txBody>
      </p:sp>
      <p:sp>
        <p:nvSpPr>
          <p:cNvPr id="8806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11812" eaLnBrk="0" hangingPunct="0">
              <a:tabLst>
                <a:tab pos="5999331" algn="r"/>
              </a:tabLst>
              <a:defRPr sz="1500">
                <a:solidFill>
                  <a:schemeClr val="bg1"/>
                </a:solidFill>
                <a:latin typeface="Arial" charset="0"/>
              </a:defRPr>
            </a:lvl1pPr>
            <a:lvl2pPr marL="797185" indent="-306610" defTabSz="1011812" eaLnBrk="0" hangingPunct="0">
              <a:tabLst>
                <a:tab pos="5999331" algn="r"/>
              </a:tabLst>
              <a:defRPr sz="1500">
                <a:solidFill>
                  <a:schemeClr val="bg1"/>
                </a:solidFill>
                <a:latin typeface="Arial" charset="0"/>
              </a:defRPr>
            </a:lvl2pPr>
            <a:lvl3pPr marL="1226439" indent="-245288" defTabSz="1011812" eaLnBrk="0" hangingPunct="0">
              <a:tabLst>
                <a:tab pos="5999331" algn="r"/>
              </a:tabLst>
              <a:defRPr sz="1500">
                <a:solidFill>
                  <a:schemeClr val="bg1"/>
                </a:solidFill>
                <a:latin typeface="Arial" charset="0"/>
              </a:defRPr>
            </a:lvl3pPr>
            <a:lvl4pPr marL="1717015" indent="-245288" defTabSz="1011812" eaLnBrk="0" hangingPunct="0">
              <a:tabLst>
                <a:tab pos="5999331" algn="r"/>
              </a:tabLst>
              <a:defRPr sz="1500">
                <a:solidFill>
                  <a:schemeClr val="bg1"/>
                </a:solidFill>
                <a:latin typeface="Arial" charset="0"/>
              </a:defRPr>
            </a:lvl4pPr>
            <a:lvl5pPr marL="2207590" indent="-245288" defTabSz="1011812" eaLnBrk="0" hangingPunct="0">
              <a:tabLst>
                <a:tab pos="5999331" algn="r"/>
              </a:tabLst>
              <a:defRPr sz="1500">
                <a:solidFill>
                  <a:schemeClr val="bg1"/>
                </a:solidFill>
                <a:latin typeface="Arial" charset="0"/>
              </a:defRPr>
            </a:lvl5pPr>
            <a:lvl6pPr marL="2698166"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6pPr>
            <a:lvl7pPr marL="3188741"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7pPr>
            <a:lvl8pPr marL="3679317"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8pPr>
            <a:lvl9pPr marL="4169893"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9pPr>
          </a:lstStyle>
          <a:p>
            <a:r>
              <a:rPr lang="en-US" altLang="en-US" sz="1300">
                <a:solidFill>
                  <a:schemeClr val="tx1"/>
                </a:solidFill>
              </a:rPr>
              <a:t>	</a:t>
            </a:r>
            <a:endParaRPr lang="en-US" sz="1300">
              <a:solidFill>
                <a:schemeClr val="tx1"/>
              </a:solidFill>
            </a:endParaRPr>
          </a:p>
        </p:txBody>
      </p:sp>
      <p:sp>
        <p:nvSpPr>
          <p:cNvPr id="8806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9889" eaLnBrk="0" hangingPunct="0">
              <a:tabLst>
                <a:tab pos="2943454" algn="ctr"/>
              </a:tabLst>
              <a:defRPr sz="1500">
                <a:solidFill>
                  <a:schemeClr val="bg1"/>
                </a:solidFill>
                <a:latin typeface="Arial" charset="0"/>
              </a:defRPr>
            </a:lvl1pPr>
            <a:lvl2pPr marL="797185" indent="-306610" defTabSz="999889" eaLnBrk="0" hangingPunct="0">
              <a:tabLst>
                <a:tab pos="2943454" algn="ctr"/>
              </a:tabLst>
              <a:defRPr sz="1500">
                <a:solidFill>
                  <a:schemeClr val="bg1"/>
                </a:solidFill>
                <a:latin typeface="Arial" charset="0"/>
              </a:defRPr>
            </a:lvl2pPr>
            <a:lvl3pPr marL="1226439" indent="-245288" defTabSz="999889" eaLnBrk="0" hangingPunct="0">
              <a:tabLst>
                <a:tab pos="2943454" algn="ctr"/>
              </a:tabLst>
              <a:defRPr sz="1500">
                <a:solidFill>
                  <a:schemeClr val="bg1"/>
                </a:solidFill>
                <a:latin typeface="Arial" charset="0"/>
              </a:defRPr>
            </a:lvl3pPr>
            <a:lvl4pPr marL="1717015" indent="-245288" defTabSz="999889" eaLnBrk="0" hangingPunct="0">
              <a:tabLst>
                <a:tab pos="2943454" algn="ctr"/>
              </a:tabLst>
              <a:defRPr sz="1500">
                <a:solidFill>
                  <a:schemeClr val="bg1"/>
                </a:solidFill>
                <a:latin typeface="Arial" charset="0"/>
              </a:defRPr>
            </a:lvl4pPr>
            <a:lvl5pPr marL="2207590" indent="-245288" defTabSz="999889" eaLnBrk="0" hangingPunct="0">
              <a:tabLst>
                <a:tab pos="2943454" algn="ctr"/>
              </a:tabLst>
              <a:defRPr sz="1500">
                <a:solidFill>
                  <a:schemeClr val="bg1"/>
                </a:solidFill>
                <a:latin typeface="Arial" charset="0"/>
              </a:defRPr>
            </a:lvl5pPr>
            <a:lvl6pPr marL="2698166"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6pPr>
            <a:lvl7pPr marL="3188741"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7pPr>
            <a:lvl8pPr marL="3679317"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8pPr>
            <a:lvl9pPr marL="4169893"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9pPr>
          </a:lstStyle>
          <a:p>
            <a:pPr eaLnBrk="1" hangingPunct="1"/>
            <a:r>
              <a:rPr lang="en-US" altLang="en-US" sz="1300">
                <a:solidFill>
                  <a:schemeClr val="tx1"/>
                </a:solidFill>
              </a:rPr>
              <a:t>	Documents - </a:t>
            </a:r>
            <a:fld id="{2CAB0337-B394-45BB-ABF0-9CAEE5DD7C5D}" type="slidenum">
              <a:rPr lang="en-US" altLang="en-US" sz="1300">
                <a:solidFill>
                  <a:schemeClr val="tx1"/>
                </a:solidFill>
              </a:rPr>
              <a:pPr eaLnBrk="1" hangingPunct="1"/>
              <a:t>43</a:t>
            </a:fld>
            <a:endParaRPr lang="en-US" altLang="en-US" sz="1300">
              <a:solidFill>
                <a:schemeClr val="tx1"/>
              </a:solidFill>
            </a:endParaRPr>
          </a:p>
        </p:txBody>
      </p:sp>
      <p:sp>
        <p:nvSpPr>
          <p:cNvPr id="88068" name="Rectangle 2"/>
          <p:cNvSpPr>
            <a:spLocks noGrp="1" noRot="1" noChangeAspect="1" noChangeArrowheads="1" noTextEdit="1"/>
          </p:cNvSpPr>
          <p:nvPr>
            <p:ph type="sldImg"/>
          </p:nvPr>
        </p:nvSpPr>
        <p:spPr>
          <a:ln/>
        </p:spPr>
      </p:sp>
      <p:sp>
        <p:nvSpPr>
          <p:cNvPr id="8806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39798038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|EON~042|</a:t>
            </a:r>
          </a:p>
        </p:txBody>
      </p:sp>
      <p:sp>
        <p:nvSpPr>
          <p:cNvPr id="8909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11812" eaLnBrk="0" hangingPunct="0">
              <a:tabLst>
                <a:tab pos="5999331" algn="r"/>
              </a:tabLst>
              <a:defRPr sz="1500">
                <a:solidFill>
                  <a:schemeClr val="bg1"/>
                </a:solidFill>
                <a:latin typeface="Arial" charset="0"/>
              </a:defRPr>
            </a:lvl1pPr>
            <a:lvl2pPr marL="797185" indent="-306610" defTabSz="1011812" eaLnBrk="0" hangingPunct="0">
              <a:tabLst>
                <a:tab pos="5999331" algn="r"/>
              </a:tabLst>
              <a:defRPr sz="1500">
                <a:solidFill>
                  <a:schemeClr val="bg1"/>
                </a:solidFill>
                <a:latin typeface="Arial" charset="0"/>
              </a:defRPr>
            </a:lvl2pPr>
            <a:lvl3pPr marL="1226439" indent="-245288" defTabSz="1011812" eaLnBrk="0" hangingPunct="0">
              <a:tabLst>
                <a:tab pos="5999331" algn="r"/>
              </a:tabLst>
              <a:defRPr sz="1500">
                <a:solidFill>
                  <a:schemeClr val="bg1"/>
                </a:solidFill>
                <a:latin typeface="Arial" charset="0"/>
              </a:defRPr>
            </a:lvl3pPr>
            <a:lvl4pPr marL="1717015" indent="-245288" defTabSz="1011812" eaLnBrk="0" hangingPunct="0">
              <a:tabLst>
                <a:tab pos="5999331" algn="r"/>
              </a:tabLst>
              <a:defRPr sz="1500">
                <a:solidFill>
                  <a:schemeClr val="bg1"/>
                </a:solidFill>
                <a:latin typeface="Arial" charset="0"/>
              </a:defRPr>
            </a:lvl4pPr>
            <a:lvl5pPr marL="2207590" indent="-245288" defTabSz="1011812" eaLnBrk="0" hangingPunct="0">
              <a:tabLst>
                <a:tab pos="5999331" algn="r"/>
              </a:tabLst>
              <a:defRPr sz="1500">
                <a:solidFill>
                  <a:schemeClr val="bg1"/>
                </a:solidFill>
                <a:latin typeface="Arial" charset="0"/>
              </a:defRPr>
            </a:lvl5pPr>
            <a:lvl6pPr marL="2698166"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6pPr>
            <a:lvl7pPr marL="3188741"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7pPr>
            <a:lvl8pPr marL="3679317"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8pPr>
            <a:lvl9pPr marL="4169893"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9pPr>
          </a:lstStyle>
          <a:p>
            <a:r>
              <a:rPr lang="en-US" altLang="en-US" sz="1300">
                <a:solidFill>
                  <a:schemeClr val="tx1"/>
                </a:solidFill>
              </a:rPr>
              <a:t>	</a:t>
            </a:r>
            <a:endParaRPr lang="en-US" sz="1300">
              <a:solidFill>
                <a:schemeClr val="tx1"/>
              </a:solidFill>
            </a:endParaRPr>
          </a:p>
        </p:txBody>
      </p:sp>
      <p:sp>
        <p:nvSpPr>
          <p:cNvPr id="8909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9889" eaLnBrk="0" hangingPunct="0">
              <a:tabLst>
                <a:tab pos="2943454" algn="ctr"/>
              </a:tabLst>
              <a:defRPr sz="1500">
                <a:solidFill>
                  <a:schemeClr val="bg1"/>
                </a:solidFill>
                <a:latin typeface="Arial" charset="0"/>
              </a:defRPr>
            </a:lvl1pPr>
            <a:lvl2pPr marL="797185" indent="-306610" defTabSz="999889" eaLnBrk="0" hangingPunct="0">
              <a:tabLst>
                <a:tab pos="2943454" algn="ctr"/>
              </a:tabLst>
              <a:defRPr sz="1500">
                <a:solidFill>
                  <a:schemeClr val="bg1"/>
                </a:solidFill>
                <a:latin typeface="Arial" charset="0"/>
              </a:defRPr>
            </a:lvl2pPr>
            <a:lvl3pPr marL="1226439" indent="-245288" defTabSz="999889" eaLnBrk="0" hangingPunct="0">
              <a:tabLst>
                <a:tab pos="2943454" algn="ctr"/>
              </a:tabLst>
              <a:defRPr sz="1500">
                <a:solidFill>
                  <a:schemeClr val="bg1"/>
                </a:solidFill>
                <a:latin typeface="Arial" charset="0"/>
              </a:defRPr>
            </a:lvl3pPr>
            <a:lvl4pPr marL="1717015" indent="-245288" defTabSz="999889" eaLnBrk="0" hangingPunct="0">
              <a:tabLst>
                <a:tab pos="2943454" algn="ctr"/>
              </a:tabLst>
              <a:defRPr sz="1500">
                <a:solidFill>
                  <a:schemeClr val="bg1"/>
                </a:solidFill>
                <a:latin typeface="Arial" charset="0"/>
              </a:defRPr>
            </a:lvl4pPr>
            <a:lvl5pPr marL="2207590" indent="-245288" defTabSz="999889" eaLnBrk="0" hangingPunct="0">
              <a:tabLst>
                <a:tab pos="2943454" algn="ctr"/>
              </a:tabLst>
              <a:defRPr sz="1500">
                <a:solidFill>
                  <a:schemeClr val="bg1"/>
                </a:solidFill>
                <a:latin typeface="Arial" charset="0"/>
              </a:defRPr>
            </a:lvl5pPr>
            <a:lvl6pPr marL="2698166"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6pPr>
            <a:lvl7pPr marL="3188741"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7pPr>
            <a:lvl8pPr marL="3679317"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8pPr>
            <a:lvl9pPr marL="4169893"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9pPr>
          </a:lstStyle>
          <a:p>
            <a:pPr eaLnBrk="1" hangingPunct="1"/>
            <a:r>
              <a:rPr lang="en-US" altLang="en-US" sz="1300">
                <a:solidFill>
                  <a:schemeClr val="tx1"/>
                </a:solidFill>
              </a:rPr>
              <a:t>	Documents - </a:t>
            </a:r>
            <a:fld id="{574E4827-5B59-46AC-A3BD-84448A3777FF}" type="slidenum">
              <a:rPr lang="en-US" altLang="en-US" sz="1300">
                <a:solidFill>
                  <a:schemeClr val="tx1"/>
                </a:solidFill>
              </a:rPr>
              <a:pPr eaLnBrk="1" hangingPunct="1"/>
              <a:t>44</a:t>
            </a:fld>
            <a:endParaRPr lang="en-US" altLang="en-US" sz="1300">
              <a:solidFill>
                <a:schemeClr val="tx1"/>
              </a:solidFill>
            </a:endParaRPr>
          </a:p>
        </p:txBody>
      </p:sp>
      <p:sp>
        <p:nvSpPr>
          <p:cNvPr id="89092" name="Rectangle 2"/>
          <p:cNvSpPr>
            <a:spLocks noGrp="1" noRot="1" noChangeAspect="1" noChangeArrowheads="1" noTextEdit="1"/>
          </p:cNvSpPr>
          <p:nvPr>
            <p:ph type="sldImg"/>
          </p:nvPr>
        </p:nvSpPr>
        <p:spPr>
          <a:ln/>
        </p:spPr>
      </p:sp>
      <p:sp>
        <p:nvSpPr>
          <p:cNvPr id="8909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91936628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|EON~043|</a:t>
            </a:r>
          </a:p>
        </p:txBody>
      </p:sp>
      <p:sp>
        <p:nvSpPr>
          <p:cNvPr id="9011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11812" eaLnBrk="0" hangingPunct="0">
              <a:tabLst>
                <a:tab pos="5999331" algn="r"/>
              </a:tabLst>
              <a:defRPr sz="1500">
                <a:solidFill>
                  <a:schemeClr val="bg1"/>
                </a:solidFill>
                <a:latin typeface="Arial" charset="0"/>
              </a:defRPr>
            </a:lvl1pPr>
            <a:lvl2pPr marL="797185" indent="-306610" defTabSz="1011812" eaLnBrk="0" hangingPunct="0">
              <a:tabLst>
                <a:tab pos="5999331" algn="r"/>
              </a:tabLst>
              <a:defRPr sz="1500">
                <a:solidFill>
                  <a:schemeClr val="bg1"/>
                </a:solidFill>
                <a:latin typeface="Arial" charset="0"/>
              </a:defRPr>
            </a:lvl2pPr>
            <a:lvl3pPr marL="1226439" indent="-245288" defTabSz="1011812" eaLnBrk="0" hangingPunct="0">
              <a:tabLst>
                <a:tab pos="5999331" algn="r"/>
              </a:tabLst>
              <a:defRPr sz="1500">
                <a:solidFill>
                  <a:schemeClr val="bg1"/>
                </a:solidFill>
                <a:latin typeface="Arial" charset="0"/>
              </a:defRPr>
            </a:lvl3pPr>
            <a:lvl4pPr marL="1717015" indent="-245288" defTabSz="1011812" eaLnBrk="0" hangingPunct="0">
              <a:tabLst>
                <a:tab pos="5999331" algn="r"/>
              </a:tabLst>
              <a:defRPr sz="1500">
                <a:solidFill>
                  <a:schemeClr val="bg1"/>
                </a:solidFill>
                <a:latin typeface="Arial" charset="0"/>
              </a:defRPr>
            </a:lvl4pPr>
            <a:lvl5pPr marL="2207590" indent="-245288" defTabSz="1011812" eaLnBrk="0" hangingPunct="0">
              <a:tabLst>
                <a:tab pos="5999331" algn="r"/>
              </a:tabLst>
              <a:defRPr sz="1500">
                <a:solidFill>
                  <a:schemeClr val="bg1"/>
                </a:solidFill>
                <a:latin typeface="Arial" charset="0"/>
              </a:defRPr>
            </a:lvl5pPr>
            <a:lvl6pPr marL="2698166"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6pPr>
            <a:lvl7pPr marL="3188741"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7pPr>
            <a:lvl8pPr marL="3679317"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8pPr>
            <a:lvl9pPr marL="4169893"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9pPr>
          </a:lstStyle>
          <a:p>
            <a:r>
              <a:rPr lang="en-US" altLang="en-US" sz="1300">
                <a:solidFill>
                  <a:schemeClr val="tx1"/>
                </a:solidFill>
              </a:rPr>
              <a:t>	</a:t>
            </a:r>
            <a:endParaRPr lang="en-US" sz="1300">
              <a:solidFill>
                <a:schemeClr val="tx1"/>
              </a:solidFill>
            </a:endParaRPr>
          </a:p>
        </p:txBody>
      </p:sp>
      <p:sp>
        <p:nvSpPr>
          <p:cNvPr id="9011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9889" eaLnBrk="0" hangingPunct="0">
              <a:tabLst>
                <a:tab pos="2943454" algn="ctr"/>
              </a:tabLst>
              <a:defRPr sz="1500">
                <a:solidFill>
                  <a:schemeClr val="bg1"/>
                </a:solidFill>
                <a:latin typeface="Arial" charset="0"/>
              </a:defRPr>
            </a:lvl1pPr>
            <a:lvl2pPr marL="797185" indent="-306610" defTabSz="999889" eaLnBrk="0" hangingPunct="0">
              <a:tabLst>
                <a:tab pos="2943454" algn="ctr"/>
              </a:tabLst>
              <a:defRPr sz="1500">
                <a:solidFill>
                  <a:schemeClr val="bg1"/>
                </a:solidFill>
                <a:latin typeface="Arial" charset="0"/>
              </a:defRPr>
            </a:lvl2pPr>
            <a:lvl3pPr marL="1226439" indent="-245288" defTabSz="999889" eaLnBrk="0" hangingPunct="0">
              <a:tabLst>
                <a:tab pos="2943454" algn="ctr"/>
              </a:tabLst>
              <a:defRPr sz="1500">
                <a:solidFill>
                  <a:schemeClr val="bg1"/>
                </a:solidFill>
                <a:latin typeface="Arial" charset="0"/>
              </a:defRPr>
            </a:lvl3pPr>
            <a:lvl4pPr marL="1717015" indent="-245288" defTabSz="999889" eaLnBrk="0" hangingPunct="0">
              <a:tabLst>
                <a:tab pos="2943454" algn="ctr"/>
              </a:tabLst>
              <a:defRPr sz="1500">
                <a:solidFill>
                  <a:schemeClr val="bg1"/>
                </a:solidFill>
                <a:latin typeface="Arial" charset="0"/>
              </a:defRPr>
            </a:lvl4pPr>
            <a:lvl5pPr marL="2207590" indent="-245288" defTabSz="999889" eaLnBrk="0" hangingPunct="0">
              <a:tabLst>
                <a:tab pos="2943454" algn="ctr"/>
              </a:tabLst>
              <a:defRPr sz="1500">
                <a:solidFill>
                  <a:schemeClr val="bg1"/>
                </a:solidFill>
                <a:latin typeface="Arial" charset="0"/>
              </a:defRPr>
            </a:lvl5pPr>
            <a:lvl6pPr marL="2698166"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6pPr>
            <a:lvl7pPr marL="3188741"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7pPr>
            <a:lvl8pPr marL="3679317"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8pPr>
            <a:lvl9pPr marL="4169893"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9pPr>
          </a:lstStyle>
          <a:p>
            <a:pPr eaLnBrk="1" hangingPunct="1"/>
            <a:r>
              <a:rPr lang="en-US" altLang="en-US" sz="1300">
                <a:solidFill>
                  <a:schemeClr val="tx1"/>
                </a:solidFill>
              </a:rPr>
              <a:t>	Documents - </a:t>
            </a:r>
            <a:fld id="{EBEEC864-F2FF-4FE5-9EAF-38E2496AF0B6}" type="slidenum">
              <a:rPr lang="en-US" altLang="en-US" sz="1300">
                <a:solidFill>
                  <a:schemeClr val="tx1"/>
                </a:solidFill>
              </a:rPr>
              <a:pPr eaLnBrk="1" hangingPunct="1"/>
              <a:t>45</a:t>
            </a:fld>
            <a:endParaRPr lang="en-US" altLang="en-US" sz="1300">
              <a:solidFill>
                <a:schemeClr val="tx1"/>
              </a:solidFill>
            </a:endParaRPr>
          </a:p>
        </p:txBody>
      </p:sp>
      <p:sp>
        <p:nvSpPr>
          <p:cNvPr id="90116" name="Rectangle 2"/>
          <p:cNvSpPr>
            <a:spLocks noGrp="1" noRot="1" noChangeAspect="1" noChangeArrowheads="1" noTextEdit="1"/>
          </p:cNvSpPr>
          <p:nvPr>
            <p:ph type="sldImg"/>
          </p:nvPr>
        </p:nvSpPr>
        <p:spPr>
          <a:xfrm>
            <a:off x="563563" y="693738"/>
            <a:ext cx="5978525" cy="4484687"/>
          </a:xfrm>
          <a:ln/>
        </p:spPr>
      </p:sp>
      <p:sp>
        <p:nvSpPr>
          <p:cNvPr id="9011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328742085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|EON~044|</a:t>
            </a:r>
          </a:p>
        </p:txBody>
      </p:sp>
      <p:sp>
        <p:nvSpPr>
          <p:cNvPr id="9113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11812" eaLnBrk="0" hangingPunct="0">
              <a:tabLst>
                <a:tab pos="5999331" algn="r"/>
              </a:tabLst>
              <a:defRPr sz="1500">
                <a:solidFill>
                  <a:schemeClr val="bg1"/>
                </a:solidFill>
                <a:latin typeface="Arial" charset="0"/>
              </a:defRPr>
            </a:lvl1pPr>
            <a:lvl2pPr marL="797185" indent="-306610" defTabSz="1011812" eaLnBrk="0" hangingPunct="0">
              <a:tabLst>
                <a:tab pos="5999331" algn="r"/>
              </a:tabLst>
              <a:defRPr sz="1500">
                <a:solidFill>
                  <a:schemeClr val="bg1"/>
                </a:solidFill>
                <a:latin typeface="Arial" charset="0"/>
              </a:defRPr>
            </a:lvl2pPr>
            <a:lvl3pPr marL="1226439" indent="-245288" defTabSz="1011812" eaLnBrk="0" hangingPunct="0">
              <a:tabLst>
                <a:tab pos="5999331" algn="r"/>
              </a:tabLst>
              <a:defRPr sz="1500">
                <a:solidFill>
                  <a:schemeClr val="bg1"/>
                </a:solidFill>
                <a:latin typeface="Arial" charset="0"/>
              </a:defRPr>
            </a:lvl3pPr>
            <a:lvl4pPr marL="1717015" indent="-245288" defTabSz="1011812" eaLnBrk="0" hangingPunct="0">
              <a:tabLst>
                <a:tab pos="5999331" algn="r"/>
              </a:tabLst>
              <a:defRPr sz="1500">
                <a:solidFill>
                  <a:schemeClr val="bg1"/>
                </a:solidFill>
                <a:latin typeface="Arial" charset="0"/>
              </a:defRPr>
            </a:lvl4pPr>
            <a:lvl5pPr marL="2207590" indent="-245288" defTabSz="1011812" eaLnBrk="0" hangingPunct="0">
              <a:tabLst>
                <a:tab pos="5999331" algn="r"/>
              </a:tabLst>
              <a:defRPr sz="1500">
                <a:solidFill>
                  <a:schemeClr val="bg1"/>
                </a:solidFill>
                <a:latin typeface="Arial" charset="0"/>
              </a:defRPr>
            </a:lvl5pPr>
            <a:lvl6pPr marL="2698166"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6pPr>
            <a:lvl7pPr marL="3188741"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7pPr>
            <a:lvl8pPr marL="3679317"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8pPr>
            <a:lvl9pPr marL="4169893"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9pPr>
          </a:lstStyle>
          <a:p>
            <a:r>
              <a:rPr lang="en-US" altLang="en-US" sz="1300">
                <a:solidFill>
                  <a:schemeClr val="tx1"/>
                </a:solidFill>
              </a:rPr>
              <a:t>	</a:t>
            </a:r>
            <a:endParaRPr lang="en-US" sz="1300">
              <a:solidFill>
                <a:schemeClr val="tx1"/>
              </a:solidFill>
            </a:endParaRPr>
          </a:p>
        </p:txBody>
      </p:sp>
      <p:sp>
        <p:nvSpPr>
          <p:cNvPr id="9113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9889" eaLnBrk="0" hangingPunct="0">
              <a:tabLst>
                <a:tab pos="2943454" algn="ctr"/>
              </a:tabLst>
              <a:defRPr sz="1500">
                <a:solidFill>
                  <a:schemeClr val="bg1"/>
                </a:solidFill>
                <a:latin typeface="Arial" charset="0"/>
              </a:defRPr>
            </a:lvl1pPr>
            <a:lvl2pPr marL="797185" indent="-306610" defTabSz="999889" eaLnBrk="0" hangingPunct="0">
              <a:tabLst>
                <a:tab pos="2943454" algn="ctr"/>
              </a:tabLst>
              <a:defRPr sz="1500">
                <a:solidFill>
                  <a:schemeClr val="bg1"/>
                </a:solidFill>
                <a:latin typeface="Arial" charset="0"/>
              </a:defRPr>
            </a:lvl2pPr>
            <a:lvl3pPr marL="1226439" indent="-245288" defTabSz="999889" eaLnBrk="0" hangingPunct="0">
              <a:tabLst>
                <a:tab pos="2943454" algn="ctr"/>
              </a:tabLst>
              <a:defRPr sz="1500">
                <a:solidFill>
                  <a:schemeClr val="bg1"/>
                </a:solidFill>
                <a:latin typeface="Arial" charset="0"/>
              </a:defRPr>
            </a:lvl3pPr>
            <a:lvl4pPr marL="1717015" indent="-245288" defTabSz="999889" eaLnBrk="0" hangingPunct="0">
              <a:tabLst>
                <a:tab pos="2943454" algn="ctr"/>
              </a:tabLst>
              <a:defRPr sz="1500">
                <a:solidFill>
                  <a:schemeClr val="bg1"/>
                </a:solidFill>
                <a:latin typeface="Arial" charset="0"/>
              </a:defRPr>
            </a:lvl4pPr>
            <a:lvl5pPr marL="2207590" indent="-245288" defTabSz="999889" eaLnBrk="0" hangingPunct="0">
              <a:tabLst>
                <a:tab pos="2943454" algn="ctr"/>
              </a:tabLst>
              <a:defRPr sz="1500">
                <a:solidFill>
                  <a:schemeClr val="bg1"/>
                </a:solidFill>
                <a:latin typeface="Arial" charset="0"/>
              </a:defRPr>
            </a:lvl5pPr>
            <a:lvl6pPr marL="2698166"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6pPr>
            <a:lvl7pPr marL="3188741"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7pPr>
            <a:lvl8pPr marL="3679317"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8pPr>
            <a:lvl9pPr marL="4169893"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9pPr>
          </a:lstStyle>
          <a:p>
            <a:pPr eaLnBrk="1" hangingPunct="1"/>
            <a:r>
              <a:rPr lang="en-US" altLang="en-US" sz="1300">
                <a:solidFill>
                  <a:schemeClr val="tx1"/>
                </a:solidFill>
              </a:rPr>
              <a:t>	Documents - </a:t>
            </a:r>
            <a:fld id="{B88DBA87-FEA0-42B3-BD4B-181A4FB7D18C}" type="slidenum">
              <a:rPr lang="en-US" altLang="en-US" sz="1300">
                <a:solidFill>
                  <a:schemeClr val="tx1"/>
                </a:solidFill>
              </a:rPr>
              <a:pPr eaLnBrk="1" hangingPunct="1"/>
              <a:t>46</a:t>
            </a:fld>
            <a:endParaRPr lang="en-US" altLang="en-US" sz="1300">
              <a:solidFill>
                <a:schemeClr val="tx1"/>
              </a:solidFill>
            </a:endParaRPr>
          </a:p>
        </p:txBody>
      </p:sp>
      <p:sp>
        <p:nvSpPr>
          <p:cNvPr id="91140" name="Rectangle 2"/>
          <p:cNvSpPr>
            <a:spLocks noGrp="1" noRot="1" noChangeAspect="1" noChangeArrowheads="1" noTextEdit="1"/>
          </p:cNvSpPr>
          <p:nvPr>
            <p:ph type="sldImg"/>
          </p:nvPr>
        </p:nvSpPr>
        <p:spPr>
          <a:xfrm>
            <a:off x="563563" y="693738"/>
            <a:ext cx="5978525" cy="4484687"/>
          </a:xfrm>
          <a:ln/>
        </p:spPr>
      </p:sp>
      <p:sp>
        <p:nvSpPr>
          <p:cNvPr id="9114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a:t>You can hide a document, which simply prevents the document from being displayed in the document list by default. Hiding a document is analogous to "logically deleting" the document. It is still listed inside the database and can still be seen in ClaimCenter, but it has also been flagged as a document which is potentially irrelevant to the processing of the claim.</a:t>
            </a:r>
          </a:p>
          <a:p>
            <a:pPr eaLnBrk="1" hangingPunct="1"/>
            <a:r>
              <a:rPr lang="en-US" dirty="0"/>
              <a:t>There is a search criteria which lets you specify that hidden documents should be returned in the search.</a:t>
            </a:r>
          </a:p>
          <a:p>
            <a:pPr eaLnBrk="1" hangingPunct="1"/>
            <a:r>
              <a:rPr lang="en-US" dirty="0"/>
              <a:t>Recall that sensitive documents are visible only to you, your supervisors, and people with permission to view sensitive documents.</a:t>
            </a:r>
          </a:p>
          <a:p>
            <a:pPr eaLnBrk="1" hangingPunct="1"/>
            <a:endParaRPr lang="en-US" dirty="0"/>
          </a:p>
        </p:txBody>
      </p:sp>
    </p:spTree>
    <p:extLst>
      <p:ext uri="{BB962C8B-B14F-4D97-AF65-F5344CB8AC3E}">
        <p14:creationId xmlns:p14="http://schemas.microsoft.com/office/powerpoint/2010/main" val="148246832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|EON~045|</a:t>
            </a:r>
          </a:p>
        </p:txBody>
      </p:sp>
      <p:sp>
        <p:nvSpPr>
          <p:cNvPr id="9216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11812" eaLnBrk="0" hangingPunct="0">
              <a:tabLst>
                <a:tab pos="5999331" algn="r"/>
              </a:tabLst>
              <a:defRPr sz="1500">
                <a:solidFill>
                  <a:schemeClr val="bg1"/>
                </a:solidFill>
                <a:latin typeface="Arial" charset="0"/>
              </a:defRPr>
            </a:lvl1pPr>
            <a:lvl2pPr marL="797185" indent="-306610" defTabSz="1011812" eaLnBrk="0" hangingPunct="0">
              <a:tabLst>
                <a:tab pos="5999331" algn="r"/>
              </a:tabLst>
              <a:defRPr sz="1500">
                <a:solidFill>
                  <a:schemeClr val="bg1"/>
                </a:solidFill>
                <a:latin typeface="Arial" charset="0"/>
              </a:defRPr>
            </a:lvl2pPr>
            <a:lvl3pPr marL="1226439" indent="-245288" defTabSz="1011812" eaLnBrk="0" hangingPunct="0">
              <a:tabLst>
                <a:tab pos="5999331" algn="r"/>
              </a:tabLst>
              <a:defRPr sz="1500">
                <a:solidFill>
                  <a:schemeClr val="bg1"/>
                </a:solidFill>
                <a:latin typeface="Arial" charset="0"/>
              </a:defRPr>
            </a:lvl3pPr>
            <a:lvl4pPr marL="1717015" indent="-245288" defTabSz="1011812" eaLnBrk="0" hangingPunct="0">
              <a:tabLst>
                <a:tab pos="5999331" algn="r"/>
              </a:tabLst>
              <a:defRPr sz="1500">
                <a:solidFill>
                  <a:schemeClr val="bg1"/>
                </a:solidFill>
                <a:latin typeface="Arial" charset="0"/>
              </a:defRPr>
            </a:lvl4pPr>
            <a:lvl5pPr marL="2207590" indent="-245288" defTabSz="1011812" eaLnBrk="0" hangingPunct="0">
              <a:tabLst>
                <a:tab pos="5999331" algn="r"/>
              </a:tabLst>
              <a:defRPr sz="1500">
                <a:solidFill>
                  <a:schemeClr val="bg1"/>
                </a:solidFill>
                <a:latin typeface="Arial" charset="0"/>
              </a:defRPr>
            </a:lvl5pPr>
            <a:lvl6pPr marL="2698166"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6pPr>
            <a:lvl7pPr marL="3188741"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7pPr>
            <a:lvl8pPr marL="3679317"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8pPr>
            <a:lvl9pPr marL="4169893"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9pPr>
          </a:lstStyle>
          <a:p>
            <a:r>
              <a:rPr lang="en-US" altLang="en-US" sz="1300">
                <a:solidFill>
                  <a:schemeClr val="tx1"/>
                </a:solidFill>
              </a:rPr>
              <a:t>	</a:t>
            </a:r>
            <a:endParaRPr lang="en-US" sz="1300">
              <a:solidFill>
                <a:schemeClr val="tx1"/>
              </a:solidFill>
            </a:endParaRPr>
          </a:p>
        </p:txBody>
      </p:sp>
      <p:sp>
        <p:nvSpPr>
          <p:cNvPr id="9216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9889" eaLnBrk="0" hangingPunct="0">
              <a:tabLst>
                <a:tab pos="2943454" algn="ctr"/>
              </a:tabLst>
              <a:defRPr sz="1500">
                <a:solidFill>
                  <a:schemeClr val="bg1"/>
                </a:solidFill>
                <a:latin typeface="Arial" charset="0"/>
              </a:defRPr>
            </a:lvl1pPr>
            <a:lvl2pPr marL="797185" indent="-306610" defTabSz="999889" eaLnBrk="0" hangingPunct="0">
              <a:tabLst>
                <a:tab pos="2943454" algn="ctr"/>
              </a:tabLst>
              <a:defRPr sz="1500">
                <a:solidFill>
                  <a:schemeClr val="bg1"/>
                </a:solidFill>
                <a:latin typeface="Arial" charset="0"/>
              </a:defRPr>
            </a:lvl2pPr>
            <a:lvl3pPr marL="1226439" indent="-245288" defTabSz="999889" eaLnBrk="0" hangingPunct="0">
              <a:tabLst>
                <a:tab pos="2943454" algn="ctr"/>
              </a:tabLst>
              <a:defRPr sz="1500">
                <a:solidFill>
                  <a:schemeClr val="bg1"/>
                </a:solidFill>
                <a:latin typeface="Arial" charset="0"/>
              </a:defRPr>
            </a:lvl3pPr>
            <a:lvl4pPr marL="1717015" indent="-245288" defTabSz="999889" eaLnBrk="0" hangingPunct="0">
              <a:tabLst>
                <a:tab pos="2943454" algn="ctr"/>
              </a:tabLst>
              <a:defRPr sz="1500">
                <a:solidFill>
                  <a:schemeClr val="bg1"/>
                </a:solidFill>
                <a:latin typeface="Arial" charset="0"/>
              </a:defRPr>
            </a:lvl4pPr>
            <a:lvl5pPr marL="2207590" indent="-245288" defTabSz="999889" eaLnBrk="0" hangingPunct="0">
              <a:tabLst>
                <a:tab pos="2943454" algn="ctr"/>
              </a:tabLst>
              <a:defRPr sz="1500">
                <a:solidFill>
                  <a:schemeClr val="bg1"/>
                </a:solidFill>
                <a:latin typeface="Arial" charset="0"/>
              </a:defRPr>
            </a:lvl5pPr>
            <a:lvl6pPr marL="2698166"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6pPr>
            <a:lvl7pPr marL="3188741"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7pPr>
            <a:lvl8pPr marL="3679317"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8pPr>
            <a:lvl9pPr marL="4169893"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9pPr>
          </a:lstStyle>
          <a:p>
            <a:pPr eaLnBrk="1" hangingPunct="1"/>
            <a:r>
              <a:rPr lang="en-US" altLang="en-US" sz="1300">
                <a:solidFill>
                  <a:schemeClr val="tx1"/>
                </a:solidFill>
              </a:rPr>
              <a:t>	Documents - </a:t>
            </a:r>
            <a:fld id="{B1B1170D-9711-4CB6-852D-8C31087196C3}" type="slidenum">
              <a:rPr lang="en-US" altLang="en-US" sz="1300">
                <a:solidFill>
                  <a:schemeClr val="tx1"/>
                </a:solidFill>
              </a:rPr>
              <a:pPr eaLnBrk="1" hangingPunct="1"/>
              <a:t>47</a:t>
            </a:fld>
            <a:endParaRPr lang="en-US" altLang="en-US" sz="1300">
              <a:solidFill>
                <a:schemeClr val="tx1"/>
              </a:solidFill>
            </a:endParaRPr>
          </a:p>
        </p:txBody>
      </p:sp>
      <p:sp>
        <p:nvSpPr>
          <p:cNvPr id="92164" name="Rectangle 2"/>
          <p:cNvSpPr>
            <a:spLocks noGrp="1" noRot="1" noChangeAspect="1" noChangeArrowheads="1" noTextEdit="1"/>
          </p:cNvSpPr>
          <p:nvPr>
            <p:ph type="sldImg"/>
          </p:nvPr>
        </p:nvSpPr>
        <p:spPr>
          <a:xfrm>
            <a:off x="563563" y="693738"/>
            <a:ext cx="5978525" cy="4484687"/>
          </a:xfrm>
          <a:ln/>
        </p:spPr>
      </p:sp>
      <p:sp>
        <p:nvSpPr>
          <p:cNvPr id="9216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25570325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|EON~046|</a:t>
            </a:r>
          </a:p>
        </p:txBody>
      </p:sp>
      <p:sp>
        <p:nvSpPr>
          <p:cNvPr id="9318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11812" eaLnBrk="0" hangingPunct="0">
              <a:tabLst>
                <a:tab pos="5999331" algn="r"/>
              </a:tabLst>
              <a:defRPr sz="1500">
                <a:solidFill>
                  <a:schemeClr val="bg1"/>
                </a:solidFill>
                <a:latin typeface="Arial" charset="0"/>
              </a:defRPr>
            </a:lvl1pPr>
            <a:lvl2pPr marL="797185" indent="-306610" defTabSz="1011812" eaLnBrk="0" hangingPunct="0">
              <a:tabLst>
                <a:tab pos="5999331" algn="r"/>
              </a:tabLst>
              <a:defRPr sz="1500">
                <a:solidFill>
                  <a:schemeClr val="bg1"/>
                </a:solidFill>
                <a:latin typeface="Arial" charset="0"/>
              </a:defRPr>
            </a:lvl2pPr>
            <a:lvl3pPr marL="1226439" indent="-245288" defTabSz="1011812" eaLnBrk="0" hangingPunct="0">
              <a:tabLst>
                <a:tab pos="5999331" algn="r"/>
              </a:tabLst>
              <a:defRPr sz="1500">
                <a:solidFill>
                  <a:schemeClr val="bg1"/>
                </a:solidFill>
                <a:latin typeface="Arial" charset="0"/>
              </a:defRPr>
            </a:lvl3pPr>
            <a:lvl4pPr marL="1717015" indent="-245288" defTabSz="1011812" eaLnBrk="0" hangingPunct="0">
              <a:tabLst>
                <a:tab pos="5999331" algn="r"/>
              </a:tabLst>
              <a:defRPr sz="1500">
                <a:solidFill>
                  <a:schemeClr val="bg1"/>
                </a:solidFill>
                <a:latin typeface="Arial" charset="0"/>
              </a:defRPr>
            </a:lvl4pPr>
            <a:lvl5pPr marL="2207590" indent="-245288" defTabSz="1011812" eaLnBrk="0" hangingPunct="0">
              <a:tabLst>
                <a:tab pos="5999331" algn="r"/>
              </a:tabLst>
              <a:defRPr sz="1500">
                <a:solidFill>
                  <a:schemeClr val="bg1"/>
                </a:solidFill>
                <a:latin typeface="Arial" charset="0"/>
              </a:defRPr>
            </a:lvl5pPr>
            <a:lvl6pPr marL="2698166"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6pPr>
            <a:lvl7pPr marL="3188741"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7pPr>
            <a:lvl8pPr marL="3679317"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8pPr>
            <a:lvl9pPr marL="4169893"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9pPr>
          </a:lstStyle>
          <a:p>
            <a:r>
              <a:rPr lang="en-US" altLang="en-US" sz="1300">
                <a:solidFill>
                  <a:schemeClr val="tx1"/>
                </a:solidFill>
              </a:rPr>
              <a:t>	</a:t>
            </a:r>
            <a:endParaRPr lang="en-US" sz="1300">
              <a:solidFill>
                <a:schemeClr val="tx1"/>
              </a:solidFill>
            </a:endParaRPr>
          </a:p>
        </p:txBody>
      </p:sp>
      <p:sp>
        <p:nvSpPr>
          <p:cNvPr id="9318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9889" eaLnBrk="0" hangingPunct="0">
              <a:tabLst>
                <a:tab pos="2943454" algn="ctr"/>
              </a:tabLst>
              <a:defRPr sz="1500">
                <a:solidFill>
                  <a:schemeClr val="bg1"/>
                </a:solidFill>
                <a:latin typeface="Arial" charset="0"/>
              </a:defRPr>
            </a:lvl1pPr>
            <a:lvl2pPr marL="797185" indent="-306610" defTabSz="999889" eaLnBrk="0" hangingPunct="0">
              <a:tabLst>
                <a:tab pos="2943454" algn="ctr"/>
              </a:tabLst>
              <a:defRPr sz="1500">
                <a:solidFill>
                  <a:schemeClr val="bg1"/>
                </a:solidFill>
                <a:latin typeface="Arial" charset="0"/>
              </a:defRPr>
            </a:lvl2pPr>
            <a:lvl3pPr marL="1226439" indent="-245288" defTabSz="999889" eaLnBrk="0" hangingPunct="0">
              <a:tabLst>
                <a:tab pos="2943454" algn="ctr"/>
              </a:tabLst>
              <a:defRPr sz="1500">
                <a:solidFill>
                  <a:schemeClr val="bg1"/>
                </a:solidFill>
                <a:latin typeface="Arial" charset="0"/>
              </a:defRPr>
            </a:lvl3pPr>
            <a:lvl4pPr marL="1717015" indent="-245288" defTabSz="999889" eaLnBrk="0" hangingPunct="0">
              <a:tabLst>
                <a:tab pos="2943454" algn="ctr"/>
              </a:tabLst>
              <a:defRPr sz="1500">
                <a:solidFill>
                  <a:schemeClr val="bg1"/>
                </a:solidFill>
                <a:latin typeface="Arial" charset="0"/>
              </a:defRPr>
            </a:lvl4pPr>
            <a:lvl5pPr marL="2207590" indent="-245288" defTabSz="999889" eaLnBrk="0" hangingPunct="0">
              <a:tabLst>
                <a:tab pos="2943454" algn="ctr"/>
              </a:tabLst>
              <a:defRPr sz="1500">
                <a:solidFill>
                  <a:schemeClr val="bg1"/>
                </a:solidFill>
                <a:latin typeface="Arial" charset="0"/>
              </a:defRPr>
            </a:lvl5pPr>
            <a:lvl6pPr marL="2698166"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6pPr>
            <a:lvl7pPr marL="3188741"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7pPr>
            <a:lvl8pPr marL="3679317"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8pPr>
            <a:lvl9pPr marL="4169893"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9pPr>
          </a:lstStyle>
          <a:p>
            <a:pPr eaLnBrk="1" hangingPunct="1"/>
            <a:r>
              <a:rPr lang="en-US" altLang="en-US" sz="1300">
                <a:solidFill>
                  <a:schemeClr val="tx1"/>
                </a:solidFill>
              </a:rPr>
              <a:t>	Documents - </a:t>
            </a:r>
            <a:fld id="{EE9782B2-0839-4BD1-A726-E00FF460CC75}" type="slidenum">
              <a:rPr lang="en-US" altLang="en-US" sz="1300">
                <a:solidFill>
                  <a:schemeClr val="tx1"/>
                </a:solidFill>
              </a:rPr>
              <a:pPr eaLnBrk="1" hangingPunct="1"/>
              <a:t>48</a:t>
            </a:fld>
            <a:endParaRPr lang="en-US" altLang="en-US" sz="1300">
              <a:solidFill>
                <a:schemeClr val="tx1"/>
              </a:solidFill>
            </a:endParaRPr>
          </a:p>
        </p:txBody>
      </p:sp>
      <p:sp>
        <p:nvSpPr>
          <p:cNvPr id="93188" name="Rectangle 2"/>
          <p:cNvSpPr>
            <a:spLocks noGrp="1" noRot="1" noChangeAspect="1" noChangeArrowheads="1" noTextEdit="1"/>
          </p:cNvSpPr>
          <p:nvPr>
            <p:ph type="sldImg"/>
          </p:nvPr>
        </p:nvSpPr>
        <p:spPr>
          <a:xfrm>
            <a:off x="563563" y="693738"/>
            <a:ext cx="5978525" cy="4484687"/>
          </a:xfrm>
          <a:ln/>
        </p:spPr>
      </p:sp>
      <p:sp>
        <p:nvSpPr>
          <p:cNvPr id="9318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If a document is electronic (which means it is stored in the document management system), then you can both view and edit the data about the document as well as view the document itself. The slide shows how to view and edit the data about the document.</a:t>
            </a:r>
          </a:p>
        </p:txBody>
      </p:sp>
    </p:spTree>
    <p:extLst>
      <p:ext uri="{BB962C8B-B14F-4D97-AF65-F5344CB8AC3E}">
        <p14:creationId xmlns:p14="http://schemas.microsoft.com/office/powerpoint/2010/main" val="224232162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|EON~047|</a:t>
            </a:r>
          </a:p>
        </p:txBody>
      </p:sp>
      <p:sp>
        <p:nvSpPr>
          <p:cNvPr id="9421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11812" eaLnBrk="0" hangingPunct="0">
              <a:tabLst>
                <a:tab pos="5999331" algn="r"/>
              </a:tabLst>
              <a:defRPr sz="1500">
                <a:solidFill>
                  <a:schemeClr val="bg1"/>
                </a:solidFill>
                <a:latin typeface="Arial" charset="0"/>
              </a:defRPr>
            </a:lvl1pPr>
            <a:lvl2pPr marL="797185" indent="-306610" defTabSz="1011812" eaLnBrk="0" hangingPunct="0">
              <a:tabLst>
                <a:tab pos="5999331" algn="r"/>
              </a:tabLst>
              <a:defRPr sz="1500">
                <a:solidFill>
                  <a:schemeClr val="bg1"/>
                </a:solidFill>
                <a:latin typeface="Arial" charset="0"/>
              </a:defRPr>
            </a:lvl2pPr>
            <a:lvl3pPr marL="1226439" indent="-245288" defTabSz="1011812" eaLnBrk="0" hangingPunct="0">
              <a:tabLst>
                <a:tab pos="5999331" algn="r"/>
              </a:tabLst>
              <a:defRPr sz="1500">
                <a:solidFill>
                  <a:schemeClr val="bg1"/>
                </a:solidFill>
                <a:latin typeface="Arial" charset="0"/>
              </a:defRPr>
            </a:lvl3pPr>
            <a:lvl4pPr marL="1717015" indent="-245288" defTabSz="1011812" eaLnBrk="0" hangingPunct="0">
              <a:tabLst>
                <a:tab pos="5999331" algn="r"/>
              </a:tabLst>
              <a:defRPr sz="1500">
                <a:solidFill>
                  <a:schemeClr val="bg1"/>
                </a:solidFill>
                <a:latin typeface="Arial" charset="0"/>
              </a:defRPr>
            </a:lvl4pPr>
            <a:lvl5pPr marL="2207590" indent="-245288" defTabSz="1011812" eaLnBrk="0" hangingPunct="0">
              <a:tabLst>
                <a:tab pos="5999331" algn="r"/>
              </a:tabLst>
              <a:defRPr sz="1500">
                <a:solidFill>
                  <a:schemeClr val="bg1"/>
                </a:solidFill>
                <a:latin typeface="Arial" charset="0"/>
              </a:defRPr>
            </a:lvl5pPr>
            <a:lvl6pPr marL="2698166"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6pPr>
            <a:lvl7pPr marL="3188741"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7pPr>
            <a:lvl8pPr marL="3679317"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8pPr>
            <a:lvl9pPr marL="4169893"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9pPr>
          </a:lstStyle>
          <a:p>
            <a:r>
              <a:rPr lang="en-US" altLang="en-US" sz="1300">
                <a:solidFill>
                  <a:schemeClr val="tx1"/>
                </a:solidFill>
              </a:rPr>
              <a:t>	</a:t>
            </a:r>
            <a:endParaRPr lang="en-US" sz="1300">
              <a:solidFill>
                <a:schemeClr val="tx1"/>
              </a:solidFill>
            </a:endParaRPr>
          </a:p>
        </p:txBody>
      </p:sp>
      <p:sp>
        <p:nvSpPr>
          <p:cNvPr id="9421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9889" eaLnBrk="0" hangingPunct="0">
              <a:tabLst>
                <a:tab pos="2943454" algn="ctr"/>
              </a:tabLst>
              <a:defRPr sz="1500">
                <a:solidFill>
                  <a:schemeClr val="bg1"/>
                </a:solidFill>
                <a:latin typeface="Arial" charset="0"/>
              </a:defRPr>
            </a:lvl1pPr>
            <a:lvl2pPr marL="797185" indent="-306610" defTabSz="999889" eaLnBrk="0" hangingPunct="0">
              <a:tabLst>
                <a:tab pos="2943454" algn="ctr"/>
              </a:tabLst>
              <a:defRPr sz="1500">
                <a:solidFill>
                  <a:schemeClr val="bg1"/>
                </a:solidFill>
                <a:latin typeface="Arial" charset="0"/>
              </a:defRPr>
            </a:lvl2pPr>
            <a:lvl3pPr marL="1226439" indent="-245288" defTabSz="999889" eaLnBrk="0" hangingPunct="0">
              <a:tabLst>
                <a:tab pos="2943454" algn="ctr"/>
              </a:tabLst>
              <a:defRPr sz="1500">
                <a:solidFill>
                  <a:schemeClr val="bg1"/>
                </a:solidFill>
                <a:latin typeface="Arial" charset="0"/>
              </a:defRPr>
            </a:lvl3pPr>
            <a:lvl4pPr marL="1717015" indent="-245288" defTabSz="999889" eaLnBrk="0" hangingPunct="0">
              <a:tabLst>
                <a:tab pos="2943454" algn="ctr"/>
              </a:tabLst>
              <a:defRPr sz="1500">
                <a:solidFill>
                  <a:schemeClr val="bg1"/>
                </a:solidFill>
                <a:latin typeface="Arial" charset="0"/>
              </a:defRPr>
            </a:lvl4pPr>
            <a:lvl5pPr marL="2207590" indent="-245288" defTabSz="999889" eaLnBrk="0" hangingPunct="0">
              <a:tabLst>
                <a:tab pos="2943454" algn="ctr"/>
              </a:tabLst>
              <a:defRPr sz="1500">
                <a:solidFill>
                  <a:schemeClr val="bg1"/>
                </a:solidFill>
                <a:latin typeface="Arial" charset="0"/>
              </a:defRPr>
            </a:lvl5pPr>
            <a:lvl6pPr marL="2698166"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6pPr>
            <a:lvl7pPr marL="3188741"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7pPr>
            <a:lvl8pPr marL="3679317"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8pPr>
            <a:lvl9pPr marL="4169893"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9pPr>
          </a:lstStyle>
          <a:p>
            <a:pPr eaLnBrk="1" hangingPunct="1"/>
            <a:r>
              <a:rPr lang="en-US" altLang="en-US" sz="1300">
                <a:solidFill>
                  <a:schemeClr val="tx1"/>
                </a:solidFill>
              </a:rPr>
              <a:t>	Documents - </a:t>
            </a:r>
            <a:fld id="{A1A04566-0B75-4852-8D39-4223361E5BE5}" type="slidenum">
              <a:rPr lang="en-US" altLang="en-US" sz="1300">
                <a:solidFill>
                  <a:schemeClr val="tx1"/>
                </a:solidFill>
              </a:rPr>
              <a:pPr eaLnBrk="1" hangingPunct="1"/>
              <a:t>49</a:t>
            </a:fld>
            <a:endParaRPr lang="en-US" altLang="en-US" sz="1300">
              <a:solidFill>
                <a:schemeClr val="tx1"/>
              </a:solidFill>
            </a:endParaRPr>
          </a:p>
        </p:txBody>
      </p:sp>
      <p:sp>
        <p:nvSpPr>
          <p:cNvPr id="94212" name="Rectangle 2"/>
          <p:cNvSpPr>
            <a:spLocks noGrp="1" noRot="1" noChangeAspect="1" noChangeArrowheads="1" noTextEdit="1"/>
          </p:cNvSpPr>
          <p:nvPr>
            <p:ph type="sldImg"/>
          </p:nvPr>
        </p:nvSpPr>
        <p:spPr>
          <a:xfrm>
            <a:off x="563563" y="693738"/>
            <a:ext cx="5978525" cy="4484687"/>
          </a:xfrm>
          <a:ln/>
        </p:spPr>
      </p:sp>
      <p:sp>
        <p:nvSpPr>
          <p:cNvPr id="9421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a:t>If a document is electronic (which means it is stored in the document management system), then you can both view the data about the document as well as view the document itself. The slide shows how to view the document itself.</a:t>
            </a:r>
          </a:p>
          <a:p>
            <a:pPr eaLnBrk="1" hangingPunct="1"/>
            <a:r>
              <a:rPr lang="en-US" dirty="0"/>
              <a:t>In some cases, such as when the status is final, you can view a document but you cannot edit it. When this occurs, the Upload Changes field will not be visible (shown on next slide).</a:t>
            </a:r>
          </a:p>
        </p:txBody>
      </p:sp>
    </p:spTree>
    <p:extLst>
      <p:ext uri="{BB962C8B-B14F-4D97-AF65-F5344CB8AC3E}">
        <p14:creationId xmlns:p14="http://schemas.microsoft.com/office/powerpoint/2010/main" val="304040361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|EON~048|</a:t>
            </a:r>
          </a:p>
        </p:txBody>
      </p:sp>
      <p:sp>
        <p:nvSpPr>
          <p:cNvPr id="9523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11812" eaLnBrk="0" hangingPunct="0">
              <a:tabLst>
                <a:tab pos="5999331" algn="r"/>
              </a:tabLst>
              <a:defRPr sz="1500">
                <a:solidFill>
                  <a:schemeClr val="bg1"/>
                </a:solidFill>
                <a:latin typeface="Arial" charset="0"/>
              </a:defRPr>
            </a:lvl1pPr>
            <a:lvl2pPr marL="797185" indent="-306610" defTabSz="1011812" eaLnBrk="0" hangingPunct="0">
              <a:tabLst>
                <a:tab pos="5999331" algn="r"/>
              </a:tabLst>
              <a:defRPr sz="1500">
                <a:solidFill>
                  <a:schemeClr val="bg1"/>
                </a:solidFill>
                <a:latin typeface="Arial" charset="0"/>
              </a:defRPr>
            </a:lvl2pPr>
            <a:lvl3pPr marL="1226439" indent="-245288" defTabSz="1011812" eaLnBrk="0" hangingPunct="0">
              <a:tabLst>
                <a:tab pos="5999331" algn="r"/>
              </a:tabLst>
              <a:defRPr sz="1500">
                <a:solidFill>
                  <a:schemeClr val="bg1"/>
                </a:solidFill>
                <a:latin typeface="Arial" charset="0"/>
              </a:defRPr>
            </a:lvl3pPr>
            <a:lvl4pPr marL="1717015" indent="-245288" defTabSz="1011812" eaLnBrk="0" hangingPunct="0">
              <a:tabLst>
                <a:tab pos="5999331" algn="r"/>
              </a:tabLst>
              <a:defRPr sz="1500">
                <a:solidFill>
                  <a:schemeClr val="bg1"/>
                </a:solidFill>
                <a:latin typeface="Arial" charset="0"/>
              </a:defRPr>
            </a:lvl4pPr>
            <a:lvl5pPr marL="2207590" indent="-245288" defTabSz="1011812" eaLnBrk="0" hangingPunct="0">
              <a:tabLst>
                <a:tab pos="5999331" algn="r"/>
              </a:tabLst>
              <a:defRPr sz="1500">
                <a:solidFill>
                  <a:schemeClr val="bg1"/>
                </a:solidFill>
                <a:latin typeface="Arial" charset="0"/>
              </a:defRPr>
            </a:lvl5pPr>
            <a:lvl6pPr marL="2698166"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6pPr>
            <a:lvl7pPr marL="3188741"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7pPr>
            <a:lvl8pPr marL="3679317"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8pPr>
            <a:lvl9pPr marL="4169893"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9pPr>
          </a:lstStyle>
          <a:p>
            <a:r>
              <a:rPr lang="en-US" altLang="en-US" sz="1300">
                <a:solidFill>
                  <a:schemeClr val="tx1"/>
                </a:solidFill>
              </a:rPr>
              <a:t>	</a:t>
            </a:r>
            <a:endParaRPr lang="en-US" sz="1300">
              <a:solidFill>
                <a:schemeClr val="tx1"/>
              </a:solidFill>
            </a:endParaRPr>
          </a:p>
        </p:txBody>
      </p:sp>
      <p:sp>
        <p:nvSpPr>
          <p:cNvPr id="9523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9889" eaLnBrk="0" hangingPunct="0">
              <a:tabLst>
                <a:tab pos="2943454" algn="ctr"/>
              </a:tabLst>
              <a:defRPr sz="1500">
                <a:solidFill>
                  <a:schemeClr val="bg1"/>
                </a:solidFill>
                <a:latin typeface="Arial" charset="0"/>
              </a:defRPr>
            </a:lvl1pPr>
            <a:lvl2pPr marL="797185" indent="-306610" defTabSz="999889" eaLnBrk="0" hangingPunct="0">
              <a:tabLst>
                <a:tab pos="2943454" algn="ctr"/>
              </a:tabLst>
              <a:defRPr sz="1500">
                <a:solidFill>
                  <a:schemeClr val="bg1"/>
                </a:solidFill>
                <a:latin typeface="Arial" charset="0"/>
              </a:defRPr>
            </a:lvl2pPr>
            <a:lvl3pPr marL="1226439" indent="-245288" defTabSz="999889" eaLnBrk="0" hangingPunct="0">
              <a:tabLst>
                <a:tab pos="2943454" algn="ctr"/>
              </a:tabLst>
              <a:defRPr sz="1500">
                <a:solidFill>
                  <a:schemeClr val="bg1"/>
                </a:solidFill>
                <a:latin typeface="Arial" charset="0"/>
              </a:defRPr>
            </a:lvl3pPr>
            <a:lvl4pPr marL="1717015" indent="-245288" defTabSz="999889" eaLnBrk="0" hangingPunct="0">
              <a:tabLst>
                <a:tab pos="2943454" algn="ctr"/>
              </a:tabLst>
              <a:defRPr sz="1500">
                <a:solidFill>
                  <a:schemeClr val="bg1"/>
                </a:solidFill>
                <a:latin typeface="Arial" charset="0"/>
              </a:defRPr>
            </a:lvl4pPr>
            <a:lvl5pPr marL="2207590" indent="-245288" defTabSz="999889" eaLnBrk="0" hangingPunct="0">
              <a:tabLst>
                <a:tab pos="2943454" algn="ctr"/>
              </a:tabLst>
              <a:defRPr sz="1500">
                <a:solidFill>
                  <a:schemeClr val="bg1"/>
                </a:solidFill>
                <a:latin typeface="Arial" charset="0"/>
              </a:defRPr>
            </a:lvl5pPr>
            <a:lvl6pPr marL="2698166"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6pPr>
            <a:lvl7pPr marL="3188741"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7pPr>
            <a:lvl8pPr marL="3679317"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8pPr>
            <a:lvl9pPr marL="4169893"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9pPr>
          </a:lstStyle>
          <a:p>
            <a:pPr eaLnBrk="1" hangingPunct="1"/>
            <a:r>
              <a:rPr lang="en-US" altLang="en-US" sz="1300">
                <a:solidFill>
                  <a:schemeClr val="tx1"/>
                </a:solidFill>
              </a:rPr>
              <a:t>	Documents - </a:t>
            </a:r>
            <a:fld id="{AD9CC845-2D01-41A6-8DB3-B0A18F61CCBB}" type="slidenum">
              <a:rPr lang="en-US" altLang="en-US" sz="1300">
                <a:solidFill>
                  <a:schemeClr val="tx1"/>
                </a:solidFill>
              </a:rPr>
              <a:pPr eaLnBrk="1" hangingPunct="1"/>
              <a:t>50</a:t>
            </a:fld>
            <a:endParaRPr lang="en-US" altLang="en-US" sz="1300">
              <a:solidFill>
                <a:schemeClr val="tx1"/>
              </a:solidFill>
            </a:endParaRPr>
          </a:p>
        </p:txBody>
      </p:sp>
      <p:sp>
        <p:nvSpPr>
          <p:cNvPr id="95236" name="Rectangle 2"/>
          <p:cNvSpPr>
            <a:spLocks noGrp="1" noRot="1" noChangeAspect="1" noChangeArrowheads="1" noTextEdit="1"/>
          </p:cNvSpPr>
          <p:nvPr>
            <p:ph type="sldImg"/>
          </p:nvPr>
        </p:nvSpPr>
        <p:spPr>
          <a:xfrm>
            <a:off x="563563" y="693738"/>
            <a:ext cx="5978525" cy="4484687"/>
          </a:xfrm>
          <a:ln/>
        </p:spPr>
      </p:sp>
      <p:sp>
        <p:nvSpPr>
          <p:cNvPr id="9523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a:t>Assuming you have sufficient permissions, you can edit electronic documents. To edit a document, click the View button. When you do this, ClaimCenter downloads a copy of the document to your machine and opens it in the appropriate application (such as opening a Word document in Word). </a:t>
            </a:r>
          </a:p>
          <a:p>
            <a:pPr eaLnBrk="1" hangingPunct="1"/>
            <a:endParaRPr lang="en-US" dirty="0"/>
          </a:p>
          <a:p>
            <a:pPr eaLnBrk="1" hangingPunct="1"/>
            <a:r>
              <a:rPr lang="en-US" dirty="0"/>
              <a:t>Make changes within your desktop application (e.g. Word) and then save it to a</a:t>
            </a:r>
            <a:r>
              <a:rPr lang="en-US" baseline="0" dirty="0"/>
              <a:t> location where it can be uploaded from.</a:t>
            </a:r>
            <a:endParaRPr lang="en-US" dirty="0"/>
          </a:p>
        </p:txBody>
      </p:sp>
    </p:spTree>
    <p:extLst>
      <p:ext uri="{BB962C8B-B14F-4D97-AF65-F5344CB8AC3E}">
        <p14:creationId xmlns:p14="http://schemas.microsoft.com/office/powerpoint/2010/main" val="85199272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|EON~048|</a:t>
            </a:r>
          </a:p>
        </p:txBody>
      </p:sp>
      <p:sp>
        <p:nvSpPr>
          <p:cNvPr id="9523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11812" eaLnBrk="0" hangingPunct="0">
              <a:tabLst>
                <a:tab pos="5999331" algn="r"/>
              </a:tabLst>
              <a:defRPr sz="1500">
                <a:solidFill>
                  <a:schemeClr val="bg1"/>
                </a:solidFill>
                <a:latin typeface="Arial" charset="0"/>
              </a:defRPr>
            </a:lvl1pPr>
            <a:lvl2pPr marL="797185" indent="-306610" defTabSz="1011812" eaLnBrk="0" hangingPunct="0">
              <a:tabLst>
                <a:tab pos="5999331" algn="r"/>
              </a:tabLst>
              <a:defRPr sz="1500">
                <a:solidFill>
                  <a:schemeClr val="bg1"/>
                </a:solidFill>
                <a:latin typeface="Arial" charset="0"/>
              </a:defRPr>
            </a:lvl2pPr>
            <a:lvl3pPr marL="1226439" indent="-245288" defTabSz="1011812" eaLnBrk="0" hangingPunct="0">
              <a:tabLst>
                <a:tab pos="5999331" algn="r"/>
              </a:tabLst>
              <a:defRPr sz="1500">
                <a:solidFill>
                  <a:schemeClr val="bg1"/>
                </a:solidFill>
                <a:latin typeface="Arial" charset="0"/>
              </a:defRPr>
            </a:lvl3pPr>
            <a:lvl4pPr marL="1717015" indent="-245288" defTabSz="1011812" eaLnBrk="0" hangingPunct="0">
              <a:tabLst>
                <a:tab pos="5999331" algn="r"/>
              </a:tabLst>
              <a:defRPr sz="1500">
                <a:solidFill>
                  <a:schemeClr val="bg1"/>
                </a:solidFill>
                <a:latin typeface="Arial" charset="0"/>
              </a:defRPr>
            </a:lvl4pPr>
            <a:lvl5pPr marL="2207590" indent="-245288" defTabSz="1011812" eaLnBrk="0" hangingPunct="0">
              <a:tabLst>
                <a:tab pos="5999331" algn="r"/>
              </a:tabLst>
              <a:defRPr sz="1500">
                <a:solidFill>
                  <a:schemeClr val="bg1"/>
                </a:solidFill>
                <a:latin typeface="Arial" charset="0"/>
              </a:defRPr>
            </a:lvl5pPr>
            <a:lvl6pPr marL="2698166"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6pPr>
            <a:lvl7pPr marL="3188741"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7pPr>
            <a:lvl8pPr marL="3679317"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8pPr>
            <a:lvl9pPr marL="4169893"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9pPr>
          </a:lstStyle>
          <a:p>
            <a:r>
              <a:rPr lang="en-US" altLang="en-US" sz="1300">
                <a:solidFill>
                  <a:schemeClr val="tx1"/>
                </a:solidFill>
              </a:rPr>
              <a:t>	</a:t>
            </a:r>
            <a:endParaRPr lang="en-US" sz="1300">
              <a:solidFill>
                <a:schemeClr val="tx1"/>
              </a:solidFill>
            </a:endParaRPr>
          </a:p>
        </p:txBody>
      </p:sp>
      <p:sp>
        <p:nvSpPr>
          <p:cNvPr id="9523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9889" eaLnBrk="0" hangingPunct="0">
              <a:tabLst>
                <a:tab pos="2943454" algn="ctr"/>
              </a:tabLst>
              <a:defRPr sz="1500">
                <a:solidFill>
                  <a:schemeClr val="bg1"/>
                </a:solidFill>
                <a:latin typeface="Arial" charset="0"/>
              </a:defRPr>
            </a:lvl1pPr>
            <a:lvl2pPr marL="797185" indent="-306610" defTabSz="999889" eaLnBrk="0" hangingPunct="0">
              <a:tabLst>
                <a:tab pos="2943454" algn="ctr"/>
              </a:tabLst>
              <a:defRPr sz="1500">
                <a:solidFill>
                  <a:schemeClr val="bg1"/>
                </a:solidFill>
                <a:latin typeface="Arial" charset="0"/>
              </a:defRPr>
            </a:lvl2pPr>
            <a:lvl3pPr marL="1226439" indent="-245288" defTabSz="999889" eaLnBrk="0" hangingPunct="0">
              <a:tabLst>
                <a:tab pos="2943454" algn="ctr"/>
              </a:tabLst>
              <a:defRPr sz="1500">
                <a:solidFill>
                  <a:schemeClr val="bg1"/>
                </a:solidFill>
                <a:latin typeface="Arial" charset="0"/>
              </a:defRPr>
            </a:lvl3pPr>
            <a:lvl4pPr marL="1717015" indent="-245288" defTabSz="999889" eaLnBrk="0" hangingPunct="0">
              <a:tabLst>
                <a:tab pos="2943454" algn="ctr"/>
              </a:tabLst>
              <a:defRPr sz="1500">
                <a:solidFill>
                  <a:schemeClr val="bg1"/>
                </a:solidFill>
                <a:latin typeface="Arial" charset="0"/>
              </a:defRPr>
            </a:lvl4pPr>
            <a:lvl5pPr marL="2207590" indent="-245288" defTabSz="999889" eaLnBrk="0" hangingPunct="0">
              <a:tabLst>
                <a:tab pos="2943454" algn="ctr"/>
              </a:tabLst>
              <a:defRPr sz="1500">
                <a:solidFill>
                  <a:schemeClr val="bg1"/>
                </a:solidFill>
                <a:latin typeface="Arial" charset="0"/>
              </a:defRPr>
            </a:lvl5pPr>
            <a:lvl6pPr marL="2698166"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6pPr>
            <a:lvl7pPr marL="3188741"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7pPr>
            <a:lvl8pPr marL="3679317"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8pPr>
            <a:lvl9pPr marL="4169893"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9pPr>
          </a:lstStyle>
          <a:p>
            <a:pPr eaLnBrk="1" hangingPunct="1"/>
            <a:r>
              <a:rPr lang="en-US" altLang="en-US" sz="1300">
                <a:solidFill>
                  <a:schemeClr val="tx1"/>
                </a:solidFill>
              </a:rPr>
              <a:t>	Documents - </a:t>
            </a:r>
            <a:fld id="{AD9CC845-2D01-41A6-8DB3-B0A18F61CCBB}" type="slidenum">
              <a:rPr lang="en-US" altLang="en-US" sz="1300">
                <a:solidFill>
                  <a:schemeClr val="tx1"/>
                </a:solidFill>
              </a:rPr>
              <a:pPr eaLnBrk="1" hangingPunct="1"/>
              <a:t>51</a:t>
            </a:fld>
            <a:endParaRPr lang="en-US" altLang="en-US" sz="1300">
              <a:solidFill>
                <a:schemeClr val="tx1"/>
              </a:solidFill>
            </a:endParaRPr>
          </a:p>
        </p:txBody>
      </p:sp>
      <p:sp>
        <p:nvSpPr>
          <p:cNvPr id="95236" name="Rectangle 2"/>
          <p:cNvSpPr>
            <a:spLocks noGrp="1" noRot="1" noChangeAspect="1" noChangeArrowheads="1" noTextEdit="1"/>
          </p:cNvSpPr>
          <p:nvPr>
            <p:ph type="sldImg"/>
          </p:nvPr>
        </p:nvSpPr>
        <p:spPr>
          <a:xfrm>
            <a:off x="563563" y="693738"/>
            <a:ext cx="5978525" cy="4484687"/>
          </a:xfrm>
          <a:ln/>
        </p:spPr>
      </p:sp>
      <p:sp>
        <p:nvSpPr>
          <p:cNvPr id="9523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a:t>1. To upload your local changed document, you select the document</a:t>
            </a:r>
            <a:r>
              <a:rPr lang="en-US" baseline="0" dirty="0"/>
              <a:t> Name link which opens the Document Details screen. </a:t>
            </a:r>
          </a:p>
          <a:p>
            <a:pPr eaLnBrk="1" hangingPunct="1"/>
            <a:endParaRPr lang="en-US" baseline="0" dirty="0"/>
          </a:p>
          <a:p>
            <a:pPr eaLnBrk="1" hangingPunct="1"/>
            <a:r>
              <a:rPr lang="en-US" baseline="0" dirty="0"/>
              <a:t>2. You then select the Edit button in order to set Upload Changes to Yes. </a:t>
            </a:r>
            <a:r>
              <a:rPr lang="en-US" dirty="0"/>
              <a:t>You identify the local copy to be uploaded</a:t>
            </a:r>
            <a:r>
              <a:rPr lang="en-US" baseline="0" dirty="0"/>
              <a:t> by browsing to its location (saved in the previous step).</a:t>
            </a:r>
          </a:p>
          <a:p>
            <a:pPr eaLnBrk="1" hangingPunct="1"/>
            <a:endParaRPr lang="en-US" baseline="0" dirty="0"/>
          </a:p>
          <a:p>
            <a:pPr eaLnBrk="1" hangingPunct="1"/>
            <a:r>
              <a:rPr lang="en-US" baseline="0" dirty="0"/>
              <a:t>3. Clicking the Update button causes ClaimCenter to upload the changed local document to the Document Storage System.</a:t>
            </a:r>
            <a:endParaRPr lang="en-US" dirty="0"/>
          </a:p>
        </p:txBody>
      </p:sp>
    </p:spTree>
    <p:extLst>
      <p:ext uri="{BB962C8B-B14F-4D97-AF65-F5344CB8AC3E}">
        <p14:creationId xmlns:p14="http://schemas.microsoft.com/office/powerpoint/2010/main" val="336116091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|EON~049|</a:t>
            </a:r>
          </a:p>
        </p:txBody>
      </p:sp>
      <p:sp>
        <p:nvSpPr>
          <p:cNvPr id="9625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11812" eaLnBrk="0" hangingPunct="0">
              <a:tabLst>
                <a:tab pos="5999331" algn="r"/>
              </a:tabLst>
              <a:defRPr sz="1500">
                <a:solidFill>
                  <a:schemeClr val="bg1"/>
                </a:solidFill>
                <a:latin typeface="Arial" charset="0"/>
              </a:defRPr>
            </a:lvl1pPr>
            <a:lvl2pPr marL="797185" indent="-306610" defTabSz="1011812" eaLnBrk="0" hangingPunct="0">
              <a:tabLst>
                <a:tab pos="5999331" algn="r"/>
              </a:tabLst>
              <a:defRPr sz="1500">
                <a:solidFill>
                  <a:schemeClr val="bg1"/>
                </a:solidFill>
                <a:latin typeface="Arial" charset="0"/>
              </a:defRPr>
            </a:lvl2pPr>
            <a:lvl3pPr marL="1226439" indent="-245288" defTabSz="1011812" eaLnBrk="0" hangingPunct="0">
              <a:tabLst>
                <a:tab pos="5999331" algn="r"/>
              </a:tabLst>
              <a:defRPr sz="1500">
                <a:solidFill>
                  <a:schemeClr val="bg1"/>
                </a:solidFill>
                <a:latin typeface="Arial" charset="0"/>
              </a:defRPr>
            </a:lvl3pPr>
            <a:lvl4pPr marL="1717015" indent="-245288" defTabSz="1011812" eaLnBrk="0" hangingPunct="0">
              <a:tabLst>
                <a:tab pos="5999331" algn="r"/>
              </a:tabLst>
              <a:defRPr sz="1500">
                <a:solidFill>
                  <a:schemeClr val="bg1"/>
                </a:solidFill>
                <a:latin typeface="Arial" charset="0"/>
              </a:defRPr>
            </a:lvl4pPr>
            <a:lvl5pPr marL="2207590" indent="-245288" defTabSz="1011812" eaLnBrk="0" hangingPunct="0">
              <a:tabLst>
                <a:tab pos="5999331" algn="r"/>
              </a:tabLst>
              <a:defRPr sz="1500">
                <a:solidFill>
                  <a:schemeClr val="bg1"/>
                </a:solidFill>
                <a:latin typeface="Arial" charset="0"/>
              </a:defRPr>
            </a:lvl5pPr>
            <a:lvl6pPr marL="2698166"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6pPr>
            <a:lvl7pPr marL="3188741"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7pPr>
            <a:lvl8pPr marL="3679317"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8pPr>
            <a:lvl9pPr marL="4169893"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9pPr>
          </a:lstStyle>
          <a:p>
            <a:r>
              <a:rPr lang="en-US" altLang="en-US" sz="1300">
                <a:solidFill>
                  <a:schemeClr val="tx1"/>
                </a:solidFill>
              </a:rPr>
              <a:t>	</a:t>
            </a:r>
            <a:endParaRPr lang="en-US" sz="1300">
              <a:solidFill>
                <a:schemeClr val="tx1"/>
              </a:solidFill>
            </a:endParaRPr>
          </a:p>
        </p:txBody>
      </p:sp>
      <p:sp>
        <p:nvSpPr>
          <p:cNvPr id="9625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9889" eaLnBrk="0" hangingPunct="0">
              <a:tabLst>
                <a:tab pos="2943454" algn="ctr"/>
              </a:tabLst>
              <a:defRPr sz="1500">
                <a:solidFill>
                  <a:schemeClr val="bg1"/>
                </a:solidFill>
                <a:latin typeface="Arial" charset="0"/>
              </a:defRPr>
            </a:lvl1pPr>
            <a:lvl2pPr marL="797185" indent="-306610" defTabSz="999889" eaLnBrk="0" hangingPunct="0">
              <a:tabLst>
                <a:tab pos="2943454" algn="ctr"/>
              </a:tabLst>
              <a:defRPr sz="1500">
                <a:solidFill>
                  <a:schemeClr val="bg1"/>
                </a:solidFill>
                <a:latin typeface="Arial" charset="0"/>
              </a:defRPr>
            </a:lvl2pPr>
            <a:lvl3pPr marL="1226439" indent="-245288" defTabSz="999889" eaLnBrk="0" hangingPunct="0">
              <a:tabLst>
                <a:tab pos="2943454" algn="ctr"/>
              </a:tabLst>
              <a:defRPr sz="1500">
                <a:solidFill>
                  <a:schemeClr val="bg1"/>
                </a:solidFill>
                <a:latin typeface="Arial" charset="0"/>
              </a:defRPr>
            </a:lvl3pPr>
            <a:lvl4pPr marL="1717015" indent="-245288" defTabSz="999889" eaLnBrk="0" hangingPunct="0">
              <a:tabLst>
                <a:tab pos="2943454" algn="ctr"/>
              </a:tabLst>
              <a:defRPr sz="1500">
                <a:solidFill>
                  <a:schemeClr val="bg1"/>
                </a:solidFill>
                <a:latin typeface="Arial" charset="0"/>
              </a:defRPr>
            </a:lvl4pPr>
            <a:lvl5pPr marL="2207590" indent="-245288" defTabSz="999889" eaLnBrk="0" hangingPunct="0">
              <a:tabLst>
                <a:tab pos="2943454" algn="ctr"/>
              </a:tabLst>
              <a:defRPr sz="1500">
                <a:solidFill>
                  <a:schemeClr val="bg1"/>
                </a:solidFill>
                <a:latin typeface="Arial" charset="0"/>
              </a:defRPr>
            </a:lvl5pPr>
            <a:lvl6pPr marL="2698166"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6pPr>
            <a:lvl7pPr marL="3188741"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7pPr>
            <a:lvl8pPr marL="3679317"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8pPr>
            <a:lvl9pPr marL="4169893"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9pPr>
          </a:lstStyle>
          <a:p>
            <a:pPr eaLnBrk="1" hangingPunct="1"/>
            <a:r>
              <a:rPr lang="en-US" altLang="en-US" sz="1300">
                <a:solidFill>
                  <a:schemeClr val="tx1"/>
                </a:solidFill>
              </a:rPr>
              <a:t>	Documents - </a:t>
            </a:r>
            <a:fld id="{D33C1B7A-B7D8-4870-AD4C-11B545E51AA5}" type="slidenum">
              <a:rPr lang="en-US" altLang="en-US" sz="1300">
                <a:solidFill>
                  <a:schemeClr val="tx1"/>
                </a:solidFill>
              </a:rPr>
              <a:pPr eaLnBrk="1" hangingPunct="1"/>
              <a:t>52</a:t>
            </a:fld>
            <a:endParaRPr lang="en-US" altLang="en-US" sz="1300">
              <a:solidFill>
                <a:schemeClr val="tx1"/>
              </a:solidFill>
            </a:endParaRPr>
          </a:p>
        </p:txBody>
      </p:sp>
      <p:sp>
        <p:nvSpPr>
          <p:cNvPr id="96260" name="Rectangle 2"/>
          <p:cNvSpPr>
            <a:spLocks noGrp="1" noRot="1" noChangeAspect="1" noChangeArrowheads="1" noTextEdit="1"/>
          </p:cNvSpPr>
          <p:nvPr>
            <p:ph type="sldImg"/>
          </p:nvPr>
        </p:nvSpPr>
        <p:spPr>
          <a:xfrm>
            <a:off x="563563" y="693738"/>
            <a:ext cx="5978525" cy="4484687"/>
          </a:xfrm>
          <a:ln/>
        </p:spPr>
      </p:sp>
      <p:sp>
        <p:nvSpPr>
          <p:cNvPr id="9626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126224889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|EON~050|</a:t>
            </a:r>
          </a:p>
        </p:txBody>
      </p:sp>
      <p:sp>
        <p:nvSpPr>
          <p:cNvPr id="9728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11812" eaLnBrk="0" hangingPunct="0">
              <a:tabLst>
                <a:tab pos="5999331" algn="r"/>
              </a:tabLst>
              <a:defRPr sz="1500">
                <a:solidFill>
                  <a:schemeClr val="bg1"/>
                </a:solidFill>
                <a:latin typeface="Arial" charset="0"/>
              </a:defRPr>
            </a:lvl1pPr>
            <a:lvl2pPr marL="797185" indent="-306610" defTabSz="1011812" eaLnBrk="0" hangingPunct="0">
              <a:tabLst>
                <a:tab pos="5999331" algn="r"/>
              </a:tabLst>
              <a:defRPr sz="1500">
                <a:solidFill>
                  <a:schemeClr val="bg1"/>
                </a:solidFill>
                <a:latin typeface="Arial" charset="0"/>
              </a:defRPr>
            </a:lvl2pPr>
            <a:lvl3pPr marL="1226439" indent="-245288" defTabSz="1011812" eaLnBrk="0" hangingPunct="0">
              <a:tabLst>
                <a:tab pos="5999331" algn="r"/>
              </a:tabLst>
              <a:defRPr sz="1500">
                <a:solidFill>
                  <a:schemeClr val="bg1"/>
                </a:solidFill>
                <a:latin typeface="Arial" charset="0"/>
              </a:defRPr>
            </a:lvl3pPr>
            <a:lvl4pPr marL="1717015" indent="-245288" defTabSz="1011812" eaLnBrk="0" hangingPunct="0">
              <a:tabLst>
                <a:tab pos="5999331" algn="r"/>
              </a:tabLst>
              <a:defRPr sz="1500">
                <a:solidFill>
                  <a:schemeClr val="bg1"/>
                </a:solidFill>
                <a:latin typeface="Arial" charset="0"/>
              </a:defRPr>
            </a:lvl4pPr>
            <a:lvl5pPr marL="2207590" indent="-245288" defTabSz="1011812" eaLnBrk="0" hangingPunct="0">
              <a:tabLst>
                <a:tab pos="5999331" algn="r"/>
              </a:tabLst>
              <a:defRPr sz="1500">
                <a:solidFill>
                  <a:schemeClr val="bg1"/>
                </a:solidFill>
                <a:latin typeface="Arial" charset="0"/>
              </a:defRPr>
            </a:lvl5pPr>
            <a:lvl6pPr marL="2698166"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6pPr>
            <a:lvl7pPr marL="3188741"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7pPr>
            <a:lvl8pPr marL="3679317"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8pPr>
            <a:lvl9pPr marL="4169893" indent="-245288" algn="ctr" defTabSz="1011812" eaLnBrk="0" fontAlgn="base" hangingPunct="0">
              <a:spcBef>
                <a:spcPct val="50000"/>
              </a:spcBef>
              <a:spcAft>
                <a:spcPct val="30000"/>
              </a:spcAft>
              <a:buClr>
                <a:schemeClr val="tx1"/>
              </a:buClr>
              <a:tabLst>
                <a:tab pos="5999331" algn="r"/>
              </a:tabLst>
              <a:defRPr sz="1500">
                <a:solidFill>
                  <a:schemeClr val="bg1"/>
                </a:solidFill>
                <a:latin typeface="Arial" charset="0"/>
              </a:defRPr>
            </a:lvl9pPr>
          </a:lstStyle>
          <a:p>
            <a:r>
              <a:rPr lang="en-US" altLang="en-US" sz="1300">
                <a:solidFill>
                  <a:schemeClr val="tx1"/>
                </a:solidFill>
              </a:rPr>
              <a:t>	</a:t>
            </a:r>
            <a:endParaRPr lang="en-US" sz="1300">
              <a:solidFill>
                <a:schemeClr val="tx1"/>
              </a:solidFill>
            </a:endParaRPr>
          </a:p>
        </p:txBody>
      </p:sp>
      <p:sp>
        <p:nvSpPr>
          <p:cNvPr id="9728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9889" eaLnBrk="0" hangingPunct="0">
              <a:tabLst>
                <a:tab pos="2943454" algn="ctr"/>
              </a:tabLst>
              <a:defRPr sz="1500">
                <a:solidFill>
                  <a:schemeClr val="bg1"/>
                </a:solidFill>
                <a:latin typeface="Arial" charset="0"/>
              </a:defRPr>
            </a:lvl1pPr>
            <a:lvl2pPr marL="797185" indent="-306610" defTabSz="999889" eaLnBrk="0" hangingPunct="0">
              <a:tabLst>
                <a:tab pos="2943454" algn="ctr"/>
              </a:tabLst>
              <a:defRPr sz="1500">
                <a:solidFill>
                  <a:schemeClr val="bg1"/>
                </a:solidFill>
                <a:latin typeface="Arial" charset="0"/>
              </a:defRPr>
            </a:lvl2pPr>
            <a:lvl3pPr marL="1226439" indent="-245288" defTabSz="999889" eaLnBrk="0" hangingPunct="0">
              <a:tabLst>
                <a:tab pos="2943454" algn="ctr"/>
              </a:tabLst>
              <a:defRPr sz="1500">
                <a:solidFill>
                  <a:schemeClr val="bg1"/>
                </a:solidFill>
                <a:latin typeface="Arial" charset="0"/>
              </a:defRPr>
            </a:lvl3pPr>
            <a:lvl4pPr marL="1717015" indent="-245288" defTabSz="999889" eaLnBrk="0" hangingPunct="0">
              <a:tabLst>
                <a:tab pos="2943454" algn="ctr"/>
              </a:tabLst>
              <a:defRPr sz="1500">
                <a:solidFill>
                  <a:schemeClr val="bg1"/>
                </a:solidFill>
                <a:latin typeface="Arial" charset="0"/>
              </a:defRPr>
            </a:lvl4pPr>
            <a:lvl5pPr marL="2207590" indent="-245288" defTabSz="999889" eaLnBrk="0" hangingPunct="0">
              <a:tabLst>
                <a:tab pos="2943454" algn="ctr"/>
              </a:tabLst>
              <a:defRPr sz="1500">
                <a:solidFill>
                  <a:schemeClr val="bg1"/>
                </a:solidFill>
                <a:latin typeface="Arial" charset="0"/>
              </a:defRPr>
            </a:lvl5pPr>
            <a:lvl6pPr marL="2698166"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6pPr>
            <a:lvl7pPr marL="3188741"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7pPr>
            <a:lvl8pPr marL="3679317"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8pPr>
            <a:lvl9pPr marL="4169893" indent="-245288" algn="ctr" defTabSz="999889" eaLnBrk="0" fontAlgn="base" hangingPunct="0">
              <a:spcBef>
                <a:spcPct val="50000"/>
              </a:spcBef>
              <a:spcAft>
                <a:spcPct val="30000"/>
              </a:spcAft>
              <a:buClr>
                <a:schemeClr val="tx1"/>
              </a:buClr>
              <a:tabLst>
                <a:tab pos="2943454" algn="ctr"/>
              </a:tabLst>
              <a:defRPr sz="1500">
                <a:solidFill>
                  <a:schemeClr val="bg1"/>
                </a:solidFill>
                <a:latin typeface="Arial" charset="0"/>
              </a:defRPr>
            </a:lvl9pPr>
          </a:lstStyle>
          <a:p>
            <a:pPr eaLnBrk="1" hangingPunct="1"/>
            <a:r>
              <a:rPr lang="en-US" altLang="en-US" sz="1300">
                <a:solidFill>
                  <a:schemeClr val="tx1"/>
                </a:solidFill>
              </a:rPr>
              <a:t>	Documents - </a:t>
            </a:r>
            <a:fld id="{BD9ED092-223A-49C2-B5EB-DF274E21CCEB}" type="slidenum">
              <a:rPr lang="en-US" altLang="en-US" sz="1300">
                <a:solidFill>
                  <a:schemeClr val="tx1"/>
                </a:solidFill>
              </a:rPr>
              <a:pPr eaLnBrk="1" hangingPunct="1"/>
              <a:t>53</a:t>
            </a:fld>
            <a:endParaRPr lang="en-US" altLang="en-US" sz="1300">
              <a:solidFill>
                <a:schemeClr val="tx1"/>
              </a:solidFill>
            </a:endParaRPr>
          </a:p>
        </p:txBody>
      </p:sp>
      <p:sp>
        <p:nvSpPr>
          <p:cNvPr id="97284" name="Rectangle 2"/>
          <p:cNvSpPr>
            <a:spLocks noGrp="1" noRot="1" noChangeAspect="1" noChangeArrowheads="1" noTextEdit="1"/>
          </p:cNvSpPr>
          <p:nvPr>
            <p:ph type="sldImg"/>
          </p:nvPr>
        </p:nvSpPr>
        <p:spPr>
          <a:xfrm>
            <a:off x="563563" y="693738"/>
            <a:ext cx="5978525" cy="4484687"/>
          </a:xfrm>
          <a:ln/>
        </p:spPr>
      </p:sp>
      <p:sp>
        <p:nvSpPr>
          <p:cNvPr id="9728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b="1" dirty="0"/>
              <a:t>Answers</a:t>
            </a:r>
          </a:p>
          <a:p>
            <a:pPr eaLnBrk="1" hangingPunct="1"/>
            <a:r>
              <a:rPr lang="en-US" dirty="0"/>
              <a:t>1. A document "known to exist" is not stored in the document management system (and therefore cannot be viewed or edited). An electronic document is stored in the document management system (and therefore can be viewed and possibly edited).</a:t>
            </a:r>
          </a:p>
          <a:p>
            <a:pPr eaLnBrk="1" hangingPunct="1"/>
            <a:r>
              <a:rPr lang="en-US" dirty="0"/>
              <a:t>2. A document's MIME type identifies what kind of document the document is, which is used by the user's machine to determine the application to use when viewing the document.</a:t>
            </a:r>
          </a:p>
          <a:p>
            <a:pPr eaLnBrk="1" hangingPunct="1"/>
            <a:r>
              <a:rPr lang="en-US" dirty="0"/>
              <a:t>3. documents can be added by:</a:t>
            </a:r>
          </a:p>
          <a:p>
            <a:pPr eaLnBrk="1" hangingPunct="1"/>
            <a:r>
              <a:rPr lang="en-US"/>
              <a:t>	- Uploading (linking) an existing document</a:t>
            </a:r>
          </a:p>
          <a:p>
            <a:pPr eaLnBrk="1" hangingPunct="1"/>
            <a:r>
              <a:rPr lang="en-US" dirty="0"/>
              <a:t>	- Creating a new document from a template</a:t>
            </a:r>
          </a:p>
          <a:p>
            <a:pPr eaLnBrk="1" hangingPunct="1"/>
            <a:r>
              <a:rPr lang="en-US" dirty="0"/>
              <a:t>4. The edited copy is stored on your machine. To have it replace the master copy, you must click the Upload button on the documents screen.</a:t>
            </a:r>
          </a:p>
          <a:p>
            <a:pPr eaLnBrk="1" hangingPunct="1"/>
            <a:r>
              <a:rPr lang="en-US" dirty="0"/>
              <a:t>5. A user might edit a document if there is text in the document that varies greatly and can only be specified by a user (such as the reason for a reservation of rights letter). Typically, a user does not have to edit a document to provide names, addresses, claim numbers, dates, and any other information which is already stored by </a:t>
            </a:r>
            <a:r>
              <a:rPr lang="en-US" dirty="0" err="1"/>
              <a:t>ClaimCenter</a:t>
            </a:r>
            <a:r>
              <a:rPr lang="en-US" dirty="0"/>
              <a:t>. This information can automatically be inserted into the document.</a:t>
            </a:r>
          </a:p>
        </p:txBody>
      </p:sp>
    </p:spTree>
    <p:extLst>
      <p:ext uri="{BB962C8B-B14F-4D97-AF65-F5344CB8AC3E}">
        <p14:creationId xmlns:p14="http://schemas.microsoft.com/office/powerpoint/2010/main" val="372148155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|EON~051|</a:t>
            </a:r>
          </a:p>
        </p:txBody>
      </p:sp>
      <p:sp>
        <p:nvSpPr>
          <p:cNvPr id="100354" name="Copyright"/>
          <p:cNvSpPr>
            <a:spLocks noGrp="1" noChangeArrowheads="1"/>
          </p:cNvSpPr>
          <p:nvPr>
            <p:ph type="sldNum" sz="quarter" idx="5"/>
          </p:nvPr>
        </p:nvSpPr>
        <p:spPr/>
        <p:txBody>
          <a:bodyPr/>
          <a:lstStyle/>
          <a:p>
            <a:pPr>
              <a:defRPr/>
            </a:pPr>
            <a:r>
              <a:rPr lang="en-US" altLang="en-US" dirty="0"/>
              <a:t>	Documents - </a:t>
            </a:r>
            <a:fld id="{211C349A-83C9-44D0-A356-DBEB3FC715FC}" type="slidenum">
              <a:rPr lang="en-US" altLang="en-US" smtClean="0"/>
              <a:pPr>
                <a:defRPr/>
              </a:pPr>
              <a:t>54</a:t>
            </a:fld>
            <a:endParaRPr lang="en-US" altLang="en-US" dirty="0"/>
          </a:p>
        </p:txBody>
      </p:sp>
      <p:sp>
        <p:nvSpPr>
          <p:cNvPr id="100355" name="SectionName"/>
          <p:cNvSpPr>
            <a:spLocks noGrp="1" noChangeArrowheads="1"/>
          </p:cNvSpPr>
          <p:nvPr>
            <p:ph type="hdr" sz="quarter"/>
          </p:nvPr>
        </p:nvSpPr>
        <p:spPr/>
        <p:txBody>
          <a:bodyPr/>
          <a:lstStyle/>
          <a:p>
            <a:pPr>
              <a:defRPr/>
            </a:pPr>
            <a:r>
              <a:rPr lang="en-US" altLang="en-US"/>
              <a:t>	</a:t>
            </a:r>
            <a:endParaRPr lang="en-US"/>
          </a:p>
        </p:txBody>
      </p:sp>
      <p:sp>
        <p:nvSpPr>
          <p:cNvPr id="100356" name="Rectangle 2"/>
          <p:cNvSpPr>
            <a:spLocks noGrp="1" noRot="1" noChangeAspect="1" noChangeArrowheads="1" noTextEdit="1"/>
          </p:cNvSpPr>
          <p:nvPr>
            <p:ph type="sldImg"/>
          </p:nvPr>
        </p:nvSpPr>
        <p:spPr>
          <a:ln/>
        </p:spPr>
      </p:sp>
      <p:sp>
        <p:nvSpPr>
          <p:cNvPr id="10035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385022927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pic>
        <p:nvPicPr>
          <p:cNvPr id="4"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4" name="Rectangle 2"/>
          <p:cNvSpPr>
            <a:spLocks noGrp="1" noChangeArrowheads="1"/>
          </p:cNvSpPr>
          <p:nvPr>
            <p:ph type="ctrTitle"/>
          </p:nvPr>
        </p:nvSpPr>
        <p:spPr>
          <a:xfrm>
            <a:off x="458788" y="2957371"/>
            <a:ext cx="8348662" cy="457200"/>
          </a:xfrm>
        </p:spPr>
        <p:txBody>
          <a:bodyPr/>
          <a:lstStyle>
            <a:lvl1pPr algn="r">
              <a:lnSpc>
                <a:spcPct val="100000"/>
              </a:lnSpc>
              <a:spcAft>
                <a:spcPct val="20000"/>
              </a:spcAft>
              <a:defRPr sz="3600" b="1">
                <a:solidFill>
                  <a:schemeClr val="tx1"/>
                </a:solidFill>
                <a:latin typeface="Calibri" pitchFamily="34" charset="0"/>
                <a:cs typeface="Calibri" pitchFamily="34" charset="0"/>
              </a:defRPr>
            </a:lvl1pPr>
          </a:lstStyle>
          <a:p>
            <a:r>
              <a:rPr lang="en-US" altLang="en-US" dirty="0"/>
              <a:t>Click to edit lesson title </a:t>
            </a:r>
          </a:p>
        </p:txBody>
      </p:sp>
      <p:sp>
        <p:nvSpPr>
          <p:cNvPr id="7" name="Text Placeholder 7"/>
          <p:cNvSpPr>
            <a:spLocks noGrp="1"/>
          </p:cNvSpPr>
          <p:nvPr>
            <p:ph type="body" sz="quarter" idx="10"/>
          </p:nvPr>
        </p:nvSpPr>
        <p:spPr>
          <a:xfrm>
            <a:off x="5718123" y="6167776"/>
            <a:ext cx="3089327" cy="273255"/>
          </a:xfrm>
        </p:spPr>
        <p:txBody>
          <a:bodyPr/>
          <a:lstStyle>
            <a:lvl1pPr algn="r">
              <a:buNone/>
              <a:defRPr sz="1400">
                <a:solidFill>
                  <a:schemeClr val="tx1"/>
                </a:solidFill>
                <a:latin typeface="Calibri" pitchFamily="34" charset="0"/>
                <a:cs typeface="Calibri" pitchFamily="34" charset="0"/>
              </a:defRPr>
            </a:lvl1pPr>
          </a:lstStyle>
          <a:p>
            <a:pPr lvl="0"/>
            <a:r>
              <a:rPr lang="en-US" dirty="0"/>
              <a:t>Click to edit Master text styles</a:t>
            </a:r>
          </a:p>
        </p:txBody>
      </p:sp>
    </p:spTree>
    <p:extLst>
      <p:ext uri="{BB962C8B-B14F-4D97-AF65-F5344CB8AC3E}">
        <p14:creationId xmlns:p14="http://schemas.microsoft.com/office/powerpoint/2010/main" val="565892521"/>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nSpc>
                <a:spcPct val="80000"/>
              </a:lnSpc>
              <a:defRPr>
                <a:solidFill>
                  <a:srgbClr val="04628C"/>
                </a:solidFill>
                <a:latin typeface="Calibri" pitchFamily="34" charset="0"/>
                <a:cs typeface="Calibri" pitchFamily="34" charset="0"/>
              </a:defRPr>
            </a:lvl1pPr>
          </a:lstStyle>
          <a:p>
            <a:r>
              <a:rPr lang="en-US" dirty="0"/>
              <a:t>Click to edit Master title style</a:t>
            </a:r>
          </a:p>
        </p:txBody>
      </p:sp>
      <p:sp>
        <p:nvSpPr>
          <p:cNvPr id="3" name="Content Placeholder 2"/>
          <p:cNvSpPr>
            <a:spLocks noGrp="1"/>
          </p:cNvSpPr>
          <p:nvPr>
            <p:ph idx="1"/>
          </p:nvPr>
        </p:nvSpPr>
        <p:spPr>
          <a:xfrm>
            <a:off x="519113" y="914400"/>
            <a:ext cx="8318500" cy="54864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2991930023"/>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dirty="0"/>
              <a:t>Click to edit Master title style</a:t>
            </a:r>
          </a:p>
        </p:txBody>
      </p:sp>
      <p:sp>
        <p:nvSpPr>
          <p:cNvPr id="3" name="Content Placeholder 2"/>
          <p:cNvSpPr>
            <a:spLocks noGrp="1"/>
          </p:cNvSpPr>
          <p:nvPr>
            <p:ph sz="half" idx="1"/>
          </p:nvPr>
        </p:nvSpPr>
        <p:spPr>
          <a:xfrm>
            <a:off x="519113" y="1192213"/>
            <a:ext cx="4083050" cy="5197475"/>
          </a:xfrm>
        </p:spPr>
        <p:txBody>
          <a:bodyPr/>
          <a:lstStyle>
            <a:lvl1pPr>
              <a:buSzPct val="90000"/>
              <a:buFont typeface="Arial" pitchFamily="34" charset="0"/>
              <a:buChar char="•"/>
              <a:defRPr sz="2400"/>
            </a:lvl1pPr>
            <a:lvl2pPr>
              <a:buClr>
                <a:srgbClr val="04628C"/>
              </a:buClr>
              <a:buFont typeface="Arial" pitchFamily="34" charset="0"/>
              <a:buChar char="-"/>
              <a:defRPr sz="2200"/>
            </a:lvl2pPr>
            <a:lvl3pPr>
              <a:buClr>
                <a:srgbClr val="04628C"/>
              </a:buClr>
              <a:buFont typeface="Arial" pitchFamily="34" charset="0"/>
              <a:buChar char="-"/>
              <a:defRPr sz="2000"/>
            </a:lvl3pPr>
            <a:lvl4pPr>
              <a:buClr>
                <a:srgbClr val="04628C"/>
              </a:buClr>
              <a:buFont typeface="Arial" pitchFamily="34" charset="0"/>
              <a:buChar char="-"/>
              <a:defRPr sz="18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4" name="Content Placeholder 3"/>
          <p:cNvSpPr>
            <a:spLocks noGrp="1"/>
          </p:cNvSpPr>
          <p:nvPr>
            <p:ph sz="half" idx="2"/>
          </p:nvPr>
        </p:nvSpPr>
        <p:spPr>
          <a:xfrm>
            <a:off x="4754563" y="1192213"/>
            <a:ext cx="4083050" cy="5197475"/>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200">
                <a:latin typeface="+mn-lt"/>
              </a:defRPr>
            </a:lvl2pPr>
            <a:lvl3pPr>
              <a:buClr>
                <a:srgbClr val="04628C"/>
              </a:buClr>
              <a:buFont typeface="Arial" pitchFamily="34" charset="0"/>
              <a:buChar char="-"/>
              <a:defRPr sz="2000">
                <a:latin typeface="+mn-lt"/>
              </a:defRPr>
            </a:lvl3pPr>
            <a:lvl4pPr>
              <a:buClr>
                <a:srgbClr val="04628C"/>
              </a:buClr>
              <a:buFont typeface="Arial" pitchFamily="34" charset="0"/>
              <a:buChar char="-"/>
              <a:defRPr sz="18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3737318752"/>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dirty="0"/>
              <a:t>Click to edit Master title style</a:t>
            </a:r>
          </a:p>
        </p:txBody>
      </p:sp>
    </p:spTree>
    <p:extLst>
      <p:ext uri="{BB962C8B-B14F-4D97-AF65-F5344CB8AC3E}">
        <p14:creationId xmlns:p14="http://schemas.microsoft.com/office/powerpoint/2010/main" val="3236944205"/>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dirty="0"/>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749262457"/>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326763508"/>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dirty="0"/>
              <a:t>Click to edit Master title style</a:t>
            </a:r>
          </a:p>
        </p:txBody>
      </p:sp>
      <p:sp>
        <p:nvSpPr>
          <p:cNvPr id="3" name="Content Placeholder 2"/>
          <p:cNvSpPr>
            <a:spLocks noGrp="1"/>
          </p:cNvSpPr>
          <p:nvPr>
            <p:ph idx="1"/>
          </p:nvPr>
        </p:nvSpPr>
        <p:spPr>
          <a:xfrm>
            <a:off x="3575050" y="273050"/>
            <a:ext cx="5111750" cy="5853113"/>
          </a:xfrm>
        </p:spPr>
        <p:txBody>
          <a:bodyPr/>
          <a:lstStyle>
            <a:lvl1pPr>
              <a:buSzPct val="90000"/>
              <a:buFont typeface="Arial" pitchFamily="34" charset="0"/>
              <a:buChar char="•"/>
              <a:defRPr sz="2400">
                <a:latin typeface="Calibri" pitchFamily="34" charset="0"/>
                <a:cs typeface="Calibri" pitchFamily="34" charset="0"/>
              </a:defRPr>
            </a:lvl1pPr>
            <a:lvl2pPr>
              <a:buClr>
                <a:srgbClr val="04628C"/>
              </a:buClr>
              <a:buFont typeface="Arial" pitchFamily="34" charset="0"/>
              <a:buChar char="-"/>
              <a:defRPr sz="2400">
                <a:latin typeface="Calibri" pitchFamily="34" charset="0"/>
                <a:cs typeface="Calibri" pitchFamily="34" charset="0"/>
              </a:defRPr>
            </a:lvl2pPr>
            <a:lvl3pPr>
              <a:buClr>
                <a:srgbClr val="04628C"/>
              </a:buClr>
              <a:buFont typeface="Arial" pitchFamily="34" charset="0"/>
              <a:buChar char="-"/>
              <a:defRPr sz="2200">
                <a:latin typeface="Calibri" pitchFamily="34" charset="0"/>
                <a:cs typeface="Calibri" pitchFamily="34" charset="0"/>
              </a:defRPr>
            </a:lvl3pPr>
            <a:lvl4pPr>
              <a:buClr>
                <a:srgbClr val="04628C"/>
              </a:buClr>
              <a:buFont typeface="Arial" pitchFamily="34" charset="0"/>
              <a:buChar char="-"/>
              <a:defRPr sz="1800">
                <a:latin typeface="Calibri" pitchFamily="34" charset="0"/>
                <a:cs typeface="Calibri" pitchFamily="34" charset="0"/>
              </a:defRPr>
            </a:lvl4pPr>
            <a:lvl5pPr>
              <a:buClr>
                <a:srgbClr val="04628C"/>
              </a:buClr>
              <a:buFont typeface="Arial" pitchFamily="34" charset="0"/>
              <a:buChar char="-"/>
              <a:defRPr sz="1800">
                <a:latin typeface="Calibri" pitchFamily="34" charset="0"/>
                <a:cs typeface="Calibri" pitchFamily="34"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Tree>
    <p:extLst>
      <p:ext uri="{BB962C8B-B14F-4D97-AF65-F5344CB8AC3E}">
        <p14:creationId xmlns:p14="http://schemas.microsoft.com/office/powerpoint/2010/main" val="3957957603"/>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dirty="0"/>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Tree>
    <p:extLst>
      <p:ext uri="{BB962C8B-B14F-4D97-AF65-F5344CB8AC3E}">
        <p14:creationId xmlns:p14="http://schemas.microsoft.com/office/powerpoint/2010/main" val="616554652"/>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dirty="0"/>
              <a:t>Click to edit Master title style</a:t>
            </a:r>
          </a:p>
        </p:txBody>
      </p:sp>
      <p:sp>
        <p:nvSpPr>
          <p:cNvPr id="3" name="Vertical Text Placeholder 2"/>
          <p:cNvSpPr>
            <a:spLocks noGrp="1"/>
          </p:cNvSpPr>
          <p:nvPr>
            <p:ph type="body" orient="vert" idx="1"/>
          </p:nvPr>
        </p:nvSpPr>
        <p:spPr/>
        <p:txBody>
          <a:bodyPr vert="eaVert"/>
          <a:lstStyle>
            <a:lvl1pPr>
              <a:buSzPct val="90000"/>
              <a:buFont typeface="Arial" pitchFamily="34" charset="0"/>
              <a:buChar char="•"/>
              <a:defRPr/>
            </a:lvl1pPr>
            <a:lvl2pPr>
              <a:buFont typeface="Arial" pitchFamily="34" charset="0"/>
              <a:buChar char="-"/>
              <a:defRPr/>
            </a:lvl2pPr>
            <a:lvl3pPr>
              <a:buFont typeface="Arial" pitchFamily="34" charset="0"/>
              <a:buChar char="-"/>
              <a:defRPr/>
            </a:lvl3pPr>
            <a:lvl4pPr>
              <a:buFont typeface="Arial" pitchFamily="34" charset="0"/>
              <a:buChar char="-"/>
              <a:defRPr/>
            </a:lvl4pPr>
            <a:lvl5pPr>
              <a:buFont typeface="Arial" pitchFamily="34"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2331663414"/>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53225" y="120650"/>
            <a:ext cx="2084388" cy="6269038"/>
          </a:xfrm>
        </p:spPr>
        <p:txBody>
          <a:bodyPr vert="eaVert"/>
          <a:lstStyle>
            <a:lvl1pPr>
              <a:defRPr sz="3400"/>
            </a:lvl1pPr>
          </a:lstStyle>
          <a:p>
            <a:r>
              <a:rPr lang="en-US" dirty="0"/>
              <a:t>Click to edit Master title style</a:t>
            </a:r>
          </a:p>
        </p:txBody>
      </p:sp>
      <p:sp>
        <p:nvSpPr>
          <p:cNvPr id="3" name="Vertical Text Placeholder 2"/>
          <p:cNvSpPr>
            <a:spLocks noGrp="1"/>
          </p:cNvSpPr>
          <p:nvPr>
            <p:ph type="body" orient="vert" idx="1"/>
          </p:nvPr>
        </p:nvSpPr>
        <p:spPr>
          <a:xfrm>
            <a:off x="495300" y="120650"/>
            <a:ext cx="6105525" cy="6269038"/>
          </a:xfrm>
        </p:spPr>
        <p:txBody>
          <a:bodyPr vert="eaVert"/>
          <a:lstStyle>
            <a:lvl1pPr>
              <a:buSzPct val="90000"/>
              <a:buFont typeface="Arial" pitchFamily="34" charset="0"/>
              <a:buChar char="•"/>
              <a:defRPr/>
            </a:lvl1pPr>
            <a:lvl2pPr>
              <a:buFont typeface="Arial" pitchFamily="34" charset="0"/>
              <a:buChar char="-"/>
              <a:defRPr/>
            </a:lvl2pPr>
            <a:lvl3pPr>
              <a:buFont typeface="Arial" pitchFamily="34" charset="0"/>
              <a:buChar char="-"/>
              <a:defRPr/>
            </a:lvl3pPr>
            <a:lvl4pPr>
              <a:buFont typeface="Arial" pitchFamily="34" charset="0"/>
              <a:buChar char="-"/>
              <a:defRPr/>
            </a:lvl4pPr>
            <a:lvl5pPr>
              <a:buFont typeface="Arial" pitchFamily="34"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626591879"/>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95300" y="120650"/>
            <a:ext cx="8318500" cy="742950"/>
          </a:xfrm>
        </p:spPr>
        <p:txBody>
          <a:bodyPr/>
          <a:lstStyle>
            <a:lvl1pPr>
              <a:defRPr sz="3400"/>
            </a:lvl1pPr>
          </a:lstStyle>
          <a:p>
            <a:r>
              <a:rPr lang="en-US" dirty="0"/>
              <a:t>Click to edit Master title style</a:t>
            </a:r>
          </a:p>
        </p:txBody>
      </p:sp>
      <p:sp>
        <p:nvSpPr>
          <p:cNvPr id="3" name="Table Placeholder 2"/>
          <p:cNvSpPr>
            <a:spLocks noGrp="1"/>
          </p:cNvSpPr>
          <p:nvPr>
            <p:ph type="tbl" idx="1"/>
          </p:nvPr>
        </p:nvSpPr>
        <p:spPr>
          <a:xfrm>
            <a:off x="519113" y="1192213"/>
            <a:ext cx="8318500" cy="5197475"/>
          </a:xfrm>
        </p:spPr>
        <p:txBody>
          <a:bodyPr/>
          <a:lstStyle>
            <a:lvl1pPr>
              <a:buSzPct val="90000"/>
              <a:buFont typeface="Arial" pitchFamily="34" charset="0"/>
              <a:buChar char="•"/>
              <a:defRPr/>
            </a:lvl1pPr>
          </a:lstStyle>
          <a:p>
            <a:pPr lvl="0"/>
            <a:endParaRPr lang="en-US" noProof="0" dirty="0"/>
          </a:p>
        </p:txBody>
      </p:sp>
    </p:spTree>
    <p:extLst>
      <p:ext uri="{BB962C8B-B14F-4D97-AF65-F5344CB8AC3E}">
        <p14:creationId xmlns:p14="http://schemas.microsoft.com/office/powerpoint/2010/main" val="29340603"/>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pic>
        <p:nvPicPr>
          <p:cNvPr id="4" name="Picture 159" descr="slidebkgrnd_title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1588"/>
            <a:ext cx="9144000" cy="686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4" name="Rectangle 2"/>
          <p:cNvSpPr>
            <a:spLocks noGrp="1" noChangeArrowheads="1"/>
          </p:cNvSpPr>
          <p:nvPr>
            <p:ph type="ctrTitle"/>
          </p:nvPr>
        </p:nvSpPr>
        <p:spPr>
          <a:xfrm>
            <a:off x="458788" y="4181475"/>
            <a:ext cx="8348662" cy="457200"/>
          </a:xfrm>
        </p:spPr>
        <p:txBody>
          <a:bodyPr/>
          <a:lstStyle>
            <a:lvl1pPr>
              <a:lnSpc>
                <a:spcPct val="100000"/>
              </a:lnSpc>
              <a:spcAft>
                <a:spcPct val="20000"/>
              </a:spcAft>
              <a:defRPr sz="3600" b="0">
                <a:solidFill>
                  <a:schemeClr val="bg1"/>
                </a:solidFill>
              </a:defRPr>
            </a:lvl1pPr>
          </a:lstStyle>
          <a:p>
            <a:r>
              <a:rPr lang="en-US" altLang="en-US"/>
              <a:t>Click to edit lesson title </a:t>
            </a:r>
          </a:p>
        </p:txBody>
      </p:sp>
      <p:sp>
        <p:nvSpPr>
          <p:cNvPr id="33795" name="Rectangle 3"/>
          <p:cNvSpPr>
            <a:spLocks noGrp="1" noChangeArrowheads="1"/>
          </p:cNvSpPr>
          <p:nvPr>
            <p:ph type="subTitle" idx="1"/>
          </p:nvPr>
        </p:nvSpPr>
        <p:spPr>
          <a:xfrm>
            <a:off x="455613" y="1452563"/>
            <a:ext cx="8342312" cy="228600"/>
          </a:xfrm>
          <a:ln algn="ctr"/>
        </p:spPr>
        <p:txBody>
          <a:bodyPr/>
          <a:lstStyle>
            <a:lvl1pPr marL="0" indent="0">
              <a:buClr>
                <a:srgbClr val="800000"/>
              </a:buClr>
              <a:buFont typeface="Wingdings 3" pitchFamily="18" charset="2"/>
              <a:buNone/>
              <a:defRPr sz="2500"/>
            </a:lvl1pPr>
          </a:lstStyle>
          <a:p>
            <a:r>
              <a:rPr lang="en-US" altLang="en-US"/>
              <a:t>Click to edit course title</a:t>
            </a:r>
          </a:p>
        </p:txBody>
      </p:sp>
    </p:spTree>
    <p:extLst>
      <p:ext uri="{BB962C8B-B14F-4D97-AF65-F5344CB8AC3E}">
        <p14:creationId xmlns:p14="http://schemas.microsoft.com/office/powerpoint/2010/main" val="1618963665"/>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95300" y="120650"/>
            <a:ext cx="8318500" cy="742950"/>
          </a:xfrm>
        </p:spPr>
        <p:txBody>
          <a:bodyPr/>
          <a:lstStyle/>
          <a:p>
            <a:r>
              <a:rPr lang="en-US"/>
              <a:t>Click to edit Master title style</a:t>
            </a:r>
          </a:p>
        </p:txBody>
      </p:sp>
      <p:sp>
        <p:nvSpPr>
          <p:cNvPr id="3" name="Text Placeholder 2"/>
          <p:cNvSpPr>
            <a:spLocks noGrp="1"/>
          </p:cNvSpPr>
          <p:nvPr>
            <p:ph type="body" sz="half" idx="1"/>
          </p:nvPr>
        </p:nvSpPr>
        <p:spPr>
          <a:xfrm>
            <a:off x="519113" y="1192213"/>
            <a:ext cx="4083050" cy="51974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54563" y="1192213"/>
            <a:ext cx="4083050" cy="51974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69453657"/>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grpSp>
        <p:nvGrpSpPr>
          <p:cNvPr id="1026" name="Group 110"/>
          <p:cNvGrpSpPr>
            <a:grpSpLocks/>
          </p:cNvGrpSpPr>
          <p:nvPr/>
        </p:nvGrpSpPr>
        <p:grpSpPr bwMode="auto">
          <a:xfrm>
            <a:off x="127000" y="0"/>
            <a:ext cx="8885238" cy="6858000"/>
            <a:chOff x="80" y="0"/>
            <a:chExt cx="5597" cy="4320"/>
          </a:xfrm>
        </p:grpSpPr>
        <p:sp>
          <p:nvSpPr>
            <p:cNvPr id="1131" name="Rectangle 107"/>
            <p:cNvSpPr>
              <a:spLocks noChangeArrowheads="1"/>
            </p:cNvSpPr>
            <p:nvPr userDrawn="1"/>
          </p:nvSpPr>
          <p:spPr bwMode="auto">
            <a:xfrm>
              <a:off x="80" y="80"/>
              <a:ext cx="5597" cy="4158"/>
            </a:xfrm>
            <a:prstGeom prst="rect">
              <a:avLst/>
            </a:prstGeom>
            <a:noFill/>
            <a:ln w="0" cap="rnd">
              <a:noFill/>
              <a:prstDash val="sysDot"/>
              <a:miter lim="800000"/>
              <a:headEnd/>
              <a:tailEnd/>
            </a:ln>
            <a:effectLst/>
          </p:spPr>
          <p:txBody>
            <a:bodyPr wrap="none" lIns="91418" tIns="45709" rIns="91418" bIns="45709" anchor="ctr"/>
            <a:lstStyle/>
            <a:p>
              <a:pPr eaLnBrk="0" hangingPunct="0">
                <a:defRPr/>
              </a:pPr>
              <a:endParaRPr lang="en-US" sz="1600">
                <a:solidFill>
                  <a:srgbClr val="000000"/>
                </a:solidFill>
              </a:endParaRPr>
            </a:p>
          </p:txBody>
        </p:sp>
        <p:sp>
          <p:nvSpPr>
            <p:cNvPr id="1132" name="Line 108"/>
            <p:cNvSpPr>
              <a:spLocks noChangeShapeType="1"/>
            </p:cNvSpPr>
            <p:nvPr userDrawn="1"/>
          </p:nvSpPr>
          <p:spPr bwMode="auto">
            <a:xfrm>
              <a:off x="292" y="0"/>
              <a:ext cx="0" cy="4320"/>
            </a:xfrm>
            <a:prstGeom prst="line">
              <a:avLst/>
            </a:prstGeom>
            <a:noFill/>
            <a:ln w="3175">
              <a:noFill/>
              <a:round/>
              <a:headEnd/>
              <a:tailEnd/>
            </a:ln>
            <a:effectLst/>
          </p:spPr>
          <p:txBody>
            <a:bodyPr wrap="none" lIns="0" tIns="0" rIns="0" bIns="0" anchor="ctr">
              <a:spAutoFit/>
            </a:bodyPr>
            <a:lstStyle/>
            <a:p>
              <a:pPr>
                <a:defRPr/>
              </a:pPr>
              <a:endParaRPr lang="en-US"/>
            </a:p>
          </p:txBody>
        </p:sp>
      </p:grpSp>
      <p:sp>
        <p:nvSpPr>
          <p:cNvPr id="1027" name="Rectangle 2"/>
          <p:cNvSpPr>
            <a:spLocks noGrp="1" noChangeArrowheads="1"/>
          </p:cNvSpPr>
          <p:nvPr>
            <p:ph type="title"/>
          </p:nvPr>
        </p:nvSpPr>
        <p:spPr bwMode="auto">
          <a:xfrm>
            <a:off x="495300" y="120650"/>
            <a:ext cx="8318500"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a:t>Click to edit Master title style</a:t>
            </a:r>
          </a:p>
        </p:txBody>
      </p:sp>
      <p:sp>
        <p:nvSpPr>
          <p:cNvPr id="1028" name="Rectangle 3"/>
          <p:cNvSpPr>
            <a:spLocks noGrp="1" noChangeArrowheads="1"/>
          </p:cNvSpPr>
          <p:nvPr>
            <p:ph type="body" idx="1"/>
          </p:nvPr>
        </p:nvSpPr>
        <p:spPr bwMode="auto">
          <a:xfrm>
            <a:off x="519113" y="1192213"/>
            <a:ext cx="8318500" cy="5197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a:t>Click to edit Master text styles </a:t>
            </a:r>
          </a:p>
          <a:p>
            <a:pPr lvl="1"/>
            <a:r>
              <a:rPr lang="en-US" altLang="en-US"/>
              <a:t>Second level</a:t>
            </a:r>
          </a:p>
          <a:p>
            <a:pPr lvl="2"/>
            <a:r>
              <a:rPr lang="en-US" altLang="en-US"/>
              <a:t>Third level</a:t>
            </a:r>
          </a:p>
          <a:p>
            <a:pPr lvl="3"/>
            <a:r>
              <a:rPr lang="en-US" altLang="en-US"/>
              <a:t>Fourth level</a:t>
            </a:r>
          </a:p>
        </p:txBody>
      </p:sp>
      <p:sp>
        <p:nvSpPr>
          <p:cNvPr id="1127" name="PageNumberBox"/>
          <p:cNvSpPr txBox="1">
            <a:spLocks noChangeArrowheads="1"/>
          </p:cNvSpPr>
          <p:nvPr/>
        </p:nvSpPr>
        <p:spPr bwMode="auto">
          <a:xfrm>
            <a:off x="4327525" y="6518275"/>
            <a:ext cx="519113" cy="227013"/>
          </a:xfrm>
          <a:prstGeom prst="rect">
            <a:avLst/>
          </a:prstGeom>
          <a:noFill/>
          <a:ln w="6350" algn="ctr">
            <a:noFill/>
            <a:miter lim="800000"/>
            <a:headEnd/>
            <a:tailEnd/>
          </a:ln>
          <a:effectLst/>
        </p:spPr>
        <p:txBody>
          <a:bodyPr lIns="0" tIns="0" rIns="0" bIns="0"/>
          <a:lstStyle/>
          <a:p>
            <a:pPr eaLnBrk="0" hangingPunct="0">
              <a:lnSpc>
                <a:spcPts val="1800"/>
              </a:lnSpc>
              <a:spcBef>
                <a:spcPts val="600"/>
              </a:spcBef>
              <a:buFont typeface="Wingdings" pitchFamily="2" charset="2"/>
              <a:buNone/>
              <a:defRPr/>
            </a:pPr>
            <a:fld id="{AB0FE6BD-69A5-4C4D-AD8B-E4905040D63D}" type="slidenum">
              <a:rPr lang="en-US" sz="1200">
                <a:solidFill>
                  <a:srgbClr val="B2B2B2"/>
                </a:solidFill>
                <a:latin typeface="Calibri" pitchFamily="34" charset="0"/>
                <a:cs typeface="Calibri" pitchFamily="34" charset="0"/>
              </a:rPr>
              <a:pPr eaLnBrk="0" hangingPunct="0">
                <a:lnSpc>
                  <a:spcPts val="1800"/>
                </a:lnSpc>
                <a:spcBef>
                  <a:spcPts val="600"/>
                </a:spcBef>
                <a:buFont typeface="Wingdings" pitchFamily="2" charset="2"/>
                <a:buNone/>
                <a:defRPr/>
              </a:pPr>
              <a:t>‹#›</a:t>
            </a:fld>
            <a:r>
              <a:rPr lang="en-US" sz="1800" i="1" dirty="0">
                <a:solidFill>
                  <a:srgbClr val="B2B2B2"/>
                </a:solidFill>
                <a:cs typeface="Times New Roman" pitchFamily="18" charset="0"/>
              </a:rPr>
              <a:t> </a:t>
            </a:r>
          </a:p>
        </p:txBody>
      </p:sp>
      <p:pic>
        <p:nvPicPr>
          <p:cNvPr id="1030" name="Picture 127"/>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a:fillRect/>
          </a:stretch>
        </p:blipFill>
        <p:spPr bwMode="auto">
          <a:xfrm>
            <a:off x="0" y="0"/>
            <a:ext cx="10795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1" name="Picture 11" descr="guidewire.png"/>
          <p:cNvPicPr>
            <a:picLocks noChangeAspect="1"/>
          </p:cNvPicPr>
          <p:nvPr userDrawn="1"/>
        </p:nvPicPr>
        <p:blipFill>
          <a:blip r:embed="rId16" cstate="print">
            <a:extLst>
              <a:ext uri="{28A0092B-C50C-407E-A947-70E740481C1C}">
                <a14:useLocalDpi xmlns:a14="http://schemas.microsoft.com/office/drawing/2010/main" val="0"/>
              </a:ext>
            </a:extLst>
          </a:blip>
          <a:srcRect/>
          <a:stretch>
            <a:fillRect/>
          </a:stretch>
        </p:blipFill>
        <p:spPr bwMode="auto">
          <a:xfrm>
            <a:off x="7412038" y="6543675"/>
            <a:ext cx="1608137"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Box 12"/>
          <p:cNvSpPr txBox="1"/>
          <p:nvPr userDrawn="1"/>
        </p:nvSpPr>
        <p:spPr>
          <a:xfrm>
            <a:off x="560388" y="6570663"/>
            <a:ext cx="2647950" cy="93662"/>
          </a:xfrm>
          <a:prstGeom prst="rect">
            <a:avLst/>
          </a:prstGeom>
          <a:noFill/>
        </p:spPr>
        <p:txBody>
          <a:bodyPr wrap="none" lIns="0" tIns="0" rIns="0" bIns="0">
            <a:spAutoFit/>
          </a:bodyPr>
          <a:lstStyle/>
          <a:p>
            <a:pPr algn="r">
              <a:spcBef>
                <a:spcPts val="600"/>
              </a:spcBef>
              <a:buClr>
                <a:schemeClr val="tx2"/>
              </a:buClr>
              <a:buFont typeface="Arial" charset="0"/>
              <a:buNone/>
              <a:defRPr/>
            </a:pPr>
            <a:r>
              <a:rPr lang="en-US" sz="600" dirty="0">
                <a:solidFill>
                  <a:srgbClr val="B2B2B2"/>
                </a:solidFill>
                <a:latin typeface="+mn-lt"/>
              </a:rPr>
              <a:t>© Guidewire Software, Inc. All rights reserved. Do not distribute without permission.</a:t>
            </a:r>
          </a:p>
        </p:txBody>
      </p:sp>
    </p:spTree>
  </p:cSld>
  <p:clrMap bg1="dk2" tx1="lt1" bg2="dk1" tx2="lt2" accent1="accent1" accent2="accent2" accent3="accent3" accent4="accent4" accent5="accent5" accent6="accent6" hlink="hlink" folHlink="folHlink"/>
  <p:sldLayoutIdLst>
    <p:sldLayoutId id="2147483731" r:id="rId1"/>
    <p:sldLayoutId id="2147483720" r:id="rId2"/>
    <p:sldLayoutId id="2147483721" r:id="rId3"/>
    <p:sldLayoutId id="2147483722" r:id="rId4"/>
    <p:sldLayoutId id="2147483723" r:id="rId5"/>
    <p:sldLayoutId id="2147483724" r:id="rId6"/>
    <p:sldLayoutId id="2147483725" r:id="rId7"/>
    <p:sldLayoutId id="2147483726" r:id="rId8"/>
    <p:sldLayoutId id="2147483727" r:id="rId9"/>
    <p:sldLayoutId id="2147483728" r:id="rId10"/>
    <p:sldLayoutId id="2147483729" r:id="rId11"/>
    <p:sldLayoutId id="2147483732" r:id="rId12"/>
    <p:sldLayoutId id="2147483730" r:id="rId13"/>
  </p:sldLayoutIdLst>
  <p:transition/>
  <p:txStyles>
    <p:titleStyle>
      <a:lvl1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p:titleStyle>
    <p:bodyStyle>
      <a:lvl1pPr marL="285750" indent="-285750" algn="l" rtl="0" eaLnBrk="0" fontAlgn="base" hangingPunct="0">
        <a:spcBef>
          <a:spcPct val="40000"/>
        </a:spcBef>
        <a:spcAft>
          <a:spcPct val="0"/>
        </a:spcAft>
        <a:buClr>
          <a:srgbClr val="04628C"/>
        </a:buClr>
        <a:buSzPct val="90000"/>
        <a:buFont typeface="Arial" charset="0"/>
        <a:buChar char="•"/>
        <a:defRPr sz="2400">
          <a:solidFill>
            <a:schemeClr val="bg1"/>
          </a:solidFill>
          <a:latin typeface="+mn-lt"/>
          <a:ea typeface="Calibri" pitchFamily="34" charset="0"/>
          <a:cs typeface="Calibri" pitchFamily="34" charset="0"/>
        </a:defRPr>
      </a:lvl1pPr>
      <a:lvl2pPr marL="628650" indent="-228600" algn="l" rtl="0" eaLnBrk="0" fontAlgn="base" hangingPunct="0">
        <a:spcBef>
          <a:spcPct val="20000"/>
        </a:spcBef>
        <a:spcAft>
          <a:spcPct val="0"/>
        </a:spcAft>
        <a:buClr>
          <a:srgbClr val="04628C"/>
        </a:buClr>
        <a:buSzPct val="90000"/>
        <a:buFont typeface="Arial" charset="0"/>
        <a:buChar char="-"/>
        <a:defRPr sz="2200">
          <a:solidFill>
            <a:schemeClr val="bg1"/>
          </a:solidFill>
          <a:latin typeface="+mn-lt"/>
          <a:ea typeface="Calibri" pitchFamily="34" charset="0"/>
          <a:cs typeface="Calibri" pitchFamily="34" charset="0"/>
        </a:defRPr>
      </a:lvl2pPr>
      <a:lvl3pPr marL="969963" indent="-227013" algn="l" rtl="0" eaLnBrk="0" fontAlgn="base" hangingPunct="0">
        <a:spcBef>
          <a:spcPct val="20000"/>
        </a:spcBef>
        <a:spcAft>
          <a:spcPct val="0"/>
        </a:spcAft>
        <a:buClr>
          <a:srgbClr val="04628C"/>
        </a:buClr>
        <a:buSzPct val="85000"/>
        <a:buFont typeface="Arial" charset="0"/>
        <a:buChar char="-"/>
        <a:defRPr sz="2000">
          <a:solidFill>
            <a:schemeClr val="bg1"/>
          </a:solidFill>
          <a:latin typeface="+mn-lt"/>
          <a:ea typeface="Calibri" pitchFamily="34" charset="0"/>
          <a:cs typeface="Calibri" pitchFamily="34" charset="0"/>
        </a:defRPr>
      </a:lvl3pPr>
      <a:lvl4pPr marL="1376363" indent="-292100" algn="l" rtl="0" eaLnBrk="0" fontAlgn="base" hangingPunct="0">
        <a:spcBef>
          <a:spcPct val="20000"/>
        </a:spcBef>
        <a:spcAft>
          <a:spcPct val="0"/>
        </a:spcAft>
        <a:buClr>
          <a:srgbClr val="04628C"/>
        </a:buClr>
        <a:buSzPct val="85000"/>
        <a:buFont typeface="Arial" charset="0"/>
        <a:buChar char="-"/>
        <a:defRPr>
          <a:solidFill>
            <a:schemeClr val="bg1"/>
          </a:solidFill>
          <a:latin typeface="+mn-lt"/>
          <a:ea typeface="Calibri" pitchFamily="34" charset="0"/>
          <a:cs typeface="Calibri" pitchFamily="34" charset="0"/>
        </a:defRPr>
      </a:lvl4pPr>
      <a:lvl5pPr marL="1941513" indent="-225425" algn="l" rtl="0" eaLnBrk="0" fontAlgn="base" hangingPunct="0">
        <a:spcBef>
          <a:spcPct val="20000"/>
        </a:spcBef>
        <a:spcAft>
          <a:spcPct val="0"/>
        </a:spcAft>
        <a:buClr>
          <a:srgbClr val="0146AD"/>
        </a:buClr>
        <a:buSzPct val="120000"/>
        <a:buChar char="•"/>
        <a:defRPr sz="1400">
          <a:solidFill>
            <a:schemeClr val="bg1"/>
          </a:solidFill>
          <a:latin typeface="+mn-lt"/>
          <a:ea typeface="Calibri" pitchFamily="34" charset="0"/>
          <a:cs typeface="Calibri" pitchFamily="34" charset="0"/>
        </a:defRPr>
      </a:lvl5pPr>
      <a:lvl6pPr marL="2398713" indent="-225425" algn="l" rtl="0" eaLnBrk="0" fontAlgn="base" hangingPunct="0">
        <a:spcBef>
          <a:spcPct val="20000"/>
        </a:spcBef>
        <a:spcAft>
          <a:spcPct val="0"/>
        </a:spcAft>
        <a:buClr>
          <a:srgbClr val="0146AD"/>
        </a:buClr>
        <a:buSzPct val="120000"/>
        <a:buChar char="•"/>
        <a:defRPr sz="1400">
          <a:solidFill>
            <a:schemeClr val="bg1"/>
          </a:solidFill>
          <a:latin typeface="+mn-lt"/>
        </a:defRPr>
      </a:lvl6pPr>
      <a:lvl7pPr marL="2855913" indent="-225425" algn="l" rtl="0" eaLnBrk="0" fontAlgn="base" hangingPunct="0">
        <a:spcBef>
          <a:spcPct val="20000"/>
        </a:spcBef>
        <a:spcAft>
          <a:spcPct val="0"/>
        </a:spcAft>
        <a:buClr>
          <a:srgbClr val="0146AD"/>
        </a:buClr>
        <a:buSzPct val="120000"/>
        <a:buChar char="•"/>
        <a:defRPr sz="1400">
          <a:solidFill>
            <a:schemeClr val="bg1"/>
          </a:solidFill>
          <a:latin typeface="+mn-lt"/>
        </a:defRPr>
      </a:lvl7pPr>
      <a:lvl8pPr marL="3313113" indent="-225425" algn="l" rtl="0" eaLnBrk="0" fontAlgn="base" hangingPunct="0">
        <a:spcBef>
          <a:spcPct val="20000"/>
        </a:spcBef>
        <a:spcAft>
          <a:spcPct val="0"/>
        </a:spcAft>
        <a:buClr>
          <a:srgbClr val="0146AD"/>
        </a:buClr>
        <a:buSzPct val="120000"/>
        <a:buChar char="•"/>
        <a:defRPr sz="1400">
          <a:solidFill>
            <a:schemeClr val="bg1"/>
          </a:solidFill>
          <a:latin typeface="+mn-lt"/>
        </a:defRPr>
      </a:lvl8pPr>
      <a:lvl9pPr marL="3770313" indent="-225425" algn="l" rtl="0" eaLnBrk="0" fontAlgn="base" hangingPunct="0">
        <a:spcBef>
          <a:spcPct val="20000"/>
        </a:spcBef>
        <a:spcAft>
          <a:spcPct val="0"/>
        </a:spcAft>
        <a:buClr>
          <a:srgbClr val="0146AD"/>
        </a:buClr>
        <a:buSzPct val="120000"/>
        <a:buChar char="•"/>
        <a:defRPr sz="1400">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11.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13.wmf"/></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20.png"/></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20.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24.png"/><Relationship Id="rId4" Type="http://schemas.openxmlformats.org/officeDocument/2006/relationships/image" Target="../media/image23.png"/></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6.png"/><Relationship Id="rId4" Type="http://schemas.openxmlformats.org/officeDocument/2006/relationships/image" Target="../media/image23.png"/></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27.xml.rels><?xml version="1.0" encoding="UTF-8" standalone="yes"?>
<Relationships xmlns="http://schemas.openxmlformats.org/package/2006/relationships"><Relationship Id="rId3" Type="http://schemas.openxmlformats.org/officeDocument/2006/relationships/image" Target="../media/image30.png"/><Relationship Id="rId7" Type="http://schemas.openxmlformats.org/officeDocument/2006/relationships/image" Target="../media/image5.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13.wmf"/><Relationship Id="rId4" Type="http://schemas.openxmlformats.org/officeDocument/2006/relationships/image" Target="../media/image31.wmf"/></Relationships>
</file>

<file path=ppt/slides/_rels/slide2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34.wmf"/><Relationship Id="rId5" Type="http://schemas.openxmlformats.org/officeDocument/2006/relationships/image" Target="../media/image33.gif"/><Relationship Id="rId4" Type="http://schemas.openxmlformats.org/officeDocument/2006/relationships/image" Target="../media/image6.png"/></Relationships>
</file>

<file path=ppt/slides/_rels/slide2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9.xml"/><Relationship Id="rId1"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image" Target="../media/image36.png"/></Relationships>
</file>

<file path=ppt/slides/_rels/slide3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3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7.xml"/><Relationship Id="rId1" Type="http://schemas.openxmlformats.org/officeDocument/2006/relationships/slideLayout" Target="../slideLayouts/slideLayout4.xml"/><Relationship Id="rId4" Type="http://schemas.openxmlformats.org/officeDocument/2006/relationships/image" Target="../media/image44.png"/></Relationships>
</file>

<file path=ppt/slides/_rels/slide3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9.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7.png"/></Relationships>
</file>

<file path=ppt/slides/_rels/slide4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40.xml"/><Relationship Id="rId1" Type="http://schemas.openxmlformats.org/officeDocument/2006/relationships/slideLayout" Target="../slideLayouts/slideLayout2.xml"/><Relationship Id="rId6" Type="http://schemas.openxmlformats.org/officeDocument/2006/relationships/image" Target="../media/image49.png"/><Relationship Id="rId5" Type="http://schemas.openxmlformats.org/officeDocument/2006/relationships/image" Target="../media/image6.png"/><Relationship Id="rId4" Type="http://schemas.openxmlformats.org/officeDocument/2006/relationships/image" Target="../media/image47.png"/></Relationships>
</file>

<file path=ppt/slides/_rels/slide4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51.png"/></Relationships>
</file>

<file path=ppt/slides/_rels/slide4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52.png"/></Relationships>
</file>

<file path=ppt/slides/_rels/slide43.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47.xml"/><Relationship Id="rId1" Type="http://schemas.openxmlformats.org/officeDocument/2006/relationships/slideLayout" Target="../slideLayouts/slideLayout2.xml"/><Relationship Id="rId4" Type="http://schemas.openxmlformats.org/officeDocument/2006/relationships/image" Target="../media/image57.png"/></Relationships>
</file>

<file path=ppt/slides/_rels/slide48.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48.xml"/><Relationship Id="rId1" Type="http://schemas.openxmlformats.org/officeDocument/2006/relationships/slideLayout" Target="../slideLayouts/slideLayout2.xml"/><Relationship Id="rId5" Type="http://schemas.openxmlformats.org/officeDocument/2006/relationships/image" Target="../media/image60.png"/><Relationship Id="rId4" Type="http://schemas.openxmlformats.org/officeDocument/2006/relationships/image" Target="../media/image59.png"/></Relationships>
</file>

<file path=ppt/slides/_rels/slide49.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49.xml"/><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61.png"/></Relationships>
</file>

<file path=ppt/slides/_rels/slide50.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50.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63.png"/></Relationships>
</file>

<file path=ppt/slides/_rels/slide51.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51.xml"/><Relationship Id="rId1" Type="http://schemas.openxmlformats.org/officeDocument/2006/relationships/slideLayout" Target="../slideLayouts/slideLayout2.xml"/><Relationship Id="rId5" Type="http://schemas.openxmlformats.org/officeDocument/2006/relationships/image" Target="../media/image64.png"/><Relationship Id="rId4" Type="http://schemas.openxmlformats.org/officeDocument/2006/relationships/image" Target="../media/image10.png"/></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|EOS~001|</a:t>
            </a:r>
            <a:endParaRPr lang="en-US" sz="100" dirty="0" err="1">
              <a:solidFill>
                <a:srgbClr val="FFFFFF"/>
              </a:solidFill>
              <a:latin typeface="Arial"/>
              <a:cs typeface="Calibri" pitchFamily="34" charset="0"/>
            </a:endParaRPr>
          </a:p>
        </p:txBody>
      </p:sp>
      <p:sp>
        <p:nvSpPr>
          <p:cNvPr id="4098" name="Rectangle 2"/>
          <p:cNvSpPr>
            <a:spLocks noGrp="1" noChangeArrowheads="1"/>
          </p:cNvSpPr>
          <p:nvPr>
            <p:ph type="ctrTitle"/>
          </p:nvPr>
        </p:nvSpPr>
        <p:spPr>
          <a:xfrm>
            <a:off x="458788" y="2957513"/>
            <a:ext cx="8348662" cy="457200"/>
          </a:xfrm>
        </p:spPr>
        <p:txBody>
          <a:bodyPr/>
          <a:lstStyle/>
          <a:p>
            <a:pPr eaLnBrk="1" hangingPunct="1"/>
            <a:r>
              <a:rPr lang="en-US"/>
              <a:t>Documents</a:t>
            </a:r>
          </a:p>
        </p:txBody>
      </p:sp>
      <p:sp>
        <p:nvSpPr>
          <p:cNvPr id="4099" name="Text Placeholder 4"/>
          <p:cNvSpPr>
            <a:spLocks noGrp="1"/>
          </p:cNvSpPr>
          <p:nvPr>
            <p:ph type="body" sz="quarter" idx="10"/>
          </p:nvPr>
        </p:nvSpPr>
        <p:spPr>
          <a:xfrm>
            <a:off x="5718175" y="6167438"/>
            <a:ext cx="3089275" cy="273050"/>
          </a:xfrm>
        </p:spPr>
        <p:txBody>
          <a:bodyPr/>
          <a:lstStyle/>
          <a:p>
            <a:r>
              <a:rPr lang="en-US"/>
              <a:t>26 October </a:t>
            </a:r>
            <a:r>
              <a:rPr lang="en-US" dirty="0"/>
              <a:t>2015</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|EOS~002|</a:t>
            </a:r>
            <a:endParaRPr lang="en-US" sz="100" dirty="0" err="1">
              <a:solidFill>
                <a:srgbClr val="FFFFFF"/>
              </a:solidFill>
              <a:latin typeface="Arial"/>
              <a:cs typeface="Calibri" pitchFamily="34" charset="0"/>
            </a:endParaRPr>
          </a:p>
        </p:txBody>
      </p:sp>
      <p:sp>
        <p:nvSpPr>
          <p:cNvPr id="5122" name="Rectangle 2"/>
          <p:cNvSpPr>
            <a:spLocks noGrp="1" noChangeArrowheads="1"/>
          </p:cNvSpPr>
          <p:nvPr>
            <p:ph type="title"/>
          </p:nvPr>
        </p:nvSpPr>
        <p:spPr/>
        <p:txBody>
          <a:bodyPr/>
          <a:lstStyle/>
          <a:p>
            <a:pPr eaLnBrk="1" hangingPunct="1"/>
            <a:r>
              <a:rPr lang="en-US"/>
              <a:t>Lesson objectives</a:t>
            </a:r>
          </a:p>
        </p:txBody>
      </p:sp>
      <p:sp>
        <p:nvSpPr>
          <p:cNvPr id="5123" name="Rectangle 3"/>
          <p:cNvSpPr>
            <a:spLocks noGrp="1" noChangeArrowheads="1"/>
          </p:cNvSpPr>
          <p:nvPr>
            <p:ph idx="1"/>
          </p:nvPr>
        </p:nvSpPr>
        <p:spPr/>
        <p:txBody>
          <a:bodyPr/>
          <a:lstStyle/>
          <a:p>
            <a:pPr>
              <a:buFont typeface="Wingdings 3" pitchFamily="18" charset="2"/>
              <a:buNone/>
            </a:pPr>
            <a:r>
              <a:rPr lang="en-US" dirty="0"/>
              <a:t>By the end of this lesson, you should be able to:</a:t>
            </a:r>
          </a:p>
          <a:p>
            <a:pPr lvl="1"/>
            <a:r>
              <a:rPr lang="en-US" dirty="0"/>
              <a:t>Describe the functionality of documents</a:t>
            </a:r>
          </a:p>
          <a:p>
            <a:pPr lvl="1"/>
            <a:r>
              <a:rPr lang="en-US" dirty="0"/>
              <a:t>Create documents</a:t>
            </a:r>
          </a:p>
          <a:p>
            <a:pPr lvl="1"/>
            <a:r>
              <a:rPr lang="en-US" dirty="0"/>
              <a:t>Create emails</a:t>
            </a:r>
          </a:p>
          <a:p>
            <a:pPr lvl="1"/>
            <a:r>
              <a:rPr lang="en-US" dirty="0"/>
              <a:t>Work with documents</a:t>
            </a:r>
          </a:p>
          <a:p>
            <a:pPr lvl="1"/>
            <a:endParaRPr lang="en-US" dirty="0"/>
          </a:p>
        </p:txBody>
      </p:sp>
      <p:sp>
        <p:nvSpPr>
          <p:cNvPr id="5124" name="Rectangle 4"/>
          <p:cNvSpPr>
            <a:spLocks noChangeArrowheads="1"/>
          </p:cNvSpPr>
          <p:nvPr/>
        </p:nvSpPr>
        <p:spPr bwMode="auto">
          <a:xfrm>
            <a:off x="463550" y="5883275"/>
            <a:ext cx="7937500" cy="893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p>
            <a:pPr lvl="1" algn="l" eaLnBrk="0" hangingPunct="0">
              <a:spcBef>
                <a:spcPct val="20000"/>
              </a:spcBef>
              <a:spcAft>
                <a:spcPct val="0"/>
              </a:spcAft>
              <a:buClr>
                <a:srgbClr val="0146AD"/>
              </a:buClr>
              <a:buSzPct val="90000"/>
              <a:buFont typeface="Wingdings 2" pitchFamily="18" charset="2"/>
              <a:buNone/>
            </a:pPr>
            <a:r>
              <a:rPr lang="en-US" dirty="0">
                <a:solidFill>
                  <a:srgbClr val="AA3704"/>
                </a:solidFill>
              </a:rPr>
              <a:t>This lesson uses the notes section for additional explanation and information.</a:t>
            </a:r>
            <a:br>
              <a:rPr lang="en-US" dirty="0">
                <a:solidFill>
                  <a:srgbClr val="AA3704"/>
                </a:solidFill>
              </a:rPr>
            </a:br>
            <a:r>
              <a:rPr lang="en-US" dirty="0">
                <a:solidFill>
                  <a:srgbClr val="AA3704"/>
                </a:solidFill>
              </a:rPr>
              <a:t>To view the notes in PowerPoint, choose </a:t>
            </a:r>
            <a:r>
              <a:rPr lang="en-US" dirty="0" err="1">
                <a:solidFill>
                  <a:srgbClr val="AA3704"/>
                </a:solidFill>
              </a:rPr>
              <a:t>View</a:t>
            </a:r>
            <a:r>
              <a:rPr lang="en-US" dirty="0" err="1">
                <a:solidFill>
                  <a:srgbClr val="AA3704"/>
                </a:solidFill>
                <a:sym typeface="Wingdings" pitchFamily="2" charset="2"/>
              </a:rPr>
              <a:t>Normal</a:t>
            </a:r>
            <a:r>
              <a:rPr lang="en-US" dirty="0">
                <a:solidFill>
                  <a:srgbClr val="AA3704"/>
                </a:solidFill>
                <a:sym typeface="Wingdings" pitchFamily="2" charset="2"/>
              </a:rPr>
              <a:t> or </a:t>
            </a:r>
            <a:r>
              <a:rPr lang="en-US" dirty="0" err="1">
                <a:solidFill>
                  <a:srgbClr val="AA3704"/>
                </a:solidFill>
              </a:rPr>
              <a:t>View</a:t>
            </a:r>
            <a:r>
              <a:rPr lang="en-US" dirty="0" err="1">
                <a:solidFill>
                  <a:srgbClr val="AA3704"/>
                </a:solidFill>
                <a:sym typeface="Wingdings" pitchFamily="2" charset="2"/>
              </a:rPr>
              <a:t></a:t>
            </a:r>
            <a:r>
              <a:rPr lang="en-US" dirty="0" err="1">
                <a:solidFill>
                  <a:srgbClr val="AA3704"/>
                </a:solidFill>
              </a:rPr>
              <a:t>Notes</a:t>
            </a:r>
            <a:r>
              <a:rPr lang="en-US" dirty="0">
                <a:solidFill>
                  <a:srgbClr val="AA3704"/>
                </a:solidFill>
              </a:rPr>
              <a:t> Page.</a:t>
            </a:r>
            <a:br>
              <a:rPr lang="en-US" dirty="0">
                <a:solidFill>
                  <a:srgbClr val="AA3704"/>
                </a:solidFill>
              </a:rPr>
            </a:br>
            <a:r>
              <a:rPr lang="en-US" dirty="0">
                <a:solidFill>
                  <a:srgbClr val="AA3704"/>
                </a:solidFill>
              </a:rPr>
              <a:t>If you choose to print the notes for the lesson, be sure to select “Print hidden slides.”</a:t>
            </a:r>
          </a:p>
          <a:p>
            <a:pPr lvl="1" algn="l" eaLnBrk="0" hangingPunct="0">
              <a:spcBef>
                <a:spcPct val="20000"/>
              </a:spcBef>
              <a:spcAft>
                <a:spcPct val="0"/>
              </a:spcAft>
              <a:buClr>
                <a:srgbClr val="0146AD"/>
              </a:buClr>
              <a:buSzPct val="90000"/>
              <a:buFont typeface="Wingdings 2" pitchFamily="18" charset="2"/>
              <a:buNone/>
            </a:pPr>
            <a:endParaRPr lang="en-US" dirty="0">
              <a:solidFill>
                <a:srgbClr val="AA3704"/>
              </a:solidFill>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|EOS~003|</a:t>
            </a:r>
            <a:endParaRPr lang="en-US" sz="100" dirty="0" err="1">
              <a:solidFill>
                <a:srgbClr val="FFFFFF"/>
              </a:solidFill>
              <a:latin typeface="Arial"/>
              <a:cs typeface="Calibri" pitchFamily="34" charset="0"/>
            </a:endParaRPr>
          </a:p>
        </p:txBody>
      </p:sp>
      <p:sp>
        <p:nvSpPr>
          <p:cNvPr id="6146" name="Rectangle 2"/>
          <p:cNvSpPr>
            <a:spLocks noGrp="1" noChangeArrowheads="1"/>
          </p:cNvSpPr>
          <p:nvPr>
            <p:ph type="title"/>
          </p:nvPr>
        </p:nvSpPr>
        <p:spPr/>
        <p:txBody>
          <a:bodyPr/>
          <a:lstStyle/>
          <a:p>
            <a:pPr eaLnBrk="1" hangingPunct="1"/>
            <a:r>
              <a:rPr lang="en-US"/>
              <a:t>Lesson outline</a:t>
            </a:r>
          </a:p>
        </p:txBody>
      </p:sp>
      <p:sp>
        <p:nvSpPr>
          <p:cNvPr id="6147" name="Rectangle 3"/>
          <p:cNvSpPr>
            <a:spLocks noGrp="1" noChangeArrowheads="1"/>
          </p:cNvSpPr>
          <p:nvPr>
            <p:ph idx="1"/>
          </p:nvPr>
        </p:nvSpPr>
        <p:spPr/>
        <p:txBody>
          <a:bodyPr/>
          <a:lstStyle/>
          <a:p>
            <a:pPr>
              <a:lnSpc>
                <a:spcPct val="150000"/>
              </a:lnSpc>
              <a:buFont typeface="Arial" charset="0"/>
              <a:buChar char="•"/>
            </a:pPr>
            <a:r>
              <a:rPr lang="en-US" sz="2800"/>
              <a:t>Document basics</a:t>
            </a:r>
          </a:p>
          <a:p>
            <a:pPr>
              <a:lnSpc>
                <a:spcPct val="150000"/>
              </a:lnSpc>
              <a:buFont typeface="Arial" charset="0"/>
              <a:buChar char="•"/>
            </a:pPr>
            <a:r>
              <a:rPr lang="en-US" sz="2800">
                <a:solidFill>
                  <a:srgbClr val="C0C0C0"/>
                </a:solidFill>
              </a:rPr>
              <a:t>Creating documents</a:t>
            </a:r>
          </a:p>
          <a:p>
            <a:pPr>
              <a:lnSpc>
                <a:spcPct val="150000"/>
              </a:lnSpc>
              <a:buFont typeface="Arial" charset="0"/>
              <a:buChar char="•"/>
            </a:pPr>
            <a:r>
              <a:rPr lang="en-US" sz="2800">
                <a:solidFill>
                  <a:schemeClr val="hlink"/>
                </a:solidFill>
              </a:rPr>
              <a:t>Creating emails</a:t>
            </a:r>
            <a:endParaRPr lang="en-US" sz="2800">
              <a:solidFill>
                <a:srgbClr val="C0C0C0"/>
              </a:solidFill>
            </a:endParaRPr>
          </a:p>
          <a:p>
            <a:pPr>
              <a:lnSpc>
                <a:spcPct val="150000"/>
              </a:lnSpc>
              <a:buFont typeface="Arial" charset="0"/>
              <a:buChar char="•"/>
            </a:pPr>
            <a:r>
              <a:rPr lang="en-US" sz="2800">
                <a:solidFill>
                  <a:srgbClr val="C0C0C0"/>
                </a:solidFill>
              </a:rPr>
              <a:t>Working with documents</a:t>
            </a:r>
          </a:p>
          <a:p>
            <a:pPr>
              <a:buFont typeface="Arial" charset="0"/>
              <a:buChar char="•"/>
            </a:pPr>
            <a:endParaRPr lang="en-US" sz="2800"/>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|EOS~004|</a:t>
            </a:r>
            <a:endParaRPr lang="en-US" sz="100" dirty="0" err="1">
              <a:solidFill>
                <a:srgbClr val="FFFFFF"/>
              </a:solidFill>
              <a:latin typeface="Arial"/>
              <a:cs typeface="Calibri" pitchFamily="34" charset="0"/>
            </a:endParaRPr>
          </a:p>
        </p:txBody>
      </p:sp>
      <p:sp>
        <p:nvSpPr>
          <p:cNvPr id="7170" name="Rectangle 2"/>
          <p:cNvSpPr>
            <a:spLocks noChangeArrowheads="1"/>
          </p:cNvSpPr>
          <p:nvPr/>
        </p:nvSpPr>
        <p:spPr bwMode="auto">
          <a:xfrm>
            <a:off x="1265238" y="3006725"/>
            <a:ext cx="1758950" cy="117475"/>
          </a:xfrm>
          <a:prstGeom prst="rect">
            <a:avLst/>
          </a:prstGeom>
          <a:solidFill>
            <a:schemeClr val="bg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7171" name="Line 3"/>
          <p:cNvSpPr>
            <a:spLocks noChangeShapeType="1"/>
          </p:cNvSpPr>
          <p:nvPr/>
        </p:nvSpPr>
        <p:spPr bwMode="auto">
          <a:xfrm>
            <a:off x="3095625" y="1724025"/>
            <a:ext cx="0" cy="1019175"/>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7172" name="Line 4"/>
          <p:cNvSpPr>
            <a:spLocks noChangeShapeType="1"/>
          </p:cNvSpPr>
          <p:nvPr/>
        </p:nvSpPr>
        <p:spPr bwMode="auto">
          <a:xfrm>
            <a:off x="3095625" y="2743200"/>
            <a:ext cx="825500"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7173" name="Rectangle 5"/>
          <p:cNvSpPr>
            <a:spLocks noGrp="1" noChangeArrowheads="1"/>
          </p:cNvSpPr>
          <p:nvPr>
            <p:ph type="title"/>
          </p:nvPr>
        </p:nvSpPr>
        <p:spPr/>
        <p:txBody>
          <a:bodyPr/>
          <a:lstStyle/>
          <a:p>
            <a:pPr eaLnBrk="1" hangingPunct="1"/>
            <a:r>
              <a:rPr lang="en-US"/>
              <a:t>Documents</a:t>
            </a:r>
          </a:p>
        </p:txBody>
      </p:sp>
      <p:sp>
        <p:nvSpPr>
          <p:cNvPr id="7174" name="Rectangle 6"/>
          <p:cNvSpPr>
            <a:spLocks noGrp="1" noChangeArrowheads="1"/>
          </p:cNvSpPr>
          <p:nvPr>
            <p:ph idx="1"/>
          </p:nvPr>
        </p:nvSpPr>
        <p:spPr>
          <a:xfrm>
            <a:off x="519113" y="4070350"/>
            <a:ext cx="8318500" cy="2254250"/>
          </a:xfrm>
        </p:spPr>
        <p:txBody>
          <a:bodyPr/>
          <a:lstStyle/>
          <a:p>
            <a:pPr>
              <a:buFont typeface="Arial" charset="0"/>
              <a:buChar char="•"/>
            </a:pPr>
            <a:r>
              <a:rPr lang="en-US"/>
              <a:t>A ClaimCenter document is a document which contains information relevant to the claim</a:t>
            </a:r>
          </a:p>
          <a:p>
            <a:pPr>
              <a:buFont typeface="Arial" charset="0"/>
              <a:buChar char="•"/>
            </a:pPr>
            <a:r>
              <a:rPr lang="en-US"/>
              <a:t>Documents are either:</a:t>
            </a:r>
          </a:p>
          <a:p>
            <a:pPr lvl="1"/>
            <a:r>
              <a:rPr lang="en-US"/>
              <a:t>Physical pieces of paper (such as a photograph of damaged property), or</a:t>
            </a:r>
          </a:p>
          <a:p>
            <a:pPr lvl="1"/>
            <a:r>
              <a:rPr lang="en-US"/>
              <a:t>Electronic files (such as a PDF, Word or Email document)</a:t>
            </a:r>
          </a:p>
        </p:txBody>
      </p:sp>
      <p:sp>
        <p:nvSpPr>
          <p:cNvPr id="7175" name="Text Box 7"/>
          <p:cNvSpPr txBox="1">
            <a:spLocks noChangeArrowheads="1"/>
          </p:cNvSpPr>
          <p:nvPr/>
        </p:nvSpPr>
        <p:spPr bwMode="auto">
          <a:xfrm>
            <a:off x="5675313" y="2198688"/>
            <a:ext cx="2898775" cy="152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000" b="1" dirty="0"/>
              <a:t>We received notice of an accident involving an automobile owned or operated by you on October 04, 2012.  </a:t>
            </a:r>
          </a:p>
        </p:txBody>
      </p:sp>
      <p:grpSp>
        <p:nvGrpSpPr>
          <p:cNvPr id="7176" name="Group 8"/>
          <p:cNvGrpSpPr>
            <a:grpSpLocks/>
          </p:cNvGrpSpPr>
          <p:nvPr/>
        </p:nvGrpSpPr>
        <p:grpSpPr bwMode="auto">
          <a:xfrm>
            <a:off x="2439988" y="723900"/>
            <a:ext cx="1376362" cy="1014413"/>
            <a:chOff x="2083" y="1606"/>
            <a:chExt cx="1489" cy="1097"/>
          </a:xfrm>
        </p:grpSpPr>
        <p:sp>
          <p:nvSpPr>
            <p:cNvPr id="7214" name="Rectangle 9"/>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7215" name="Freeform 10"/>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7216" name="Freeform 11"/>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7217" name="Freeform 12"/>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7218" name="Freeform 13"/>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7219" name="Rectangle 14"/>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7220" name="Rectangle 15"/>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7221" name="AutoShape 16"/>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7222" name="Freeform 17"/>
            <p:cNvSpPr>
              <a:spLocks/>
            </p:cNvSpPr>
            <p:nvPr/>
          </p:nvSpPr>
          <p:spPr bwMode="auto">
            <a:xfrm>
              <a:off x="2219" y="2561"/>
              <a:ext cx="369" cy="104"/>
            </a:xfrm>
            <a:custGeom>
              <a:avLst/>
              <a:gdLst>
                <a:gd name="T0" fmla="*/ 0 w 992"/>
                <a:gd name="T1" fmla="*/ 0 h 280"/>
                <a:gd name="T2" fmla="*/ 51 w 992"/>
                <a:gd name="T3" fmla="*/ 12 h 280"/>
                <a:gd name="T4" fmla="*/ 48 w 992"/>
                <a:gd name="T5" fmla="*/ 14 h 280"/>
                <a:gd name="T6" fmla="*/ 1 w 992"/>
                <a:gd name="T7" fmla="*/ 3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7223" name="Freeform 18"/>
            <p:cNvSpPr>
              <a:spLocks/>
            </p:cNvSpPr>
            <p:nvPr/>
          </p:nvSpPr>
          <p:spPr bwMode="auto">
            <a:xfrm>
              <a:off x="3429" y="2008"/>
              <a:ext cx="51" cy="375"/>
            </a:xfrm>
            <a:custGeom>
              <a:avLst/>
              <a:gdLst>
                <a:gd name="T0" fmla="*/ 0 w 136"/>
                <a:gd name="T1" fmla="*/ 0 h 1008"/>
                <a:gd name="T2" fmla="*/ 4 w 136"/>
                <a:gd name="T3" fmla="*/ 52 h 1008"/>
                <a:gd name="T4" fmla="*/ 7 w 136"/>
                <a:gd name="T5" fmla="*/ 47 h 1008"/>
                <a:gd name="T6" fmla="*/ 3 w 136"/>
                <a:gd name="T7" fmla="*/ 3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7224" name="Rectangle 19"/>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7225" name="Rectangle 20"/>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7226" name="Rectangle 21"/>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7227" name="Group 22"/>
            <p:cNvGrpSpPr>
              <a:grpSpLocks/>
            </p:cNvGrpSpPr>
            <p:nvPr/>
          </p:nvGrpSpPr>
          <p:grpSpPr bwMode="auto">
            <a:xfrm>
              <a:off x="2221" y="1871"/>
              <a:ext cx="518" cy="782"/>
              <a:chOff x="2400" y="1656"/>
              <a:chExt cx="752" cy="1136"/>
            </a:xfrm>
          </p:grpSpPr>
          <p:sp>
            <p:nvSpPr>
              <p:cNvPr id="7240" name="Freeform 23"/>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a:solidFill>
                  <a:schemeClr val="bg1"/>
                </a:solidFill>
                <a:round/>
                <a:headEnd/>
                <a:tailEnd/>
              </a:ln>
            </p:spPr>
            <p:txBody>
              <a:bodyPr wrap="none" lIns="0" tIns="0" rIns="0" bIns="0" anchor="ctr">
                <a:spAutoFit/>
              </a:bodyPr>
              <a:lstStyle/>
              <a:p>
                <a:endParaRPr lang="en-US"/>
              </a:p>
            </p:txBody>
          </p:sp>
          <p:sp>
            <p:nvSpPr>
              <p:cNvPr id="7241" name="Freeform 24"/>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7242" name="Freeform 25"/>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7243" name="Freeform 26"/>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7244" name="Freeform 27"/>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lIns="0" tIns="0" rIns="0" bIns="0" anchor="ctr">
                <a:spAutoFit/>
              </a:bodyPr>
              <a:lstStyle/>
              <a:p>
                <a:endParaRPr lang="en-US"/>
              </a:p>
            </p:txBody>
          </p:sp>
          <p:sp>
            <p:nvSpPr>
              <p:cNvPr id="7245" name="Line 28"/>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7246" name="Line 29"/>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7228" name="Group 30"/>
            <p:cNvGrpSpPr>
              <a:grpSpLocks/>
            </p:cNvGrpSpPr>
            <p:nvPr/>
          </p:nvGrpSpPr>
          <p:grpSpPr bwMode="auto">
            <a:xfrm rot="-6511945">
              <a:off x="2834" y="1842"/>
              <a:ext cx="518" cy="783"/>
              <a:chOff x="2400" y="1656"/>
              <a:chExt cx="752" cy="1136"/>
            </a:xfrm>
          </p:grpSpPr>
          <p:sp>
            <p:nvSpPr>
              <p:cNvPr id="7233" name="Freeform 31"/>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a:solidFill>
                  <a:schemeClr val="bg1"/>
                </a:solidFill>
                <a:round/>
                <a:headEnd/>
                <a:tailEnd/>
              </a:ln>
            </p:spPr>
            <p:txBody>
              <a:bodyPr wrap="none" lIns="0" tIns="0" rIns="0" bIns="0" anchor="ctr">
                <a:spAutoFit/>
              </a:bodyPr>
              <a:lstStyle/>
              <a:p>
                <a:endParaRPr lang="en-US"/>
              </a:p>
            </p:txBody>
          </p:sp>
          <p:sp>
            <p:nvSpPr>
              <p:cNvPr id="7234" name="Freeform 32"/>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7235" name="Freeform 33"/>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7236" name="Freeform 34"/>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7237" name="Freeform 35"/>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7238" name="Line 36"/>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7239" name="Line 37"/>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sp>
          <p:nvSpPr>
            <p:cNvPr id="7229" name="Freeform 38"/>
            <p:cNvSpPr>
              <a:spLocks/>
            </p:cNvSpPr>
            <p:nvPr/>
          </p:nvSpPr>
          <p:spPr bwMode="auto">
            <a:xfrm>
              <a:off x="2689" y="2097"/>
              <a:ext cx="62" cy="351"/>
            </a:xfrm>
            <a:custGeom>
              <a:avLst/>
              <a:gdLst>
                <a:gd name="T0" fmla="*/ 8 w 168"/>
                <a:gd name="T1" fmla="*/ 49 h 944"/>
                <a:gd name="T2" fmla="*/ 1 w 168"/>
                <a:gd name="T3" fmla="*/ 0 h 944"/>
                <a:gd name="T4" fmla="*/ 0 w 168"/>
                <a:gd name="T5" fmla="*/ 3 h 944"/>
                <a:gd name="T6" fmla="*/ 6 w 168"/>
                <a:gd name="T7" fmla="*/ 47 h 944"/>
                <a:gd name="T8" fmla="*/ 8 w 168"/>
                <a:gd name="T9" fmla="*/ 49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7230" name="Freeform 39"/>
            <p:cNvSpPr>
              <a:spLocks/>
            </p:cNvSpPr>
            <p:nvPr/>
          </p:nvSpPr>
          <p:spPr bwMode="auto">
            <a:xfrm>
              <a:off x="2382" y="1853"/>
              <a:ext cx="354" cy="78"/>
            </a:xfrm>
            <a:custGeom>
              <a:avLst/>
              <a:gdLst>
                <a:gd name="T0" fmla="*/ 0 w 952"/>
                <a:gd name="T1" fmla="*/ 2 h 208"/>
                <a:gd name="T2" fmla="*/ 4 w 952"/>
                <a:gd name="T3" fmla="*/ 0 h 208"/>
                <a:gd name="T4" fmla="*/ 48 w 952"/>
                <a:gd name="T5" fmla="*/ 8 h 208"/>
                <a:gd name="T6" fmla="*/ 49 w 952"/>
                <a:gd name="T7" fmla="*/ 11 h 208"/>
                <a:gd name="T8" fmla="*/ 0 w 952"/>
                <a:gd name="T9" fmla="*/ 2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7231" name="Rectangle 40"/>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7232" name="Rectangle 41"/>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grpSp>
        <p:nvGrpSpPr>
          <p:cNvPr id="7177" name="Group 42"/>
          <p:cNvGrpSpPr>
            <a:grpSpLocks/>
          </p:cNvGrpSpPr>
          <p:nvPr/>
        </p:nvGrpSpPr>
        <p:grpSpPr bwMode="auto">
          <a:xfrm>
            <a:off x="2947988" y="2622550"/>
            <a:ext cx="963612" cy="785813"/>
            <a:chOff x="729" y="3059"/>
            <a:chExt cx="607" cy="495"/>
          </a:xfrm>
        </p:grpSpPr>
        <p:grpSp>
          <p:nvGrpSpPr>
            <p:cNvPr id="7200" name="Group 43"/>
            <p:cNvGrpSpPr>
              <a:grpSpLocks/>
            </p:cNvGrpSpPr>
            <p:nvPr/>
          </p:nvGrpSpPr>
          <p:grpSpPr bwMode="auto">
            <a:xfrm>
              <a:off x="836" y="3059"/>
              <a:ext cx="500" cy="495"/>
              <a:chOff x="2064" y="3278"/>
              <a:chExt cx="500" cy="495"/>
            </a:xfrm>
          </p:grpSpPr>
          <p:sp>
            <p:nvSpPr>
              <p:cNvPr id="7211" name="Rectangle 44"/>
              <p:cNvSpPr>
                <a:spLocks noChangeArrowheads="1"/>
              </p:cNvSpPr>
              <p:nvPr/>
            </p:nvSpPr>
            <p:spPr bwMode="auto">
              <a:xfrm rot="-2963728">
                <a:off x="2240" y="3267"/>
                <a:ext cx="144" cy="496"/>
              </a:xfrm>
              <a:prstGeom prst="rect">
                <a:avLst/>
              </a:prstGeom>
              <a:solidFill>
                <a:srgbClr val="FFCC00"/>
              </a:solidFill>
              <a:ln w="12700">
                <a:solidFill>
                  <a:schemeClr val="bg1"/>
                </a:solidFill>
                <a:miter lim="800000"/>
                <a:headEnd/>
                <a:tailEnd/>
              </a:ln>
            </p:spPr>
            <p:txBody>
              <a:bodyPr anchor="ctr">
                <a:spAutoFit/>
              </a:bodyPr>
              <a:lstStyle/>
              <a:p>
                <a:endParaRPr lang="en-US"/>
              </a:p>
            </p:txBody>
          </p:sp>
          <p:sp>
            <p:nvSpPr>
              <p:cNvPr id="7212" name="Rectangle 45"/>
              <p:cNvSpPr>
                <a:spLocks noChangeArrowheads="1"/>
              </p:cNvSpPr>
              <p:nvPr/>
            </p:nvSpPr>
            <p:spPr bwMode="auto">
              <a:xfrm rot="-2963728">
                <a:off x="2050" y="3313"/>
                <a:ext cx="144" cy="73"/>
              </a:xfrm>
              <a:prstGeom prst="rect">
                <a:avLst/>
              </a:prstGeom>
              <a:solidFill>
                <a:srgbClr val="FF66FF"/>
              </a:solidFill>
              <a:ln w="12700">
                <a:solidFill>
                  <a:schemeClr val="bg1"/>
                </a:solidFill>
                <a:miter lim="800000"/>
                <a:headEnd/>
                <a:tailEnd/>
              </a:ln>
            </p:spPr>
            <p:txBody>
              <a:bodyPr anchor="ctr">
                <a:spAutoFit/>
              </a:bodyPr>
              <a:lstStyle/>
              <a:p>
                <a:endParaRPr lang="en-US"/>
              </a:p>
            </p:txBody>
          </p:sp>
          <p:sp>
            <p:nvSpPr>
              <p:cNvPr id="7213" name="AutoShape 46"/>
              <p:cNvSpPr>
                <a:spLocks noChangeArrowheads="1"/>
              </p:cNvSpPr>
              <p:nvPr/>
            </p:nvSpPr>
            <p:spPr bwMode="auto">
              <a:xfrm rot="18636272" flipV="1">
                <a:off x="2456" y="3664"/>
                <a:ext cx="144" cy="73"/>
              </a:xfrm>
              <a:prstGeom prst="triangle">
                <a:avLst>
                  <a:gd name="adj" fmla="val 49995"/>
                </a:avLst>
              </a:prstGeom>
              <a:solidFill>
                <a:schemeClr val="hlink"/>
              </a:solidFill>
              <a:ln w="12700">
                <a:solidFill>
                  <a:schemeClr val="bg1"/>
                </a:solidFill>
                <a:miter lim="800000"/>
                <a:headEnd/>
                <a:tailEnd/>
              </a:ln>
            </p:spPr>
            <p:txBody>
              <a:bodyPr anchor="ctr">
                <a:spAutoFit/>
              </a:bodyPr>
              <a:lstStyle/>
              <a:p>
                <a:endParaRPr lang="en-US"/>
              </a:p>
            </p:txBody>
          </p:sp>
        </p:grpSp>
        <p:grpSp>
          <p:nvGrpSpPr>
            <p:cNvPr id="7201" name="Group 47"/>
            <p:cNvGrpSpPr>
              <a:grpSpLocks/>
            </p:cNvGrpSpPr>
            <p:nvPr/>
          </p:nvGrpSpPr>
          <p:grpSpPr bwMode="auto">
            <a:xfrm>
              <a:off x="729" y="3115"/>
              <a:ext cx="512" cy="334"/>
              <a:chOff x="4250" y="2059"/>
              <a:chExt cx="438" cy="286"/>
            </a:xfrm>
          </p:grpSpPr>
          <p:sp>
            <p:nvSpPr>
              <p:cNvPr id="7202" name="Freeform 48"/>
              <p:cNvSpPr>
                <a:spLocks/>
              </p:cNvSpPr>
              <p:nvPr/>
            </p:nvSpPr>
            <p:spPr bwMode="auto">
              <a:xfrm rot="3766183" flipH="1">
                <a:off x="4235" y="2207"/>
                <a:ext cx="153" cy="124"/>
              </a:xfrm>
              <a:custGeom>
                <a:avLst/>
                <a:gdLst>
                  <a:gd name="T0" fmla="*/ 57 w 153"/>
                  <a:gd name="T1" fmla="*/ 7 h 124"/>
                  <a:gd name="T2" fmla="*/ 57 w 153"/>
                  <a:gd name="T3" fmla="*/ 7 h 124"/>
                  <a:gd name="T4" fmla="*/ 73 w 153"/>
                  <a:gd name="T5" fmla="*/ 2 h 124"/>
                  <a:gd name="T6" fmla="*/ 88 w 153"/>
                  <a:gd name="T7" fmla="*/ 0 h 124"/>
                  <a:gd name="T8" fmla="*/ 101 w 153"/>
                  <a:gd name="T9" fmla="*/ 0 h 124"/>
                  <a:gd name="T10" fmla="*/ 115 w 153"/>
                  <a:gd name="T11" fmla="*/ 2 h 124"/>
                  <a:gd name="T12" fmla="*/ 127 w 153"/>
                  <a:gd name="T13" fmla="*/ 7 h 124"/>
                  <a:gd name="T14" fmla="*/ 137 w 153"/>
                  <a:gd name="T15" fmla="*/ 14 h 124"/>
                  <a:gd name="T16" fmla="*/ 142 w 153"/>
                  <a:gd name="T17" fmla="*/ 17 h 124"/>
                  <a:gd name="T18" fmla="*/ 146 w 153"/>
                  <a:gd name="T19" fmla="*/ 22 h 124"/>
                  <a:gd name="T20" fmla="*/ 148 w 153"/>
                  <a:gd name="T21" fmla="*/ 27 h 124"/>
                  <a:gd name="T22" fmla="*/ 151 w 153"/>
                  <a:gd name="T23" fmla="*/ 32 h 124"/>
                  <a:gd name="T24" fmla="*/ 151 w 153"/>
                  <a:gd name="T25" fmla="*/ 32 h 124"/>
                  <a:gd name="T26" fmla="*/ 152 w 153"/>
                  <a:gd name="T27" fmla="*/ 38 h 124"/>
                  <a:gd name="T28" fmla="*/ 153 w 153"/>
                  <a:gd name="T29" fmla="*/ 45 h 124"/>
                  <a:gd name="T30" fmla="*/ 153 w 153"/>
                  <a:gd name="T31" fmla="*/ 49 h 124"/>
                  <a:gd name="T32" fmla="*/ 152 w 153"/>
                  <a:gd name="T33" fmla="*/ 56 h 124"/>
                  <a:gd name="T34" fmla="*/ 148 w 153"/>
                  <a:gd name="T35" fmla="*/ 68 h 124"/>
                  <a:gd name="T36" fmla="*/ 142 w 153"/>
                  <a:gd name="T37" fmla="*/ 80 h 124"/>
                  <a:gd name="T38" fmla="*/ 133 w 153"/>
                  <a:gd name="T39" fmla="*/ 91 h 124"/>
                  <a:gd name="T40" fmla="*/ 123 w 153"/>
                  <a:gd name="T41" fmla="*/ 101 h 124"/>
                  <a:gd name="T42" fmla="*/ 110 w 153"/>
                  <a:gd name="T43" fmla="*/ 110 h 124"/>
                  <a:gd name="T44" fmla="*/ 96 w 153"/>
                  <a:gd name="T45" fmla="*/ 116 h 124"/>
                  <a:gd name="T46" fmla="*/ 96 w 153"/>
                  <a:gd name="T47" fmla="*/ 116 h 124"/>
                  <a:gd name="T48" fmla="*/ 80 w 153"/>
                  <a:gd name="T49" fmla="*/ 121 h 124"/>
                  <a:gd name="T50" fmla="*/ 65 w 153"/>
                  <a:gd name="T51" fmla="*/ 124 h 124"/>
                  <a:gd name="T52" fmla="*/ 50 w 153"/>
                  <a:gd name="T53" fmla="*/ 124 h 124"/>
                  <a:gd name="T54" fmla="*/ 38 w 153"/>
                  <a:gd name="T55" fmla="*/ 121 h 124"/>
                  <a:gd name="T56" fmla="*/ 26 w 153"/>
                  <a:gd name="T57" fmla="*/ 117 h 124"/>
                  <a:gd name="T58" fmla="*/ 16 w 153"/>
                  <a:gd name="T59" fmla="*/ 110 h 124"/>
                  <a:gd name="T60" fmla="*/ 11 w 153"/>
                  <a:gd name="T61" fmla="*/ 106 h 124"/>
                  <a:gd name="T62" fmla="*/ 7 w 153"/>
                  <a:gd name="T63" fmla="*/ 101 h 124"/>
                  <a:gd name="T64" fmla="*/ 5 w 153"/>
                  <a:gd name="T65" fmla="*/ 96 h 124"/>
                  <a:gd name="T66" fmla="*/ 2 w 153"/>
                  <a:gd name="T67" fmla="*/ 91 h 124"/>
                  <a:gd name="T68" fmla="*/ 2 w 153"/>
                  <a:gd name="T69" fmla="*/ 91 h 124"/>
                  <a:gd name="T70" fmla="*/ 1 w 153"/>
                  <a:gd name="T71" fmla="*/ 85 h 124"/>
                  <a:gd name="T72" fmla="*/ 0 w 153"/>
                  <a:gd name="T73" fmla="*/ 80 h 124"/>
                  <a:gd name="T74" fmla="*/ 0 w 153"/>
                  <a:gd name="T75" fmla="*/ 74 h 124"/>
                  <a:gd name="T76" fmla="*/ 0 w 153"/>
                  <a:gd name="T77" fmla="*/ 68 h 124"/>
                  <a:gd name="T78" fmla="*/ 3 w 153"/>
                  <a:gd name="T79" fmla="*/ 56 h 124"/>
                  <a:gd name="T80" fmla="*/ 10 w 153"/>
                  <a:gd name="T81" fmla="*/ 45 h 124"/>
                  <a:gd name="T82" fmla="*/ 18 w 153"/>
                  <a:gd name="T83" fmla="*/ 33 h 124"/>
                  <a:gd name="T84" fmla="*/ 29 w 153"/>
                  <a:gd name="T85" fmla="*/ 23 h 124"/>
                  <a:gd name="T86" fmla="*/ 42 w 153"/>
                  <a:gd name="T87" fmla="*/ 15 h 124"/>
                  <a:gd name="T88" fmla="*/ 57 w 153"/>
                  <a:gd name="T89" fmla="*/ 7 h 124"/>
                  <a:gd name="T90" fmla="*/ 57 w 153"/>
                  <a:gd name="T91" fmla="*/ 7 h 124"/>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53"/>
                  <a:gd name="T139" fmla="*/ 0 h 124"/>
                  <a:gd name="T140" fmla="*/ 153 w 153"/>
                  <a:gd name="T141" fmla="*/ 124 h 124"/>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53" h="124">
                    <a:moveTo>
                      <a:pt x="57" y="7"/>
                    </a:moveTo>
                    <a:lnTo>
                      <a:pt x="57" y="7"/>
                    </a:lnTo>
                    <a:lnTo>
                      <a:pt x="73" y="2"/>
                    </a:lnTo>
                    <a:lnTo>
                      <a:pt x="88" y="0"/>
                    </a:lnTo>
                    <a:lnTo>
                      <a:pt x="101" y="0"/>
                    </a:lnTo>
                    <a:lnTo>
                      <a:pt x="115" y="2"/>
                    </a:lnTo>
                    <a:lnTo>
                      <a:pt x="127" y="7"/>
                    </a:lnTo>
                    <a:lnTo>
                      <a:pt x="137" y="14"/>
                    </a:lnTo>
                    <a:lnTo>
                      <a:pt x="142" y="17"/>
                    </a:lnTo>
                    <a:lnTo>
                      <a:pt x="146" y="22"/>
                    </a:lnTo>
                    <a:lnTo>
                      <a:pt x="148" y="27"/>
                    </a:lnTo>
                    <a:lnTo>
                      <a:pt x="151" y="32"/>
                    </a:lnTo>
                    <a:lnTo>
                      <a:pt x="152" y="38"/>
                    </a:lnTo>
                    <a:lnTo>
                      <a:pt x="153" y="45"/>
                    </a:lnTo>
                    <a:lnTo>
                      <a:pt x="153" y="49"/>
                    </a:lnTo>
                    <a:lnTo>
                      <a:pt x="152" y="56"/>
                    </a:lnTo>
                    <a:lnTo>
                      <a:pt x="148" y="68"/>
                    </a:lnTo>
                    <a:lnTo>
                      <a:pt x="142" y="80"/>
                    </a:lnTo>
                    <a:lnTo>
                      <a:pt x="133" y="91"/>
                    </a:lnTo>
                    <a:lnTo>
                      <a:pt x="123" y="101"/>
                    </a:lnTo>
                    <a:lnTo>
                      <a:pt x="110" y="110"/>
                    </a:lnTo>
                    <a:lnTo>
                      <a:pt x="96" y="116"/>
                    </a:lnTo>
                    <a:lnTo>
                      <a:pt x="80" y="121"/>
                    </a:lnTo>
                    <a:lnTo>
                      <a:pt x="65" y="124"/>
                    </a:lnTo>
                    <a:lnTo>
                      <a:pt x="50" y="124"/>
                    </a:lnTo>
                    <a:lnTo>
                      <a:pt x="38" y="121"/>
                    </a:lnTo>
                    <a:lnTo>
                      <a:pt x="26" y="117"/>
                    </a:lnTo>
                    <a:lnTo>
                      <a:pt x="16" y="110"/>
                    </a:lnTo>
                    <a:lnTo>
                      <a:pt x="11" y="106"/>
                    </a:lnTo>
                    <a:lnTo>
                      <a:pt x="7" y="101"/>
                    </a:lnTo>
                    <a:lnTo>
                      <a:pt x="5" y="96"/>
                    </a:lnTo>
                    <a:lnTo>
                      <a:pt x="2" y="91"/>
                    </a:lnTo>
                    <a:lnTo>
                      <a:pt x="1" y="85"/>
                    </a:lnTo>
                    <a:lnTo>
                      <a:pt x="0" y="80"/>
                    </a:lnTo>
                    <a:lnTo>
                      <a:pt x="0" y="74"/>
                    </a:lnTo>
                    <a:lnTo>
                      <a:pt x="0" y="68"/>
                    </a:lnTo>
                    <a:lnTo>
                      <a:pt x="3" y="56"/>
                    </a:lnTo>
                    <a:lnTo>
                      <a:pt x="10" y="45"/>
                    </a:lnTo>
                    <a:lnTo>
                      <a:pt x="18" y="33"/>
                    </a:lnTo>
                    <a:lnTo>
                      <a:pt x="29" y="23"/>
                    </a:lnTo>
                    <a:lnTo>
                      <a:pt x="42" y="15"/>
                    </a:lnTo>
                    <a:lnTo>
                      <a:pt x="57"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03" name="Freeform 49"/>
              <p:cNvSpPr>
                <a:spLocks/>
              </p:cNvSpPr>
              <p:nvPr/>
            </p:nvSpPr>
            <p:spPr bwMode="auto">
              <a:xfrm rot="3766183" flipH="1">
                <a:off x="4245" y="2218"/>
                <a:ext cx="133" cy="102"/>
              </a:xfrm>
              <a:custGeom>
                <a:avLst/>
                <a:gdLst>
                  <a:gd name="T0" fmla="*/ 49 w 133"/>
                  <a:gd name="T1" fmla="*/ 6 h 102"/>
                  <a:gd name="T2" fmla="*/ 49 w 133"/>
                  <a:gd name="T3" fmla="*/ 6 h 102"/>
                  <a:gd name="T4" fmla="*/ 63 w 133"/>
                  <a:gd name="T5" fmla="*/ 3 h 102"/>
                  <a:gd name="T6" fmla="*/ 76 w 133"/>
                  <a:gd name="T7" fmla="*/ 0 h 102"/>
                  <a:gd name="T8" fmla="*/ 89 w 133"/>
                  <a:gd name="T9" fmla="*/ 0 h 102"/>
                  <a:gd name="T10" fmla="*/ 100 w 133"/>
                  <a:gd name="T11" fmla="*/ 3 h 102"/>
                  <a:gd name="T12" fmla="*/ 111 w 133"/>
                  <a:gd name="T13" fmla="*/ 6 h 102"/>
                  <a:gd name="T14" fmla="*/ 120 w 133"/>
                  <a:gd name="T15" fmla="*/ 11 h 102"/>
                  <a:gd name="T16" fmla="*/ 126 w 133"/>
                  <a:gd name="T17" fmla="*/ 19 h 102"/>
                  <a:gd name="T18" fmla="*/ 131 w 133"/>
                  <a:gd name="T19" fmla="*/ 27 h 102"/>
                  <a:gd name="T20" fmla="*/ 131 w 133"/>
                  <a:gd name="T21" fmla="*/ 27 h 102"/>
                  <a:gd name="T22" fmla="*/ 133 w 133"/>
                  <a:gd name="T23" fmla="*/ 36 h 102"/>
                  <a:gd name="T24" fmla="*/ 132 w 133"/>
                  <a:gd name="T25" fmla="*/ 46 h 102"/>
                  <a:gd name="T26" fmla="*/ 130 w 133"/>
                  <a:gd name="T27" fmla="*/ 56 h 102"/>
                  <a:gd name="T28" fmla="*/ 123 w 133"/>
                  <a:gd name="T29" fmla="*/ 66 h 102"/>
                  <a:gd name="T30" fmla="*/ 116 w 133"/>
                  <a:gd name="T31" fmla="*/ 74 h 102"/>
                  <a:gd name="T32" fmla="*/ 107 w 133"/>
                  <a:gd name="T33" fmla="*/ 83 h 102"/>
                  <a:gd name="T34" fmla="*/ 96 w 133"/>
                  <a:gd name="T35" fmla="*/ 90 h 102"/>
                  <a:gd name="T36" fmla="*/ 84 w 133"/>
                  <a:gd name="T37" fmla="*/ 97 h 102"/>
                  <a:gd name="T38" fmla="*/ 84 w 133"/>
                  <a:gd name="T39" fmla="*/ 97 h 102"/>
                  <a:gd name="T40" fmla="*/ 70 w 133"/>
                  <a:gd name="T41" fmla="*/ 100 h 102"/>
                  <a:gd name="T42" fmla="*/ 57 w 133"/>
                  <a:gd name="T43" fmla="*/ 102 h 102"/>
                  <a:gd name="T44" fmla="*/ 44 w 133"/>
                  <a:gd name="T45" fmla="*/ 102 h 102"/>
                  <a:gd name="T46" fmla="*/ 33 w 133"/>
                  <a:gd name="T47" fmla="*/ 100 h 102"/>
                  <a:gd name="T48" fmla="*/ 22 w 133"/>
                  <a:gd name="T49" fmla="*/ 97 h 102"/>
                  <a:gd name="T50" fmla="*/ 13 w 133"/>
                  <a:gd name="T51" fmla="*/ 90 h 102"/>
                  <a:gd name="T52" fmla="*/ 6 w 133"/>
                  <a:gd name="T53" fmla="*/ 84 h 102"/>
                  <a:gd name="T54" fmla="*/ 2 w 133"/>
                  <a:gd name="T55" fmla="*/ 76 h 102"/>
                  <a:gd name="T56" fmla="*/ 2 w 133"/>
                  <a:gd name="T57" fmla="*/ 76 h 102"/>
                  <a:gd name="T58" fmla="*/ 0 w 133"/>
                  <a:gd name="T59" fmla="*/ 66 h 102"/>
                  <a:gd name="T60" fmla="*/ 0 w 133"/>
                  <a:gd name="T61" fmla="*/ 56 h 102"/>
                  <a:gd name="T62" fmla="*/ 3 w 133"/>
                  <a:gd name="T63" fmla="*/ 46 h 102"/>
                  <a:gd name="T64" fmla="*/ 8 w 133"/>
                  <a:gd name="T65" fmla="*/ 36 h 102"/>
                  <a:gd name="T66" fmla="*/ 16 w 133"/>
                  <a:gd name="T67" fmla="*/ 27 h 102"/>
                  <a:gd name="T68" fmla="*/ 26 w 133"/>
                  <a:gd name="T69" fmla="*/ 19 h 102"/>
                  <a:gd name="T70" fmla="*/ 37 w 133"/>
                  <a:gd name="T71" fmla="*/ 11 h 102"/>
                  <a:gd name="T72" fmla="*/ 49 w 133"/>
                  <a:gd name="T73" fmla="*/ 6 h 102"/>
                  <a:gd name="T74" fmla="*/ 49 w 133"/>
                  <a:gd name="T75" fmla="*/ 6 h 102"/>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33"/>
                  <a:gd name="T115" fmla="*/ 0 h 102"/>
                  <a:gd name="T116" fmla="*/ 133 w 133"/>
                  <a:gd name="T117" fmla="*/ 102 h 102"/>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33" h="102">
                    <a:moveTo>
                      <a:pt x="49" y="6"/>
                    </a:moveTo>
                    <a:lnTo>
                      <a:pt x="49" y="6"/>
                    </a:lnTo>
                    <a:lnTo>
                      <a:pt x="63" y="3"/>
                    </a:lnTo>
                    <a:lnTo>
                      <a:pt x="76" y="0"/>
                    </a:lnTo>
                    <a:lnTo>
                      <a:pt x="89" y="0"/>
                    </a:lnTo>
                    <a:lnTo>
                      <a:pt x="100" y="3"/>
                    </a:lnTo>
                    <a:lnTo>
                      <a:pt x="111" y="6"/>
                    </a:lnTo>
                    <a:lnTo>
                      <a:pt x="120" y="11"/>
                    </a:lnTo>
                    <a:lnTo>
                      <a:pt x="126" y="19"/>
                    </a:lnTo>
                    <a:lnTo>
                      <a:pt x="131" y="27"/>
                    </a:lnTo>
                    <a:lnTo>
                      <a:pt x="133" y="36"/>
                    </a:lnTo>
                    <a:lnTo>
                      <a:pt x="132" y="46"/>
                    </a:lnTo>
                    <a:lnTo>
                      <a:pt x="130" y="56"/>
                    </a:lnTo>
                    <a:lnTo>
                      <a:pt x="123" y="66"/>
                    </a:lnTo>
                    <a:lnTo>
                      <a:pt x="116" y="74"/>
                    </a:lnTo>
                    <a:lnTo>
                      <a:pt x="107" y="83"/>
                    </a:lnTo>
                    <a:lnTo>
                      <a:pt x="96" y="90"/>
                    </a:lnTo>
                    <a:lnTo>
                      <a:pt x="84" y="97"/>
                    </a:lnTo>
                    <a:lnTo>
                      <a:pt x="70" y="100"/>
                    </a:lnTo>
                    <a:lnTo>
                      <a:pt x="57" y="102"/>
                    </a:lnTo>
                    <a:lnTo>
                      <a:pt x="44" y="102"/>
                    </a:lnTo>
                    <a:lnTo>
                      <a:pt x="33" y="100"/>
                    </a:lnTo>
                    <a:lnTo>
                      <a:pt x="22" y="97"/>
                    </a:lnTo>
                    <a:lnTo>
                      <a:pt x="13" y="90"/>
                    </a:lnTo>
                    <a:lnTo>
                      <a:pt x="6" y="84"/>
                    </a:lnTo>
                    <a:lnTo>
                      <a:pt x="2" y="76"/>
                    </a:lnTo>
                    <a:lnTo>
                      <a:pt x="0" y="66"/>
                    </a:lnTo>
                    <a:lnTo>
                      <a:pt x="0" y="56"/>
                    </a:lnTo>
                    <a:lnTo>
                      <a:pt x="3" y="46"/>
                    </a:lnTo>
                    <a:lnTo>
                      <a:pt x="8" y="36"/>
                    </a:lnTo>
                    <a:lnTo>
                      <a:pt x="16" y="27"/>
                    </a:lnTo>
                    <a:lnTo>
                      <a:pt x="26" y="19"/>
                    </a:lnTo>
                    <a:lnTo>
                      <a:pt x="37" y="11"/>
                    </a:lnTo>
                    <a:lnTo>
                      <a:pt x="49" y="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04" name="Freeform 50"/>
              <p:cNvSpPr>
                <a:spLocks/>
              </p:cNvSpPr>
              <p:nvPr/>
            </p:nvSpPr>
            <p:spPr bwMode="auto">
              <a:xfrm rot="3766183" flipH="1">
                <a:off x="4376" y="2101"/>
                <a:ext cx="150" cy="276"/>
              </a:xfrm>
              <a:custGeom>
                <a:avLst/>
                <a:gdLst>
                  <a:gd name="T0" fmla="*/ 2 w 150"/>
                  <a:gd name="T1" fmla="*/ 199 h 276"/>
                  <a:gd name="T2" fmla="*/ 2 w 150"/>
                  <a:gd name="T3" fmla="*/ 199 h 276"/>
                  <a:gd name="T4" fmla="*/ 7 w 150"/>
                  <a:gd name="T5" fmla="*/ 209 h 276"/>
                  <a:gd name="T6" fmla="*/ 13 w 150"/>
                  <a:gd name="T7" fmla="*/ 220 h 276"/>
                  <a:gd name="T8" fmla="*/ 21 w 150"/>
                  <a:gd name="T9" fmla="*/ 230 h 276"/>
                  <a:gd name="T10" fmla="*/ 28 w 150"/>
                  <a:gd name="T11" fmla="*/ 240 h 276"/>
                  <a:gd name="T12" fmla="*/ 46 w 150"/>
                  <a:gd name="T13" fmla="*/ 258 h 276"/>
                  <a:gd name="T14" fmla="*/ 62 w 150"/>
                  <a:gd name="T15" fmla="*/ 276 h 276"/>
                  <a:gd name="T16" fmla="*/ 62 w 150"/>
                  <a:gd name="T17" fmla="*/ 276 h 276"/>
                  <a:gd name="T18" fmla="*/ 73 w 150"/>
                  <a:gd name="T19" fmla="*/ 272 h 276"/>
                  <a:gd name="T20" fmla="*/ 86 w 150"/>
                  <a:gd name="T21" fmla="*/ 269 h 276"/>
                  <a:gd name="T22" fmla="*/ 100 w 150"/>
                  <a:gd name="T23" fmla="*/ 266 h 276"/>
                  <a:gd name="T24" fmla="*/ 115 w 150"/>
                  <a:gd name="T25" fmla="*/ 262 h 276"/>
                  <a:gd name="T26" fmla="*/ 122 w 150"/>
                  <a:gd name="T27" fmla="*/ 260 h 276"/>
                  <a:gd name="T28" fmla="*/ 129 w 150"/>
                  <a:gd name="T29" fmla="*/ 258 h 276"/>
                  <a:gd name="T30" fmla="*/ 135 w 150"/>
                  <a:gd name="T31" fmla="*/ 254 h 276"/>
                  <a:gd name="T32" fmla="*/ 140 w 150"/>
                  <a:gd name="T33" fmla="*/ 249 h 276"/>
                  <a:gd name="T34" fmla="*/ 143 w 150"/>
                  <a:gd name="T35" fmla="*/ 243 h 276"/>
                  <a:gd name="T36" fmla="*/ 147 w 150"/>
                  <a:gd name="T37" fmla="*/ 236 h 276"/>
                  <a:gd name="T38" fmla="*/ 148 w 150"/>
                  <a:gd name="T39" fmla="*/ 229 h 276"/>
                  <a:gd name="T40" fmla="*/ 150 w 150"/>
                  <a:gd name="T41" fmla="*/ 220 h 276"/>
                  <a:gd name="T42" fmla="*/ 150 w 150"/>
                  <a:gd name="T43" fmla="*/ 220 h 276"/>
                  <a:gd name="T44" fmla="*/ 145 w 150"/>
                  <a:gd name="T45" fmla="*/ 217 h 276"/>
                  <a:gd name="T46" fmla="*/ 141 w 150"/>
                  <a:gd name="T47" fmla="*/ 213 h 276"/>
                  <a:gd name="T48" fmla="*/ 138 w 150"/>
                  <a:gd name="T49" fmla="*/ 208 h 276"/>
                  <a:gd name="T50" fmla="*/ 136 w 150"/>
                  <a:gd name="T51" fmla="*/ 203 h 276"/>
                  <a:gd name="T52" fmla="*/ 133 w 150"/>
                  <a:gd name="T53" fmla="*/ 191 h 276"/>
                  <a:gd name="T54" fmla="*/ 132 w 150"/>
                  <a:gd name="T55" fmla="*/ 178 h 276"/>
                  <a:gd name="T56" fmla="*/ 133 w 150"/>
                  <a:gd name="T57" fmla="*/ 164 h 276"/>
                  <a:gd name="T58" fmla="*/ 135 w 150"/>
                  <a:gd name="T59" fmla="*/ 150 h 276"/>
                  <a:gd name="T60" fmla="*/ 138 w 150"/>
                  <a:gd name="T61" fmla="*/ 124 h 276"/>
                  <a:gd name="T62" fmla="*/ 138 w 150"/>
                  <a:gd name="T63" fmla="*/ 124 h 276"/>
                  <a:gd name="T64" fmla="*/ 143 w 150"/>
                  <a:gd name="T65" fmla="*/ 96 h 276"/>
                  <a:gd name="T66" fmla="*/ 146 w 150"/>
                  <a:gd name="T67" fmla="*/ 67 h 276"/>
                  <a:gd name="T68" fmla="*/ 147 w 150"/>
                  <a:gd name="T69" fmla="*/ 39 h 276"/>
                  <a:gd name="T70" fmla="*/ 146 w 150"/>
                  <a:gd name="T71" fmla="*/ 9 h 276"/>
                  <a:gd name="T72" fmla="*/ 121 w 150"/>
                  <a:gd name="T73" fmla="*/ 0 h 276"/>
                  <a:gd name="T74" fmla="*/ 121 w 150"/>
                  <a:gd name="T75" fmla="*/ 0 h 276"/>
                  <a:gd name="T76" fmla="*/ 101 w 150"/>
                  <a:gd name="T77" fmla="*/ 19 h 276"/>
                  <a:gd name="T78" fmla="*/ 84 w 150"/>
                  <a:gd name="T79" fmla="*/ 39 h 276"/>
                  <a:gd name="T80" fmla="*/ 68 w 150"/>
                  <a:gd name="T81" fmla="*/ 61 h 276"/>
                  <a:gd name="T82" fmla="*/ 52 w 150"/>
                  <a:gd name="T83" fmla="*/ 83 h 276"/>
                  <a:gd name="T84" fmla="*/ 52 w 150"/>
                  <a:gd name="T85" fmla="*/ 83 h 276"/>
                  <a:gd name="T86" fmla="*/ 48 w 150"/>
                  <a:gd name="T87" fmla="*/ 88 h 276"/>
                  <a:gd name="T88" fmla="*/ 43 w 150"/>
                  <a:gd name="T89" fmla="*/ 92 h 276"/>
                  <a:gd name="T90" fmla="*/ 39 w 150"/>
                  <a:gd name="T91" fmla="*/ 96 h 276"/>
                  <a:gd name="T92" fmla="*/ 36 w 150"/>
                  <a:gd name="T93" fmla="*/ 100 h 276"/>
                  <a:gd name="T94" fmla="*/ 36 w 150"/>
                  <a:gd name="T95" fmla="*/ 100 h 276"/>
                  <a:gd name="T96" fmla="*/ 36 w 150"/>
                  <a:gd name="T97" fmla="*/ 70 h 276"/>
                  <a:gd name="T98" fmla="*/ 36 w 150"/>
                  <a:gd name="T99" fmla="*/ 70 h 276"/>
                  <a:gd name="T100" fmla="*/ 27 w 150"/>
                  <a:gd name="T101" fmla="*/ 84 h 276"/>
                  <a:gd name="T102" fmla="*/ 18 w 150"/>
                  <a:gd name="T103" fmla="*/ 99 h 276"/>
                  <a:gd name="T104" fmla="*/ 11 w 150"/>
                  <a:gd name="T105" fmla="*/ 115 h 276"/>
                  <a:gd name="T106" fmla="*/ 6 w 150"/>
                  <a:gd name="T107" fmla="*/ 130 h 276"/>
                  <a:gd name="T108" fmla="*/ 1 w 150"/>
                  <a:gd name="T109" fmla="*/ 147 h 276"/>
                  <a:gd name="T110" fmla="*/ 0 w 150"/>
                  <a:gd name="T111" fmla="*/ 164 h 276"/>
                  <a:gd name="T112" fmla="*/ 0 w 150"/>
                  <a:gd name="T113" fmla="*/ 181 h 276"/>
                  <a:gd name="T114" fmla="*/ 2 w 150"/>
                  <a:gd name="T115" fmla="*/ 199 h 276"/>
                  <a:gd name="T116" fmla="*/ 2 w 150"/>
                  <a:gd name="T117" fmla="*/ 199 h 27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150"/>
                  <a:gd name="T178" fmla="*/ 0 h 276"/>
                  <a:gd name="T179" fmla="*/ 150 w 150"/>
                  <a:gd name="T180" fmla="*/ 276 h 27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150" h="276">
                    <a:moveTo>
                      <a:pt x="2" y="199"/>
                    </a:moveTo>
                    <a:lnTo>
                      <a:pt x="2" y="199"/>
                    </a:lnTo>
                    <a:lnTo>
                      <a:pt x="7" y="209"/>
                    </a:lnTo>
                    <a:lnTo>
                      <a:pt x="13" y="220"/>
                    </a:lnTo>
                    <a:lnTo>
                      <a:pt x="21" y="230"/>
                    </a:lnTo>
                    <a:lnTo>
                      <a:pt x="28" y="240"/>
                    </a:lnTo>
                    <a:lnTo>
                      <a:pt x="46" y="258"/>
                    </a:lnTo>
                    <a:lnTo>
                      <a:pt x="62" y="276"/>
                    </a:lnTo>
                    <a:lnTo>
                      <a:pt x="73" y="272"/>
                    </a:lnTo>
                    <a:lnTo>
                      <a:pt x="86" y="269"/>
                    </a:lnTo>
                    <a:lnTo>
                      <a:pt x="100" y="266"/>
                    </a:lnTo>
                    <a:lnTo>
                      <a:pt x="115" y="262"/>
                    </a:lnTo>
                    <a:lnTo>
                      <a:pt x="122" y="260"/>
                    </a:lnTo>
                    <a:lnTo>
                      <a:pt x="129" y="258"/>
                    </a:lnTo>
                    <a:lnTo>
                      <a:pt x="135" y="254"/>
                    </a:lnTo>
                    <a:lnTo>
                      <a:pt x="140" y="249"/>
                    </a:lnTo>
                    <a:lnTo>
                      <a:pt x="143" y="243"/>
                    </a:lnTo>
                    <a:lnTo>
                      <a:pt x="147" y="236"/>
                    </a:lnTo>
                    <a:lnTo>
                      <a:pt x="148" y="229"/>
                    </a:lnTo>
                    <a:lnTo>
                      <a:pt x="150" y="220"/>
                    </a:lnTo>
                    <a:lnTo>
                      <a:pt x="145" y="217"/>
                    </a:lnTo>
                    <a:lnTo>
                      <a:pt x="141" y="213"/>
                    </a:lnTo>
                    <a:lnTo>
                      <a:pt x="138" y="208"/>
                    </a:lnTo>
                    <a:lnTo>
                      <a:pt x="136" y="203"/>
                    </a:lnTo>
                    <a:lnTo>
                      <a:pt x="133" y="191"/>
                    </a:lnTo>
                    <a:lnTo>
                      <a:pt x="132" y="178"/>
                    </a:lnTo>
                    <a:lnTo>
                      <a:pt x="133" y="164"/>
                    </a:lnTo>
                    <a:lnTo>
                      <a:pt x="135" y="150"/>
                    </a:lnTo>
                    <a:lnTo>
                      <a:pt x="138" y="124"/>
                    </a:lnTo>
                    <a:lnTo>
                      <a:pt x="143" y="96"/>
                    </a:lnTo>
                    <a:lnTo>
                      <a:pt x="146" y="67"/>
                    </a:lnTo>
                    <a:lnTo>
                      <a:pt x="147" y="39"/>
                    </a:lnTo>
                    <a:lnTo>
                      <a:pt x="146" y="9"/>
                    </a:lnTo>
                    <a:lnTo>
                      <a:pt x="121" y="0"/>
                    </a:lnTo>
                    <a:lnTo>
                      <a:pt x="101" y="19"/>
                    </a:lnTo>
                    <a:lnTo>
                      <a:pt x="84" y="39"/>
                    </a:lnTo>
                    <a:lnTo>
                      <a:pt x="68" y="61"/>
                    </a:lnTo>
                    <a:lnTo>
                      <a:pt x="52" y="83"/>
                    </a:lnTo>
                    <a:lnTo>
                      <a:pt x="48" y="88"/>
                    </a:lnTo>
                    <a:lnTo>
                      <a:pt x="43" y="92"/>
                    </a:lnTo>
                    <a:lnTo>
                      <a:pt x="39" y="96"/>
                    </a:lnTo>
                    <a:lnTo>
                      <a:pt x="36" y="100"/>
                    </a:lnTo>
                    <a:lnTo>
                      <a:pt x="36" y="70"/>
                    </a:lnTo>
                    <a:lnTo>
                      <a:pt x="27" y="84"/>
                    </a:lnTo>
                    <a:lnTo>
                      <a:pt x="18" y="99"/>
                    </a:lnTo>
                    <a:lnTo>
                      <a:pt x="11" y="115"/>
                    </a:lnTo>
                    <a:lnTo>
                      <a:pt x="6" y="130"/>
                    </a:lnTo>
                    <a:lnTo>
                      <a:pt x="1" y="147"/>
                    </a:lnTo>
                    <a:lnTo>
                      <a:pt x="0" y="164"/>
                    </a:lnTo>
                    <a:lnTo>
                      <a:pt x="0" y="181"/>
                    </a:lnTo>
                    <a:lnTo>
                      <a:pt x="2" y="19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05" name="Freeform 51"/>
              <p:cNvSpPr>
                <a:spLocks/>
              </p:cNvSpPr>
              <p:nvPr/>
            </p:nvSpPr>
            <p:spPr bwMode="auto">
              <a:xfrm rot="3766183" flipH="1">
                <a:off x="4373" y="2104"/>
                <a:ext cx="145" cy="268"/>
              </a:xfrm>
              <a:custGeom>
                <a:avLst/>
                <a:gdLst>
                  <a:gd name="T0" fmla="*/ 22 w 145"/>
                  <a:gd name="T1" fmla="*/ 88 h 268"/>
                  <a:gd name="T2" fmla="*/ 11 w 145"/>
                  <a:gd name="T3" fmla="*/ 112 h 268"/>
                  <a:gd name="T4" fmla="*/ 1 w 145"/>
                  <a:gd name="T5" fmla="*/ 148 h 268"/>
                  <a:gd name="T6" fmla="*/ 0 w 145"/>
                  <a:gd name="T7" fmla="*/ 168 h 268"/>
                  <a:gd name="T8" fmla="*/ 4 w 145"/>
                  <a:gd name="T9" fmla="*/ 189 h 268"/>
                  <a:gd name="T10" fmla="*/ 14 w 145"/>
                  <a:gd name="T11" fmla="*/ 209 h 268"/>
                  <a:gd name="T12" fmla="*/ 24 w 145"/>
                  <a:gd name="T13" fmla="*/ 224 h 268"/>
                  <a:gd name="T14" fmla="*/ 63 w 145"/>
                  <a:gd name="T15" fmla="*/ 268 h 268"/>
                  <a:gd name="T16" fmla="*/ 72 w 145"/>
                  <a:gd name="T17" fmla="*/ 267 h 268"/>
                  <a:gd name="T18" fmla="*/ 88 w 145"/>
                  <a:gd name="T19" fmla="*/ 263 h 268"/>
                  <a:gd name="T20" fmla="*/ 109 w 145"/>
                  <a:gd name="T21" fmla="*/ 251 h 268"/>
                  <a:gd name="T22" fmla="*/ 132 w 145"/>
                  <a:gd name="T23" fmla="*/ 232 h 268"/>
                  <a:gd name="T24" fmla="*/ 144 w 145"/>
                  <a:gd name="T25" fmla="*/ 217 h 268"/>
                  <a:gd name="T26" fmla="*/ 145 w 145"/>
                  <a:gd name="T27" fmla="*/ 215 h 268"/>
                  <a:gd name="T28" fmla="*/ 137 w 145"/>
                  <a:gd name="T29" fmla="*/ 203 h 268"/>
                  <a:gd name="T30" fmla="*/ 127 w 145"/>
                  <a:gd name="T31" fmla="*/ 180 h 268"/>
                  <a:gd name="T32" fmla="*/ 123 w 145"/>
                  <a:gd name="T33" fmla="*/ 162 h 268"/>
                  <a:gd name="T34" fmla="*/ 123 w 145"/>
                  <a:gd name="T35" fmla="*/ 133 h 268"/>
                  <a:gd name="T36" fmla="*/ 129 w 145"/>
                  <a:gd name="T37" fmla="*/ 94 h 268"/>
                  <a:gd name="T38" fmla="*/ 135 w 145"/>
                  <a:gd name="T39" fmla="*/ 42 h 268"/>
                  <a:gd name="T40" fmla="*/ 134 w 145"/>
                  <a:gd name="T41" fmla="*/ 16 h 268"/>
                  <a:gd name="T42" fmla="*/ 134 w 145"/>
                  <a:gd name="T43" fmla="*/ 6 h 268"/>
                  <a:gd name="T44" fmla="*/ 118 w 145"/>
                  <a:gd name="T45" fmla="*/ 0 h 268"/>
                  <a:gd name="T46" fmla="*/ 95 w 145"/>
                  <a:gd name="T47" fmla="*/ 21 h 268"/>
                  <a:gd name="T48" fmla="*/ 87 w 145"/>
                  <a:gd name="T49" fmla="*/ 28 h 268"/>
                  <a:gd name="T50" fmla="*/ 49 w 145"/>
                  <a:gd name="T51" fmla="*/ 81 h 268"/>
                  <a:gd name="T52" fmla="*/ 46 w 145"/>
                  <a:gd name="T53" fmla="*/ 86 h 268"/>
                  <a:gd name="T54" fmla="*/ 33 w 145"/>
                  <a:gd name="T55" fmla="*/ 100 h 268"/>
                  <a:gd name="T56" fmla="*/ 28 w 145"/>
                  <a:gd name="T57" fmla="*/ 112 h 268"/>
                  <a:gd name="T58" fmla="*/ 26 w 145"/>
                  <a:gd name="T59" fmla="*/ 117 h 268"/>
                  <a:gd name="T60" fmla="*/ 25 w 145"/>
                  <a:gd name="T61" fmla="*/ 117 h 268"/>
                  <a:gd name="T62" fmla="*/ 24 w 145"/>
                  <a:gd name="T63" fmla="*/ 107 h 268"/>
                  <a:gd name="T64" fmla="*/ 22 w 145"/>
                  <a:gd name="T65" fmla="*/ 88 h 26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45"/>
                  <a:gd name="T100" fmla="*/ 0 h 268"/>
                  <a:gd name="T101" fmla="*/ 145 w 145"/>
                  <a:gd name="T102" fmla="*/ 268 h 26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45" h="268">
                    <a:moveTo>
                      <a:pt x="22" y="88"/>
                    </a:moveTo>
                    <a:lnTo>
                      <a:pt x="22" y="88"/>
                    </a:lnTo>
                    <a:lnTo>
                      <a:pt x="16" y="99"/>
                    </a:lnTo>
                    <a:lnTo>
                      <a:pt x="11" y="112"/>
                    </a:lnTo>
                    <a:lnTo>
                      <a:pt x="5" y="128"/>
                    </a:lnTo>
                    <a:lnTo>
                      <a:pt x="1" y="148"/>
                    </a:lnTo>
                    <a:lnTo>
                      <a:pt x="0" y="158"/>
                    </a:lnTo>
                    <a:lnTo>
                      <a:pt x="0" y="168"/>
                    </a:lnTo>
                    <a:lnTo>
                      <a:pt x="1" y="179"/>
                    </a:lnTo>
                    <a:lnTo>
                      <a:pt x="4" y="189"/>
                    </a:lnTo>
                    <a:lnTo>
                      <a:pt x="7" y="199"/>
                    </a:lnTo>
                    <a:lnTo>
                      <a:pt x="14" y="209"/>
                    </a:lnTo>
                    <a:lnTo>
                      <a:pt x="24" y="224"/>
                    </a:lnTo>
                    <a:lnTo>
                      <a:pt x="36" y="238"/>
                    </a:lnTo>
                    <a:lnTo>
                      <a:pt x="63" y="268"/>
                    </a:lnTo>
                    <a:lnTo>
                      <a:pt x="72" y="267"/>
                    </a:lnTo>
                    <a:lnTo>
                      <a:pt x="79" y="266"/>
                    </a:lnTo>
                    <a:lnTo>
                      <a:pt x="88" y="263"/>
                    </a:lnTo>
                    <a:lnTo>
                      <a:pt x="95" y="259"/>
                    </a:lnTo>
                    <a:lnTo>
                      <a:pt x="109" y="251"/>
                    </a:lnTo>
                    <a:lnTo>
                      <a:pt x="123" y="242"/>
                    </a:lnTo>
                    <a:lnTo>
                      <a:pt x="132" y="232"/>
                    </a:lnTo>
                    <a:lnTo>
                      <a:pt x="140" y="224"/>
                    </a:lnTo>
                    <a:lnTo>
                      <a:pt x="144" y="217"/>
                    </a:lnTo>
                    <a:lnTo>
                      <a:pt x="145" y="216"/>
                    </a:lnTo>
                    <a:lnTo>
                      <a:pt x="145" y="215"/>
                    </a:lnTo>
                    <a:lnTo>
                      <a:pt x="137" y="203"/>
                    </a:lnTo>
                    <a:lnTo>
                      <a:pt x="131" y="191"/>
                    </a:lnTo>
                    <a:lnTo>
                      <a:pt x="127" y="180"/>
                    </a:lnTo>
                    <a:lnTo>
                      <a:pt x="125" y="170"/>
                    </a:lnTo>
                    <a:lnTo>
                      <a:pt x="123" y="162"/>
                    </a:lnTo>
                    <a:lnTo>
                      <a:pt x="123" y="152"/>
                    </a:lnTo>
                    <a:lnTo>
                      <a:pt x="123" y="133"/>
                    </a:lnTo>
                    <a:lnTo>
                      <a:pt x="125" y="115"/>
                    </a:lnTo>
                    <a:lnTo>
                      <a:pt x="129" y="94"/>
                    </a:lnTo>
                    <a:lnTo>
                      <a:pt x="132" y="70"/>
                    </a:lnTo>
                    <a:lnTo>
                      <a:pt x="135" y="42"/>
                    </a:lnTo>
                    <a:lnTo>
                      <a:pt x="134" y="16"/>
                    </a:lnTo>
                    <a:lnTo>
                      <a:pt x="134" y="6"/>
                    </a:lnTo>
                    <a:lnTo>
                      <a:pt x="118" y="0"/>
                    </a:lnTo>
                    <a:lnTo>
                      <a:pt x="105" y="11"/>
                    </a:lnTo>
                    <a:lnTo>
                      <a:pt x="95" y="21"/>
                    </a:lnTo>
                    <a:lnTo>
                      <a:pt x="87" y="28"/>
                    </a:lnTo>
                    <a:lnTo>
                      <a:pt x="68" y="55"/>
                    </a:lnTo>
                    <a:lnTo>
                      <a:pt x="49" y="81"/>
                    </a:lnTo>
                    <a:lnTo>
                      <a:pt x="46" y="86"/>
                    </a:lnTo>
                    <a:lnTo>
                      <a:pt x="40" y="92"/>
                    </a:lnTo>
                    <a:lnTo>
                      <a:pt x="33" y="100"/>
                    </a:lnTo>
                    <a:lnTo>
                      <a:pt x="31" y="106"/>
                    </a:lnTo>
                    <a:lnTo>
                      <a:pt x="28" y="112"/>
                    </a:lnTo>
                    <a:lnTo>
                      <a:pt x="26" y="117"/>
                    </a:lnTo>
                    <a:lnTo>
                      <a:pt x="25" y="118"/>
                    </a:lnTo>
                    <a:lnTo>
                      <a:pt x="25" y="117"/>
                    </a:lnTo>
                    <a:lnTo>
                      <a:pt x="24" y="113"/>
                    </a:lnTo>
                    <a:lnTo>
                      <a:pt x="24" y="107"/>
                    </a:lnTo>
                    <a:lnTo>
                      <a:pt x="22" y="8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06" name="Freeform 52"/>
              <p:cNvSpPr>
                <a:spLocks/>
              </p:cNvSpPr>
              <p:nvPr/>
            </p:nvSpPr>
            <p:spPr bwMode="auto">
              <a:xfrm rot="3766183" flipH="1">
                <a:off x="4377" y="1953"/>
                <a:ext cx="205" cy="417"/>
              </a:xfrm>
              <a:custGeom>
                <a:avLst/>
                <a:gdLst>
                  <a:gd name="T0" fmla="*/ 26 w 205"/>
                  <a:gd name="T1" fmla="*/ 67 h 417"/>
                  <a:gd name="T2" fmla="*/ 5 w 205"/>
                  <a:gd name="T3" fmla="*/ 90 h 417"/>
                  <a:gd name="T4" fmla="*/ 5 w 205"/>
                  <a:gd name="T5" fmla="*/ 103 h 417"/>
                  <a:gd name="T6" fmla="*/ 16 w 205"/>
                  <a:gd name="T7" fmla="*/ 113 h 417"/>
                  <a:gd name="T8" fmla="*/ 5 w 205"/>
                  <a:gd name="T9" fmla="*/ 130 h 417"/>
                  <a:gd name="T10" fmla="*/ 0 w 205"/>
                  <a:gd name="T11" fmla="*/ 148 h 417"/>
                  <a:gd name="T12" fmla="*/ 6 w 205"/>
                  <a:gd name="T13" fmla="*/ 157 h 417"/>
                  <a:gd name="T14" fmla="*/ 5 w 205"/>
                  <a:gd name="T15" fmla="*/ 164 h 417"/>
                  <a:gd name="T16" fmla="*/ 3 w 205"/>
                  <a:gd name="T17" fmla="*/ 181 h 417"/>
                  <a:gd name="T18" fmla="*/ 15 w 205"/>
                  <a:gd name="T19" fmla="*/ 193 h 417"/>
                  <a:gd name="T20" fmla="*/ 34 w 205"/>
                  <a:gd name="T21" fmla="*/ 197 h 417"/>
                  <a:gd name="T22" fmla="*/ 51 w 205"/>
                  <a:gd name="T23" fmla="*/ 189 h 417"/>
                  <a:gd name="T24" fmla="*/ 60 w 205"/>
                  <a:gd name="T25" fmla="*/ 168 h 417"/>
                  <a:gd name="T26" fmla="*/ 71 w 205"/>
                  <a:gd name="T27" fmla="*/ 183 h 417"/>
                  <a:gd name="T28" fmla="*/ 55 w 205"/>
                  <a:gd name="T29" fmla="*/ 202 h 417"/>
                  <a:gd name="T30" fmla="*/ 44 w 205"/>
                  <a:gd name="T31" fmla="*/ 224 h 417"/>
                  <a:gd name="T32" fmla="*/ 18 w 205"/>
                  <a:gd name="T33" fmla="*/ 267 h 417"/>
                  <a:gd name="T34" fmla="*/ 6 w 205"/>
                  <a:gd name="T35" fmla="*/ 299 h 417"/>
                  <a:gd name="T36" fmla="*/ 8 w 205"/>
                  <a:gd name="T37" fmla="*/ 320 h 417"/>
                  <a:gd name="T38" fmla="*/ 15 w 205"/>
                  <a:gd name="T39" fmla="*/ 338 h 417"/>
                  <a:gd name="T40" fmla="*/ 20 w 205"/>
                  <a:gd name="T41" fmla="*/ 362 h 417"/>
                  <a:gd name="T42" fmla="*/ 24 w 205"/>
                  <a:gd name="T43" fmla="*/ 373 h 417"/>
                  <a:gd name="T44" fmla="*/ 20 w 205"/>
                  <a:gd name="T45" fmla="*/ 383 h 417"/>
                  <a:gd name="T46" fmla="*/ 11 w 205"/>
                  <a:gd name="T47" fmla="*/ 378 h 417"/>
                  <a:gd name="T48" fmla="*/ 20 w 205"/>
                  <a:gd name="T49" fmla="*/ 398 h 417"/>
                  <a:gd name="T50" fmla="*/ 35 w 205"/>
                  <a:gd name="T51" fmla="*/ 412 h 417"/>
                  <a:gd name="T52" fmla="*/ 60 w 205"/>
                  <a:gd name="T53" fmla="*/ 417 h 417"/>
                  <a:gd name="T54" fmla="*/ 91 w 205"/>
                  <a:gd name="T55" fmla="*/ 415 h 417"/>
                  <a:gd name="T56" fmla="*/ 108 w 205"/>
                  <a:gd name="T57" fmla="*/ 408 h 417"/>
                  <a:gd name="T58" fmla="*/ 122 w 205"/>
                  <a:gd name="T59" fmla="*/ 394 h 417"/>
                  <a:gd name="T60" fmla="*/ 129 w 205"/>
                  <a:gd name="T61" fmla="*/ 375 h 417"/>
                  <a:gd name="T62" fmla="*/ 129 w 205"/>
                  <a:gd name="T63" fmla="*/ 346 h 417"/>
                  <a:gd name="T64" fmla="*/ 133 w 205"/>
                  <a:gd name="T65" fmla="*/ 308 h 417"/>
                  <a:gd name="T66" fmla="*/ 154 w 205"/>
                  <a:gd name="T67" fmla="*/ 252 h 417"/>
                  <a:gd name="T68" fmla="*/ 188 w 205"/>
                  <a:gd name="T69" fmla="*/ 205 h 417"/>
                  <a:gd name="T70" fmla="*/ 201 w 205"/>
                  <a:gd name="T71" fmla="*/ 189 h 417"/>
                  <a:gd name="T72" fmla="*/ 205 w 205"/>
                  <a:gd name="T73" fmla="*/ 166 h 417"/>
                  <a:gd name="T74" fmla="*/ 198 w 205"/>
                  <a:gd name="T75" fmla="*/ 137 h 417"/>
                  <a:gd name="T76" fmla="*/ 171 w 205"/>
                  <a:gd name="T77" fmla="*/ 44 h 417"/>
                  <a:gd name="T78" fmla="*/ 154 w 205"/>
                  <a:gd name="T79" fmla="*/ 10 h 417"/>
                  <a:gd name="T80" fmla="*/ 141 w 205"/>
                  <a:gd name="T81" fmla="*/ 0 h 417"/>
                  <a:gd name="T82" fmla="*/ 131 w 205"/>
                  <a:gd name="T83" fmla="*/ 2 h 417"/>
                  <a:gd name="T84" fmla="*/ 122 w 205"/>
                  <a:gd name="T85" fmla="*/ 16 h 417"/>
                  <a:gd name="T86" fmla="*/ 117 w 205"/>
                  <a:gd name="T87" fmla="*/ 36 h 417"/>
                  <a:gd name="T88" fmla="*/ 118 w 205"/>
                  <a:gd name="T89" fmla="*/ 57 h 417"/>
                  <a:gd name="T90" fmla="*/ 89 w 205"/>
                  <a:gd name="T91" fmla="*/ 40 h 417"/>
                  <a:gd name="T92" fmla="*/ 61 w 205"/>
                  <a:gd name="T93" fmla="*/ 43 h 417"/>
                  <a:gd name="T94" fmla="*/ 41 w 205"/>
                  <a:gd name="T95" fmla="*/ 54 h 417"/>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5"/>
                  <a:gd name="T145" fmla="*/ 0 h 417"/>
                  <a:gd name="T146" fmla="*/ 205 w 205"/>
                  <a:gd name="T147" fmla="*/ 417 h 417"/>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5" h="417">
                    <a:moveTo>
                      <a:pt x="41" y="54"/>
                    </a:moveTo>
                    <a:lnTo>
                      <a:pt x="41" y="54"/>
                    </a:lnTo>
                    <a:lnTo>
                      <a:pt x="26" y="67"/>
                    </a:lnTo>
                    <a:lnTo>
                      <a:pt x="18" y="74"/>
                    </a:lnTo>
                    <a:lnTo>
                      <a:pt x="10" y="82"/>
                    </a:lnTo>
                    <a:lnTo>
                      <a:pt x="5" y="90"/>
                    </a:lnTo>
                    <a:lnTo>
                      <a:pt x="4" y="94"/>
                    </a:lnTo>
                    <a:lnTo>
                      <a:pt x="4" y="99"/>
                    </a:lnTo>
                    <a:lnTo>
                      <a:pt x="5" y="103"/>
                    </a:lnTo>
                    <a:lnTo>
                      <a:pt x="8" y="106"/>
                    </a:lnTo>
                    <a:lnTo>
                      <a:pt x="11" y="109"/>
                    </a:lnTo>
                    <a:lnTo>
                      <a:pt x="16" y="113"/>
                    </a:lnTo>
                    <a:lnTo>
                      <a:pt x="9" y="124"/>
                    </a:lnTo>
                    <a:lnTo>
                      <a:pt x="5" y="130"/>
                    </a:lnTo>
                    <a:lnTo>
                      <a:pt x="2" y="136"/>
                    </a:lnTo>
                    <a:lnTo>
                      <a:pt x="0" y="142"/>
                    </a:lnTo>
                    <a:lnTo>
                      <a:pt x="0" y="148"/>
                    </a:lnTo>
                    <a:lnTo>
                      <a:pt x="2" y="152"/>
                    </a:lnTo>
                    <a:lnTo>
                      <a:pt x="4" y="155"/>
                    </a:lnTo>
                    <a:lnTo>
                      <a:pt x="6" y="157"/>
                    </a:lnTo>
                    <a:lnTo>
                      <a:pt x="10" y="159"/>
                    </a:lnTo>
                    <a:lnTo>
                      <a:pt x="5" y="164"/>
                    </a:lnTo>
                    <a:lnTo>
                      <a:pt x="3" y="171"/>
                    </a:lnTo>
                    <a:lnTo>
                      <a:pt x="2" y="176"/>
                    </a:lnTo>
                    <a:lnTo>
                      <a:pt x="3" y="181"/>
                    </a:lnTo>
                    <a:lnTo>
                      <a:pt x="5" y="185"/>
                    </a:lnTo>
                    <a:lnTo>
                      <a:pt x="10" y="189"/>
                    </a:lnTo>
                    <a:lnTo>
                      <a:pt x="15" y="193"/>
                    </a:lnTo>
                    <a:lnTo>
                      <a:pt x="21" y="194"/>
                    </a:lnTo>
                    <a:lnTo>
                      <a:pt x="27" y="195"/>
                    </a:lnTo>
                    <a:lnTo>
                      <a:pt x="34" y="197"/>
                    </a:lnTo>
                    <a:lnTo>
                      <a:pt x="40" y="195"/>
                    </a:lnTo>
                    <a:lnTo>
                      <a:pt x="46" y="193"/>
                    </a:lnTo>
                    <a:lnTo>
                      <a:pt x="51" y="189"/>
                    </a:lnTo>
                    <a:lnTo>
                      <a:pt x="56" y="184"/>
                    </a:lnTo>
                    <a:lnTo>
                      <a:pt x="58" y="177"/>
                    </a:lnTo>
                    <a:lnTo>
                      <a:pt x="60" y="168"/>
                    </a:lnTo>
                    <a:lnTo>
                      <a:pt x="71" y="183"/>
                    </a:lnTo>
                    <a:lnTo>
                      <a:pt x="66" y="187"/>
                    </a:lnTo>
                    <a:lnTo>
                      <a:pt x="61" y="192"/>
                    </a:lnTo>
                    <a:lnTo>
                      <a:pt x="55" y="202"/>
                    </a:lnTo>
                    <a:lnTo>
                      <a:pt x="49" y="213"/>
                    </a:lnTo>
                    <a:lnTo>
                      <a:pt x="44" y="224"/>
                    </a:lnTo>
                    <a:lnTo>
                      <a:pt x="34" y="240"/>
                    </a:lnTo>
                    <a:lnTo>
                      <a:pt x="25" y="253"/>
                    </a:lnTo>
                    <a:lnTo>
                      <a:pt x="18" y="267"/>
                    </a:lnTo>
                    <a:lnTo>
                      <a:pt x="11" y="279"/>
                    </a:lnTo>
                    <a:lnTo>
                      <a:pt x="8" y="293"/>
                    </a:lnTo>
                    <a:lnTo>
                      <a:pt x="6" y="299"/>
                    </a:lnTo>
                    <a:lnTo>
                      <a:pt x="6" y="307"/>
                    </a:lnTo>
                    <a:lnTo>
                      <a:pt x="6" y="313"/>
                    </a:lnTo>
                    <a:lnTo>
                      <a:pt x="8" y="320"/>
                    </a:lnTo>
                    <a:lnTo>
                      <a:pt x="11" y="329"/>
                    </a:lnTo>
                    <a:lnTo>
                      <a:pt x="15" y="338"/>
                    </a:lnTo>
                    <a:lnTo>
                      <a:pt x="18" y="343"/>
                    </a:lnTo>
                    <a:lnTo>
                      <a:pt x="19" y="350"/>
                    </a:lnTo>
                    <a:lnTo>
                      <a:pt x="20" y="362"/>
                    </a:lnTo>
                    <a:lnTo>
                      <a:pt x="23" y="368"/>
                    </a:lnTo>
                    <a:lnTo>
                      <a:pt x="24" y="373"/>
                    </a:lnTo>
                    <a:lnTo>
                      <a:pt x="24" y="377"/>
                    </a:lnTo>
                    <a:lnTo>
                      <a:pt x="23" y="381"/>
                    </a:lnTo>
                    <a:lnTo>
                      <a:pt x="20" y="383"/>
                    </a:lnTo>
                    <a:lnTo>
                      <a:pt x="18" y="383"/>
                    </a:lnTo>
                    <a:lnTo>
                      <a:pt x="15" y="382"/>
                    </a:lnTo>
                    <a:lnTo>
                      <a:pt x="11" y="378"/>
                    </a:lnTo>
                    <a:lnTo>
                      <a:pt x="15" y="388"/>
                    </a:lnTo>
                    <a:lnTo>
                      <a:pt x="20" y="398"/>
                    </a:lnTo>
                    <a:lnTo>
                      <a:pt x="27" y="407"/>
                    </a:lnTo>
                    <a:lnTo>
                      <a:pt x="31" y="409"/>
                    </a:lnTo>
                    <a:lnTo>
                      <a:pt x="35" y="412"/>
                    </a:lnTo>
                    <a:lnTo>
                      <a:pt x="49" y="414"/>
                    </a:lnTo>
                    <a:lnTo>
                      <a:pt x="60" y="417"/>
                    </a:lnTo>
                    <a:lnTo>
                      <a:pt x="76" y="417"/>
                    </a:lnTo>
                    <a:lnTo>
                      <a:pt x="91" y="415"/>
                    </a:lnTo>
                    <a:lnTo>
                      <a:pt x="97" y="413"/>
                    </a:lnTo>
                    <a:lnTo>
                      <a:pt x="103" y="411"/>
                    </a:lnTo>
                    <a:lnTo>
                      <a:pt x="108" y="408"/>
                    </a:lnTo>
                    <a:lnTo>
                      <a:pt x="113" y="404"/>
                    </a:lnTo>
                    <a:lnTo>
                      <a:pt x="118" y="399"/>
                    </a:lnTo>
                    <a:lnTo>
                      <a:pt x="122" y="394"/>
                    </a:lnTo>
                    <a:lnTo>
                      <a:pt x="124" y="388"/>
                    </a:lnTo>
                    <a:lnTo>
                      <a:pt x="127" y="382"/>
                    </a:lnTo>
                    <a:lnTo>
                      <a:pt x="129" y="375"/>
                    </a:lnTo>
                    <a:lnTo>
                      <a:pt x="129" y="366"/>
                    </a:lnTo>
                    <a:lnTo>
                      <a:pt x="129" y="356"/>
                    </a:lnTo>
                    <a:lnTo>
                      <a:pt x="129" y="346"/>
                    </a:lnTo>
                    <a:lnTo>
                      <a:pt x="129" y="328"/>
                    </a:lnTo>
                    <a:lnTo>
                      <a:pt x="133" y="308"/>
                    </a:lnTo>
                    <a:lnTo>
                      <a:pt x="138" y="288"/>
                    </a:lnTo>
                    <a:lnTo>
                      <a:pt x="144" y="270"/>
                    </a:lnTo>
                    <a:lnTo>
                      <a:pt x="154" y="252"/>
                    </a:lnTo>
                    <a:lnTo>
                      <a:pt x="164" y="235"/>
                    </a:lnTo>
                    <a:lnTo>
                      <a:pt x="175" y="219"/>
                    </a:lnTo>
                    <a:lnTo>
                      <a:pt x="188" y="205"/>
                    </a:lnTo>
                    <a:lnTo>
                      <a:pt x="196" y="198"/>
                    </a:lnTo>
                    <a:lnTo>
                      <a:pt x="201" y="189"/>
                    </a:lnTo>
                    <a:lnTo>
                      <a:pt x="203" y="182"/>
                    </a:lnTo>
                    <a:lnTo>
                      <a:pt x="205" y="174"/>
                    </a:lnTo>
                    <a:lnTo>
                      <a:pt x="205" y="166"/>
                    </a:lnTo>
                    <a:lnTo>
                      <a:pt x="202" y="157"/>
                    </a:lnTo>
                    <a:lnTo>
                      <a:pt x="198" y="137"/>
                    </a:lnTo>
                    <a:lnTo>
                      <a:pt x="190" y="103"/>
                    </a:lnTo>
                    <a:lnTo>
                      <a:pt x="181" y="74"/>
                    </a:lnTo>
                    <a:lnTo>
                      <a:pt x="171" y="44"/>
                    </a:lnTo>
                    <a:lnTo>
                      <a:pt x="166" y="32"/>
                    </a:lnTo>
                    <a:lnTo>
                      <a:pt x="160" y="20"/>
                    </a:lnTo>
                    <a:lnTo>
                      <a:pt x="154" y="10"/>
                    </a:lnTo>
                    <a:lnTo>
                      <a:pt x="148" y="4"/>
                    </a:lnTo>
                    <a:lnTo>
                      <a:pt x="144" y="1"/>
                    </a:lnTo>
                    <a:lnTo>
                      <a:pt x="141" y="0"/>
                    </a:lnTo>
                    <a:lnTo>
                      <a:pt x="138" y="0"/>
                    </a:lnTo>
                    <a:lnTo>
                      <a:pt x="134" y="0"/>
                    </a:lnTo>
                    <a:lnTo>
                      <a:pt x="131" y="2"/>
                    </a:lnTo>
                    <a:lnTo>
                      <a:pt x="128" y="6"/>
                    </a:lnTo>
                    <a:lnTo>
                      <a:pt x="125" y="10"/>
                    </a:lnTo>
                    <a:lnTo>
                      <a:pt x="122" y="16"/>
                    </a:lnTo>
                    <a:lnTo>
                      <a:pt x="118" y="26"/>
                    </a:lnTo>
                    <a:lnTo>
                      <a:pt x="117" y="36"/>
                    </a:lnTo>
                    <a:lnTo>
                      <a:pt x="117" y="47"/>
                    </a:lnTo>
                    <a:lnTo>
                      <a:pt x="118" y="57"/>
                    </a:lnTo>
                    <a:lnTo>
                      <a:pt x="108" y="48"/>
                    </a:lnTo>
                    <a:lnTo>
                      <a:pt x="98" y="42"/>
                    </a:lnTo>
                    <a:lnTo>
                      <a:pt x="89" y="40"/>
                    </a:lnTo>
                    <a:lnTo>
                      <a:pt x="79" y="38"/>
                    </a:lnTo>
                    <a:lnTo>
                      <a:pt x="71" y="40"/>
                    </a:lnTo>
                    <a:lnTo>
                      <a:pt x="61" y="43"/>
                    </a:lnTo>
                    <a:lnTo>
                      <a:pt x="52" y="48"/>
                    </a:lnTo>
                    <a:lnTo>
                      <a:pt x="41" y="5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07" name="Freeform 53"/>
              <p:cNvSpPr>
                <a:spLocks/>
              </p:cNvSpPr>
              <p:nvPr/>
            </p:nvSpPr>
            <p:spPr bwMode="auto">
              <a:xfrm rot="3766183" flipH="1">
                <a:off x="4385" y="1958"/>
                <a:ext cx="190" cy="405"/>
              </a:xfrm>
              <a:custGeom>
                <a:avLst/>
                <a:gdLst>
                  <a:gd name="T0" fmla="*/ 114 w 190"/>
                  <a:gd name="T1" fmla="*/ 330 h 405"/>
                  <a:gd name="T2" fmla="*/ 121 w 190"/>
                  <a:gd name="T3" fmla="*/ 290 h 405"/>
                  <a:gd name="T4" fmla="*/ 137 w 190"/>
                  <a:gd name="T5" fmla="*/ 245 h 405"/>
                  <a:gd name="T6" fmla="*/ 149 w 190"/>
                  <a:gd name="T7" fmla="*/ 222 h 405"/>
                  <a:gd name="T8" fmla="*/ 184 w 190"/>
                  <a:gd name="T9" fmla="*/ 186 h 405"/>
                  <a:gd name="T10" fmla="*/ 190 w 190"/>
                  <a:gd name="T11" fmla="*/ 176 h 405"/>
                  <a:gd name="T12" fmla="*/ 178 w 190"/>
                  <a:gd name="T13" fmla="*/ 111 h 405"/>
                  <a:gd name="T14" fmla="*/ 158 w 190"/>
                  <a:gd name="T15" fmla="*/ 41 h 405"/>
                  <a:gd name="T16" fmla="*/ 143 w 190"/>
                  <a:gd name="T17" fmla="*/ 11 h 405"/>
                  <a:gd name="T18" fmla="*/ 133 w 190"/>
                  <a:gd name="T19" fmla="*/ 0 h 405"/>
                  <a:gd name="T20" fmla="*/ 125 w 190"/>
                  <a:gd name="T21" fmla="*/ 5 h 405"/>
                  <a:gd name="T22" fmla="*/ 116 w 190"/>
                  <a:gd name="T23" fmla="*/ 29 h 405"/>
                  <a:gd name="T24" fmla="*/ 120 w 190"/>
                  <a:gd name="T25" fmla="*/ 56 h 405"/>
                  <a:gd name="T26" fmla="*/ 125 w 190"/>
                  <a:gd name="T27" fmla="*/ 62 h 405"/>
                  <a:gd name="T28" fmla="*/ 121 w 190"/>
                  <a:gd name="T29" fmla="*/ 73 h 405"/>
                  <a:gd name="T30" fmla="*/ 88 w 190"/>
                  <a:gd name="T31" fmla="*/ 42 h 405"/>
                  <a:gd name="T32" fmla="*/ 70 w 190"/>
                  <a:gd name="T33" fmla="*/ 38 h 405"/>
                  <a:gd name="T34" fmla="*/ 55 w 190"/>
                  <a:gd name="T35" fmla="*/ 43 h 405"/>
                  <a:gd name="T36" fmla="*/ 28 w 190"/>
                  <a:gd name="T37" fmla="*/ 62 h 405"/>
                  <a:gd name="T38" fmla="*/ 11 w 190"/>
                  <a:gd name="T39" fmla="*/ 77 h 405"/>
                  <a:gd name="T40" fmla="*/ 3 w 190"/>
                  <a:gd name="T41" fmla="*/ 92 h 405"/>
                  <a:gd name="T42" fmla="*/ 8 w 190"/>
                  <a:gd name="T43" fmla="*/ 98 h 405"/>
                  <a:gd name="T44" fmla="*/ 23 w 190"/>
                  <a:gd name="T45" fmla="*/ 98 h 405"/>
                  <a:gd name="T46" fmla="*/ 8 w 190"/>
                  <a:gd name="T47" fmla="*/ 118 h 405"/>
                  <a:gd name="T48" fmla="*/ 1 w 190"/>
                  <a:gd name="T49" fmla="*/ 129 h 405"/>
                  <a:gd name="T50" fmla="*/ 1 w 190"/>
                  <a:gd name="T51" fmla="*/ 141 h 405"/>
                  <a:gd name="T52" fmla="*/ 10 w 190"/>
                  <a:gd name="T53" fmla="*/ 146 h 405"/>
                  <a:gd name="T54" fmla="*/ 23 w 190"/>
                  <a:gd name="T55" fmla="*/ 137 h 405"/>
                  <a:gd name="T56" fmla="*/ 32 w 190"/>
                  <a:gd name="T57" fmla="*/ 135 h 405"/>
                  <a:gd name="T58" fmla="*/ 8 w 190"/>
                  <a:gd name="T59" fmla="*/ 157 h 405"/>
                  <a:gd name="T60" fmla="*/ 2 w 190"/>
                  <a:gd name="T61" fmla="*/ 166 h 405"/>
                  <a:gd name="T62" fmla="*/ 2 w 190"/>
                  <a:gd name="T63" fmla="*/ 175 h 405"/>
                  <a:gd name="T64" fmla="*/ 19 w 190"/>
                  <a:gd name="T65" fmla="*/ 183 h 405"/>
                  <a:gd name="T66" fmla="*/ 34 w 190"/>
                  <a:gd name="T67" fmla="*/ 179 h 405"/>
                  <a:gd name="T68" fmla="*/ 44 w 190"/>
                  <a:gd name="T69" fmla="*/ 167 h 405"/>
                  <a:gd name="T70" fmla="*/ 48 w 190"/>
                  <a:gd name="T71" fmla="*/ 150 h 405"/>
                  <a:gd name="T72" fmla="*/ 62 w 190"/>
                  <a:gd name="T73" fmla="*/ 165 h 405"/>
                  <a:gd name="T74" fmla="*/ 74 w 190"/>
                  <a:gd name="T75" fmla="*/ 179 h 405"/>
                  <a:gd name="T76" fmla="*/ 65 w 190"/>
                  <a:gd name="T77" fmla="*/ 184 h 405"/>
                  <a:gd name="T78" fmla="*/ 50 w 190"/>
                  <a:gd name="T79" fmla="*/ 203 h 405"/>
                  <a:gd name="T80" fmla="*/ 38 w 190"/>
                  <a:gd name="T81" fmla="*/ 226 h 405"/>
                  <a:gd name="T82" fmla="*/ 10 w 190"/>
                  <a:gd name="T83" fmla="*/ 272 h 405"/>
                  <a:gd name="T84" fmla="*/ 1 w 190"/>
                  <a:gd name="T85" fmla="*/ 304 h 405"/>
                  <a:gd name="T86" fmla="*/ 5 w 190"/>
                  <a:gd name="T87" fmla="*/ 341 h 405"/>
                  <a:gd name="T88" fmla="*/ 13 w 190"/>
                  <a:gd name="T89" fmla="*/ 380 h 405"/>
                  <a:gd name="T90" fmla="*/ 24 w 190"/>
                  <a:gd name="T91" fmla="*/ 396 h 405"/>
                  <a:gd name="T92" fmla="*/ 29 w 190"/>
                  <a:gd name="T93" fmla="*/ 400 h 405"/>
                  <a:gd name="T94" fmla="*/ 75 w 190"/>
                  <a:gd name="T95" fmla="*/ 405 h 405"/>
                  <a:gd name="T96" fmla="*/ 95 w 190"/>
                  <a:gd name="T97" fmla="*/ 398 h 405"/>
                  <a:gd name="T98" fmla="*/ 110 w 190"/>
                  <a:gd name="T99" fmla="*/ 382 h 405"/>
                  <a:gd name="T100" fmla="*/ 115 w 190"/>
                  <a:gd name="T101" fmla="*/ 354 h 405"/>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90"/>
                  <a:gd name="T154" fmla="*/ 0 h 405"/>
                  <a:gd name="T155" fmla="*/ 190 w 190"/>
                  <a:gd name="T156" fmla="*/ 405 h 405"/>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90" h="405">
                    <a:moveTo>
                      <a:pt x="114" y="341"/>
                    </a:moveTo>
                    <a:lnTo>
                      <a:pt x="114" y="341"/>
                    </a:lnTo>
                    <a:lnTo>
                      <a:pt x="114" y="330"/>
                    </a:lnTo>
                    <a:lnTo>
                      <a:pt x="115" y="318"/>
                    </a:lnTo>
                    <a:lnTo>
                      <a:pt x="117" y="304"/>
                    </a:lnTo>
                    <a:lnTo>
                      <a:pt x="121" y="290"/>
                    </a:lnTo>
                    <a:lnTo>
                      <a:pt x="126" y="273"/>
                    </a:lnTo>
                    <a:lnTo>
                      <a:pt x="131" y="259"/>
                    </a:lnTo>
                    <a:lnTo>
                      <a:pt x="137" y="245"/>
                    </a:lnTo>
                    <a:lnTo>
                      <a:pt x="143" y="233"/>
                    </a:lnTo>
                    <a:lnTo>
                      <a:pt x="149" y="222"/>
                    </a:lnTo>
                    <a:lnTo>
                      <a:pt x="157" y="213"/>
                    </a:lnTo>
                    <a:lnTo>
                      <a:pt x="172" y="198"/>
                    </a:lnTo>
                    <a:lnTo>
                      <a:pt x="184" y="186"/>
                    </a:lnTo>
                    <a:lnTo>
                      <a:pt x="188" y="181"/>
                    </a:lnTo>
                    <a:lnTo>
                      <a:pt x="190" y="176"/>
                    </a:lnTo>
                    <a:lnTo>
                      <a:pt x="189" y="167"/>
                    </a:lnTo>
                    <a:lnTo>
                      <a:pt x="187" y="152"/>
                    </a:lnTo>
                    <a:lnTo>
                      <a:pt x="178" y="111"/>
                    </a:lnTo>
                    <a:lnTo>
                      <a:pt x="167" y="68"/>
                    </a:lnTo>
                    <a:lnTo>
                      <a:pt x="162" y="52"/>
                    </a:lnTo>
                    <a:lnTo>
                      <a:pt x="158" y="41"/>
                    </a:lnTo>
                    <a:lnTo>
                      <a:pt x="151" y="26"/>
                    </a:lnTo>
                    <a:lnTo>
                      <a:pt x="143" y="11"/>
                    </a:lnTo>
                    <a:lnTo>
                      <a:pt x="140" y="6"/>
                    </a:lnTo>
                    <a:lnTo>
                      <a:pt x="136" y="3"/>
                    </a:lnTo>
                    <a:lnTo>
                      <a:pt x="133" y="0"/>
                    </a:lnTo>
                    <a:lnTo>
                      <a:pt x="130" y="1"/>
                    </a:lnTo>
                    <a:lnTo>
                      <a:pt x="125" y="5"/>
                    </a:lnTo>
                    <a:lnTo>
                      <a:pt x="121" y="11"/>
                    </a:lnTo>
                    <a:lnTo>
                      <a:pt x="119" y="19"/>
                    </a:lnTo>
                    <a:lnTo>
                      <a:pt x="116" y="29"/>
                    </a:lnTo>
                    <a:lnTo>
                      <a:pt x="116" y="38"/>
                    </a:lnTo>
                    <a:lnTo>
                      <a:pt x="116" y="47"/>
                    </a:lnTo>
                    <a:lnTo>
                      <a:pt x="120" y="56"/>
                    </a:lnTo>
                    <a:lnTo>
                      <a:pt x="122" y="60"/>
                    </a:lnTo>
                    <a:lnTo>
                      <a:pt x="125" y="62"/>
                    </a:lnTo>
                    <a:lnTo>
                      <a:pt x="127" y="79"/>
                    </a:lnTo>
                    <a:lnTo>
                      <a:pt x="121" y="73"/>
                    </a:lnTo>
                    <a:lnTo>
                      <a:pt x="106" y="57"/>
                    </a:lnTo>
                    <a:lnTo>
                      <a:pt x="97" y="50"/>
                    </a:lnTo>
                    <a:lnTo>
                      <a:pt x="88" y="42"/>
                    </a:lnTo>
                    <a:lnTo>
                      <a:pt x="79" y="38"/>
                    </a:lnTo>
                    <a:lnTo>
                      <a:pt x="74" y="38"/>
                    </a:lnTo>
                    <a:lnTo>
                      <a:pt x="70" y="38"/>
                    </a:lnTo>
                    <a:lnTo>
                      <a:pt x="63" y="41"/>
                    </a:lnTo>
                    <a:lnTo>
                      <a:pt x="55" y="43"/>
                    </a:lnTo>
                    <a:lnTo>
                      <a:pt x="44" y="50"/>
                    </a:lnTo>
                    <a:lnTo>
                      <a:pt x="36" y="56"/>
                    </a:lnTo>
                    <a:lnTo>
                      <a:pt x="28" y="62"/>
                    </a:lnTo>
                    <a:lnTo>
                      <a:pt x="19" y="68"/>
                    </a:lnTo>
                    <a:lnTo>
                      <a:pt x="11" y="77"/>
                    </a:lnTo>
                    <a:lnTo>
                      <a:pt x="5" y="85"/>
                    </a:lnTo>
                    <a:lnTo>
                      <a:pt x="3" y="89"/>
                    </a:lnTo>
                    <a:lnTo>
                      <a:pt x="3" y="92"/>
                    </a:lnTo>
                    <a:lnTo>
                      <a:pt x="6" y="95"/>
                    </a:lnTo>
                    <a:lnTo>
                      <a:pt x="8" y="98"/>
                    </a:lnTo>
                    <a:lnTo>
                      <a:pt x="11" y="99"/>
                    </a:lnTo>
                    <a:lnTo>
                      <a:pt x="23" y="98"/>
                    </a:lnTo>
                    <a:lnTo>
                      <a:pt x="16" y="109"/>
                    </a:lnTo>
                    <a:lnTo>
                      <a:pt x="8" y="118"/>
                    </a:lnTo>
                    <a:lnTo>
                      <a:pt x="2" y="126"/>
                    </a:lnTo>
                    <a:lnTo>
                      <a:pt x="1" y="129"/>
                    </a:lnTo>
                    <a:lnTo>
                      <a:pt x="0" y="132"/>
                    </a:lnTo>
                    <a:lnTo>
                      <a:pt x="0" y="137"/>
                    </a:lnTo>
                    <a:lnTo>
                      <a:pt x="1" y="141"/>
                    </a:lnTo>
                    <a:lnTo>
                      <a:pt x="2" y="145"/>
                    </a:lnTo>
                    <a:lnTo>
                      <a:pt x="6" y="146"/>
                    </a:lnTo>
                    <a:lnTo>
                      <a:pt x="10" y="146"/>
                    </a:lnTo>
                    <a:lnTo>
                      <a:pt x="15" y="144"/>
                    </a:lnTo>
                    <a:lnTo>
                      <a:pt x="23" y="137"/>
                    </a:lnTo>
                    <a:lnTo>
                      <a:pt x="28" y="135"/>
                    </a:lnTo>
                    <a:lnTo>
                      <a:pt x="32" y="135"/>
                    </a:lnTo>
                    <a:lnTo>
                      <a:pt x="23" y="144"/>
                    </a:lnTo>
                    <a:lnTo>
                      <a:pt x="8" y="157"/>
                    </a:lnTo>
                    <a:lnTo>
                      <a:pt x="6" y="160"/>
                    </a:lnTo>
                    <a:lnTo>
                      <a:pt x="3" y="163"/>
                    </a:lnTo>
                    <a:lnTo>
                      <a:pt x="2" y="166"/>
                    </a:lnTo>
                    <a:lnTo>
                      <a:pt x="1" y="170"/>
                    </a:lnTo>
                    <a:lnTo>
                      <a:pt x="1" y="172"/>
                    </a:lnTo>
                    <a:lnTo>
                      <a:pt x="2" y="175"/>
                    </a:lnTo>
                    <a:lnTo>
                      <a:pt x="7" y="179"/>
                    </a:lnTo>
                    <a:lnTo>
                      <a:pt x="12" y="182"/>
                    </a:lnTo>
                    <a:lnTo>
                      <a:pt x="19" y="183"/>
                    </a:lnTo>
                    <a:lnTo>
                      <a:pt x="27" y="183"/>
                    </a:lnTo>
                    <a:lnTo>
                      <a:pt x="34" y="179"/>
                    </a:lnTo>
                    <a:lnTo>
                      <a:pt x="39" y="176"/>
                    </a:lnTo>
                    <a:lnTo>
                      <a:pt x="43" y="172"/>
                    </a:lnTo>
                    <a:lnTo>
                      <a:pt x="44" y="167"/>
                    </a:lnTo>
                    <a:lnTo>
                      <a:pt x="44" y="163"/>
                    </a:lnTo>
                    <a:lnTo>
                      <a:pt x="45" y="155"/>
                    </a:lnTo>
                    <a:lnTo>
                      <a:pt x="48" y="150"/>
                    </a:lnTo>
                    <a:lnTo>
                      <a:pt x="50" y="145"/>
                    </a:lnTo>
                    <a:lnTo>
                      <a:pt x="62" y="165"/>
                    </a:lnTo>
                    <a:lnTo>
                      <a:pt x="68" y="173"/>
                    </a:lnTo>
                    <a:lnTo>
                      <a:pt x="74" y="179"/>
                    </a:lnTo>
                    <a:lnTo>
                      <a:pt x="71" y="181"/>
                    </a:lnTo>
                    <a:lnTo>
                      <a:pt x="69" y="182"/>
                    </a:lnTo>
                    <a:lnTo>
                      <a:pt x="65" y="184"/>
                    </a:lnTo>
                    <a:lnTo>
                      <a:pt x="62" y="188"/>
                    </a:lnTo>
                    <a:lnTo>
                      <a:pt x="55" y="194"/>
                    </a:lnTo>
                    <a:lnTo>
                      <a:pt x="50" y="203"/>
                    </a:lnTo>
                    <a:lnTo>
                      <a:pt x="44" y="214"/>
                    </a:lnTo>
                    <a:lnTo>
                      <a:pt x="38" y="226"/>
                    </a:lnTo>
                    <a:lnTo>
                      <a:pt x="31" y="239"/>
                    </a:lnTo>
                    <a:lnTo>
                      <a:pt x="17" y="261"/>
                    </a:lnTo>
                    <a:lnTo>
                      <a:pt x="10" y="272"/>
                    </a:lnTo>
                    <a:lnTo>
                      <a:pt x="5" y="282"/>
                    </a:lnTo>
                    <a:lnTo>
                      <a:pt x="2" y="293"/>
                    </a:lnTo>
                    <a:lnTo>
                      <a:pt x="1" y="304"/>
                    </a:lnTo>
                    <a:lnTo>
                      <a:pt x="2" y="323"/>
                    </a:lnTo>
                    <a:lnTo>
                      <a:pt x="5" y="341"/>
                    </a:lnTo>
                    <a:lnTo>
                      <a:pt x="8" y="361"/>
                    </a:lnTo>
                    <a:lnTo>
                      <a:pt x="13" y="380"/>
                    </a:lnTo>
                    <a:lnTo>
                      <a:pt x="17" y="384"/>
                    </a:lnTo>
                    <a:lnTo>
                      <a:pt x="21" y="390"/>
                    </a:lnTo>
                    <a:lnTo>
                      <a:pt x="24" y="396"/>
                    </a:lnTo>
                    <a:lnTo>
                      <a:pt x="27" y="398"/>
                    </a:lnTo>
                    <a:lnTo>
                      <a:pt x="29" y="400"/>
                    </a:lnTo>
                    <a:lnTo>
                      <a:pt x="44" y="402"/>
                    </a:lnTo>
                    <a:lnTo>
                      <a:pt x="59" y="405"/>
                    </a:lnTo>
                    <a:lnTo>
                      <a:pt x="75" y="405"/>
                    </a:lnTo>
                    <a:lnTo>
                      <a:pt x="83" y="403"/>
                    </a:lnTo>
                    <a:lnTo>
                      <a:pt x="89" y="401"/>
                    </a:lnTo>
                    <a:lnTo>
                      <a:pt x="95" y="398"/>
                    </a:lnTo>
                    <a:lnTo>
                      <a:pt x="101" y="393"/>
                    </a:lnTo>
                    <a:lnTo>
                      <a:pt x="106" y="388"/>
                    </a:lnTo>
                    <a:lnTo>
                      <a:pt x="110" y="382"/>
                    </a:lnTo>
                    <a:lnTo>
                      <a:pt x="112" y="374"/>
                    </a:lnTo>
                    <a:lnTo>
                      <a:pt x="115" y="365"/>
                    </a:lnTo>
                    <a:lnTo>
                      <a:pt x="115" y="354"/>
                    </a:lnTo>
                    <a:lnTo>
                      <a:pt x="114" y="34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08" name="Freeform 54"/>
              <p:cNvSpPr>
                <a:spLocks/>
              </p:cNvSpPr>
              <p:nvPr/>
            </p:nvSpPr>
            <p:spPr bwMode="auto">
              <a:xfrm rot="3766183" flipH="1">
                <a:off x="4501" y="2131"/>
                <a:ext cx="122" cy="58"/>
              </a:xfrm>
              <a:custGeom>
                <a:avLst/>
                <a:gdLst>
                  <a:gd name="T0" fmla="*/ 0 w 122"/>
                  <a:gd name="T1" fmla="*/ 42 h 58"/>
                  <a:gd name="T2" fmla="*/ 0 w 122"/>
                  <a:gd name="T3" fmla="*/ 42 h 58"/>
                  <a:gd name="T4" fmla="*/ 14 w 122"/>
                  <a:gd name="T5" fmla="*/ 32 h 58"/>
                  <a:gd name="T6" fmla="*/ 25 w 122"/>
                  <a:gd name="T7" fmla="*/ 23 h 58"/>
                  <a:gd name="T8" fmla="*/ 36 w 122"/>
                  <a:gd name="T9" fmla="*/ 13 h 58"/>
                  <a:gd name="T10" fmla="*/ 36 w 122"/>
                  <a:gd name="T11" fmla="*/ 13 h 58"/>
                  <a:gd name="T12" fmla="*/ 45 w 122"/>
                  <a:gd name="T13" fmla="*/ 5 h 58"/>
                  <a:gd name="T14" fmla="*/ 51 w 122"/>
                  <a:gd name="T15" fmla="*/ 2 h 58"/>
                  <a:gd name="T16" fmla="*/ 57 w 122"/>
                  <a:gd name="T17" fmla="*/ 0 h 58"/>
                  <a:gd name="T18" fmla="*/ 64 w 122"/>
                  <a:gd name="T19" fmla="*/ 3 h 58"/>
                  <a:gd name="T20" fmla="*/ 64 w 122"/>
                  <a:gd name="T21" fmla="*/ 3 h 58"/>
                  <a:gd name="T22" fmla="*/ 72 w 122"/>
                  <a:gd name="T23" fmla="*/ 8 h 58"/>
                  <a:gd name="T24" fmla="*/ 85 w 122"/>
                  <a:gd name="T25" fmla="*/ 14 h 58"/>
                  <a:gd name="T26" fmla="*/ 107 w 122"/>
                  <a:gd name="T27" fmla="*/ 29 h 58"/>
                  <a:gd name="T28" fmla="*/ 107 w 122"/>
                  <a:gd name="T29" fmla="*/ 29 h 58"/>
                  <a:gd name="T30" fmla="*/ 113 w 122"/>
                  <a:gd name="T31" fmla="*/ 35 h 58"/>
                  <a:gd name="T32" fmla="*/ 118 w 122"/>
                  <a:gd name="T33" fmla="*/ 41 h 58"/>
                  <a:gd name="T34" fmla="*/ 122 w 122"/>
                  <a:gd name="T35" fmla="*/ 47 h 58"/>
                  <a:gd name="T36" fmla="*/ 122 w 122"/>
                  <a:gd name="T37" fmla="*/ 47 h 58"/>
                  <a:gd name="T38" fmla="*/ 112 w 122"/>
                  <a:gd name="T39" fmla="*/ 40 h 58"/>
                  <a:gd name="T40" fmla="*/ 91 w 122"/>
                  <a:gd name="T41" fmla="*/ 26 h 58"/>
                  <a:gd name="T42" fmla="*/ 78 w 122"/>
                  <a:gd name="T43" fmla="*/ 19 h 58"/>
                  <a:gd name="T44" fmla="*/ 67 w 122"/>
                  <a:gd name="T45" fmla="*/ 14 h 58"/>
                  <a:gd name="T46" fmla="*/ 59 w 122"/>
                  <a:gd name="T47" fmla="*/ 10 h 58"/>
                  <a:gd name="T48" fmla="*/ 55 w 122"/>
                  <a:gd name="T49" fmla="*/ 10 h 58"/>
                  <a:gd name="T50" fmla="*/ 52 w 122"/>
                  <a:gd name="T51" fmla="*/ 10 h 58"/>
                  <a:gd name="T52" fmla="*/ 52 w 122"/>
                  <a:gd name="T53" fmla="*/ 10 h 58"/>
                  <a:gd name="T54" fmla="*/ 47 w 122"/>
                  <a:gd name="T55" fmla="*/ 15 h 58"/>
                  <a:gd name="T56" fmla="*/ 43 w 122"/>
                  <a:gd name="T57" fmla="*/ 21 h 58"/>
                  <a:gd name="T58" fmla="*/ 30 w 122"/>
                  <a:gd name="T59" fmla="*/ 39 h 58"/>
                  <a:gd name="T60" fmla="*/ 30 w 122"/>
                  <a:gd name="T61" fmla="*/ 39 h 58"/>
                  <a:gd name="T62" fmla="*/ 26 w 122"/>
                  <a:gd name="T63" fmla="*/ 45 h 58"/>
                  <a:gd name="T64" fmla="*/ 21 w 122"/>
                  <a:gd name="T65" fmla="*/ 49 h 58"/>
                  <a:gd name="T66" fmla="*/ 13 w 122"/>
                  <a:gd name="T67" fmla="*/ 55 h 58"/>
                  <a:gd name="T68" fmla="*/ 7 w 122"/>
                  <a:gd name="T69" fmla="*/ 57 h 58"/>
                  <a:gd name="T70" fmla="*/ 4 w 122"/>
                  <a:gd name="T71" fmla="*/ 58 h 58"/>
                  <a:gd name="T72" fmla="*/ 4 w 122"/>
                  <a:gd name="T73" fmla="*/ 58 h 58"/>
                  <a:gd name="T74" fmla="*/ 2 w 122"/>
                  <a:gd name="T75" fmla="*/ 51 h 58"/>
                  <a:gd name="T76" fmla="*/ 0 w 122"/>
                  <a:gd name="T77" fmla="*/ 45 h 58"/>
                  <a:gd name="T78" fmla="*/ 0 w 122"/>
                  <a:gd name="T79" fmla="*/ 42 h 58"/>
                  <a:gd name="T80" fmla="*/ 0 w 122"/>
                  <a:gd name="T81" fmla="*/ 42 h 5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22"/>
                  <a:gd name="T124" fmla="*/ 0 h 58"/>
                  <a:gd name="T125" fmla="*/ 122 w 122"/>
                  <a:gd name="T126" fmla="*/ 58 h 5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22" h="58">
                    <a:moveTo>
                      <a:pt x="0" y="42"/>
                    </a:moveTo>
                    <a:lnTo>
                      <a:pt x="0" y="42"/>
                    </a:lnTo>
                    <a:lnTo>
                      <a:pt x="14" y="32"/>
                    </a:lnTo>
                    <a:lnTo>
                      <a:pt x="25" y="23"/>
                    </a:lnTo>
                    <a:lnTo>
                      <a:pt x="36" y="13"/>
                    </a:lnTo>
                    <a:lnTo>
                      <a:pt x="45" y="5"/>
                    </a:lnTo>
                    <a:lnTo>
                      <a:pt x="51" y="2"/>
                    </a:lnTo>
                    <a:lnTo>
                      <a:pt x="57" y="0"/>
                    </a:lnTo>
                    <a:lnTo>
                      <a:pt x="64" y="3"/>
                    </a:lnTo>
                    <a:lnTo>
                      <a:pt x="72" y="8"/>
                    </a:lnTo>
                    <a:lnTo>
                      <a:pt x="85" y="14"/>
                    </a:lnTo>
                    <a:lnTo>
                      <a:pt x="107" y="29"/>
                    </a:lnTo>
                    <a:lnTo>
                      <a:pt x="113" y="35"/>
                    </a:lnTo>
                    <a:lnTo>
                      <a:pt x="118" y="41"/>
                    </a:lnTo>
                    <a:lnTo>
                      <a:pt x="122" y="47"/>
                    </a:lnTo>
                    <a:lnTo>
                      <a:pt x="112" y="40"/>
                    </a:lnTo>
                    <a:lnTo>
                      <a:pt x="91" y="26"/>
                    </a:lnTo>
                    <a:lnTo>
                      <a:pt x="78" y="19"/>
                    </a:lnTo>
                    <a:lnTo>
                      <a:pt x="67" y="14"/>
                    </a:lnTo>
                    <a:lnTo>
                      <a:pt x="59" y="10"/>
                    </a:lnTo>
                    <a:lnTo>
                      <a:pt x="55" y="10"/>
                    </a:lnTo>
                    <a:lnTo>
                      <a:pt x="52" y="10"/>
                    </a:lnTo>
                    <a:lnTo>
                      <a:pt x="47" y="15"/>
                    </a:lnTo>
                    <a:lnTo>
                      <a:pt x="43" y="21"/>
                    </a:lnTo>
                    <a:lnTo>
                      <a:pt x="30" y="39"/>
                    </a:lnTo>
                    <a:lnTo>
                      <a:pt x="26" y="45"/>
                    </a:lnTo>
                    <a:lnTo>
                      <a:pt x="21" y="49"/>
                    </a:lnTo>
                    <a:lnTo>
                      <a:pt x="13" y="55"/>
                    </a:lnTo>
                    <a:lnTo>
                      <a:pt x="7" y="57"/>
                    </a:lnTo>
                    <a:lnTo>
                      <a:pt x="4" y="58"/>
                    </a:lnTo>
                    <a:lnTo>
                      <a:pt x="2" y="51"/>
                    </a:lnTo>
                    <a:lnTo>
                      <a:pt x="0" y="45"/>
                    </a:lnTo>
                    <a:lnTo>
                      <a:pt x="0" y="4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09" name="Freeform 55"/>
              <p:cNvSpPr>
                <a:spLocks/>
              </p:cNvSpPr>
              <p:nvPr/>
            </p:nvSpPr>
            <p:spPr bwMode="auto">
              <a:xfrm rot="3766183" flipH="1">
                <a:off x="4528" y="2104"/>
                <a:ext cx="120" cy="41"/>
              </a:xfrm>
              <a:custGeom>
                <a:avLst/>
                <a:gdLst>
                  <a:gd name="T0" fmla="*/ 0 w 120"/>
                  <a:gd name="T1" fmla="*/ 34 h 41"/>
                  <a:gd name="T2" fmla="*/ 0 w 120"/>
                  <a:gd name="T3" fmla="*/ 34 h 41"/>
                  <a:gd name="T4" fmla="*/ 3 w 120"/>
                  <a:gd name="T5" fmla="*/ 31 h 41"/>
                  <a:gd name="T6" fmla="*/ 9 w 120"/>
                  <a:gd name="T7" fmla="*/ 24 h 41"/>
                  <a:gd name="T8" fmla="*/ 19 w 120"/>
                  <a:gd name="T9" fmla="*/ 16 h 41"/>
                  <a:gd name="T10" fmla="*/ 25 w 120"/>
                  <a:gd name="T11" fmla="*/ 13 h 41"/>
                  <a:gd name="T12" fmla="*/ 32 w 120"/>
                  <a:gd name="T13" fmla="*/ 10 h 41"/>
                  <a:gd name="T14" fmla="*/ 32 w 120"/>
                  <a:gd name="T15" fmla="*/ 10 h 41"/>
                  <a:gd name="T16" fmla="*/ 45 w 120"/>
                  <a:gd name="T17" fmla="*/ 8 h 41"/>
                  <a:gd name="T18" fmla="*/ 52 w 120"/>
                  <a:gd name="T19" fmla="*/ 8 h 41"/>
                  <a:gd name="T20" fmla="*/ 58 w 120"/>
                  <a:gd name="T21" fmla="*/ 9 h 41"/>
                  <a:gd name="T22" fmla="*/ 65 w 120"/>
                  <a:gd name="T23" fmla="*/ 12 h 41"/>
                  <a:gd name="T24" fmla="*/ 65 w 120"/>
                  <a:gd name="T25" fmla="*/ 12 h 41"/>
                  <a:gd name="T26" fmla="*/ 84 w 120"/>
                  <a:gd name="T27" fmla="*/ 19 h 41"/>
                  <a:gd name="T28" fmla="*/ 94 w 120"/>
                  <a:gd name="T29" fmla="*/ 24 h 41"/>
                  <a:gd name="T30" fmla="*/ 103 w 120"/>
                  <a:gd name="T31" fmla="*/ 29 h 41"/>
                  <a:gd name="T32" fmla="*/ 103 w 120"/>
                  <a:gd name="T33" fmla="*/ 29 h 41"/>
                  <a:gd name="T34" fmla="*/ 120 w 120"/>
                  <a:gd name="T35" fmla="*/ 41 h 41"/>
                  <a:gd name="T36" fmla="*/ 120 w 120"/>
                  <a:gd name="T37" fmla="*/ 41 h 41"/>
                  <a:gd name="T38" fmla="*/ 114 w 120"/>
                  <a:gd name="T39" fmla="*/ 35 h 41"/>
                  <a:gd name="T40" fmla="*/ 97 w 120"/>
                  <a:gd name="T41" fmla="*/ 20 h 41"/>
                  <a:gd name="T42" fmla="*/ 87 w 120"/>
                  <a:gd name="T43" fmla="*/ 13 h 41"/>
                  <a:gd name="T44" fmla="*/ 76 w 120"/>
                  <a:gd name="T45" fmla="*/ 7 h 41"/>
                  <a:gd name="T46" fmla="*/ 66 w 120"/>
                  <a:gd name="T47" fmla="*/ 3 h 41"/>
                  <a:gd name="T48" fmla="*/ 61 w 120"/>
                  <a:gd name="T49" fmla="*/ 2 h 41"/>
                  <a:gd name="T50" fmla="*/ 56 w 120"/>
                  <a:gd name="T51" fmla="*/ 0 h 41"/>
                  <a:gd name="T52" fmla="*/ 56 w 120"/>
                  <a:gd name="T53" fmla="*/ 0 h 41"/>
                  <a:gd name="T54" fmla="*/ 41 w 120"/>
                  <a:gd name="T55" fmla="*/ 3 h 41"/>
                  <a:gd name="T56" fmla="*/ 29 w 120"/>
                  <a:gd name="T57" fmla="*/ 5 h 41"/>
                  <a:gd name="T58" fmla="*/ 19 w 120"/>
                  <a:gd name="T59" fmla="*/ 10 h 41"/>
                  <a:gd name="T60" fmla="*/ 11 w 120"/>
                  <a:gd name="T61" fmla="*/ 16 h 41"/>
                  <a:gd name="T62" fmla="*/ 11 w 120"/>
                  <a:gd name="T63" fmla="*/ 16 h 41"/>
                  <a:gd name="T64" fmla="*/ 6 w 120"/>
                  <a:gd name="T65" fmla="*/ 23 h 41"/>
                  <a:gd name="T66" fmla="*/ 3 w 120"/>
                  <a:gd name="T67" fmla="*/ 28 h 41"/>
                  <a:gd name="T68" fmla="*/ 0 w 120"/>
                  <a:gd name="T69" fmla="*/ 34 h 41"/>
                  <a:gd name="T70" fmla="*/ 0 w 120"/>
                  <a:gd name="T71" fmla="*/ 34 h 41"/>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20"/>
                  <a:gd name="T109" fmla="*/ 0 h 41"/>
                  <a:gd name="T110" fmla="*/ 120 w 120"/>
                  <a:gd name="T111" fmla="*/ 41 h 41"/>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20" h="41">
                    <a:moveTo>
                      <a:pt x="0" y="34"/>
                    </a:moveTo>
                    <a:lnTo>
                      <a:pt x="0" y="34"/>
                    </a:lnTo>
                    <a:lnTo>
                      <a:pt x="3" y="31"/>
                    </a:lnTo>
                    <a:lnTo>
                      <a:pt x="9" y="24"/>
                    </a:lnTo>
                    <a:lnTo>
                      <a:pt x="19" y="16"/>
                    </a:lnTo>
                    <a:lnTo>
                      <a:pt x="25" y="13"/>
                    </a:lnTo>
                    <a:lnTo>
                      <a:pt x="32" y="10"/>
                    </a:lnTo>
                    <a:lnTo>
                      <a:pt x="45" y="8"/>
                    </a:lnTo>
                    <a:lnTo>
                      <a:pt x="52" y="8"/>
                    </a:lnTo>
                    <a:lnTo>
                      <a:pt x="58" y="9"/>
                    </a:lnTo>
                    <a:lnTo>
                      <a:pt x="65" y="12"/>
                    </a:lnTo>
                    <a:lnTo>
                      <a:pt x="84" y="19"/>
                    </a:lnTo>
                    <a:lnTo>
                      <a:pt x="94" y="24"/>
                    </a:lnTo>
                    <a:lnTo>
                      <a:pt x="103" y="29"/>
                    </a:lnTo>
                    <a:lnTo>
                      <a:pt x="120" y="41"/>
                    </a:lnTo>
                    <a:lnTo>
                      <a:pt x="114" y="35"/>
                    </a:lnTo>
                    <a:lnTo>
                      <a:pt x="97" y="20"/>
                    </a:lnTo>
                    <a:lnTo>
                      <a:pt x="87" y="13"/>
                    </a:lnTo>
                    <a:lnTo>
                      <a:pt x="76" y="7"/>
                    </a:lnTo>
                    <a:lnTo>
                      <a:pt x="66" y="3"/>
                    </a:lnTo>
                    <a:lnTo>
                      <a:pt x="61" y="2"/>
                    </a:lnTo>
                    <a:lnTo>
                      <a:pt x="56" y="0"/>
                    </a:lnTo>
                    <a:lnTo>
                      <a:pt x="41" y="3"/>
                    </a:lnTo>
                    <a:lnTo>
                      <a:pt x="29" y="5"/>
                    </a:lnTo>
                    <a:lnTo>
                      <a:pt x="19" y="10"/>
                    </a:lnTo>
                    <a:lnTo>
                      <a:pt x="11" y="16"/>
                    </a:lnTo>
                    <a:lnTo>
                      <a:pt x="6" y="23"/>
                    </a:lnTo>
                    <a:lnTo>
                      <a:pt x="3" y="28"/>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10" name="Freeform 56"/>
              <p:cNvSpPr>
                <a:spLocks/>
              </p:cNvSpPr>
              <p:nvPr/>
            </p:nvSpPr>
            <p:spPr bwMode="auto">
              <a:xfrm rot="3766183" flipH="1">
                <a:off x="4504" y="2033"/>
                <a:ext cx="20" cy="80"/>
              </a:xfrm>
              <a:custGeom>
                <a:avLst/>
                <a:gdLst>
                  <a:gd name="T0" fmla="*/ 0 w 20"/>
                  <a:gd name="T1" fmla="*/ 80 h 80"/>
                  <a:gd name="T2" fmla="*/ 0 w 20"/>
                  <a:gd name="T3" fmla="*/ 80 h 80"/>
                  <a:gd name="T4" fmla="*/ 0 w 20"/>
                  <a:gd name="T5" fmla="*/ 76 h 80"/>
                  <a:gd name="T6" fmla="*/ 1 w 20"/>
                  <a:gd name="T7" fmla="*/ 69 h 80"/>
                  <a:gd name="T8" fmla="*/ 6 w 20"/>
                  <a:gd name="T9" fmla="*/ 53 h 80"/>
                  <a:gd name="T10" fmla="*/ 11 w 20"/>
                  <a:gd name="T11" fmla="*/ 36 h 80"/>
                  <a:gd name="T12" fmla="*/ 13 w 20"/>
                  <a:gd name="T13" fmla="*/ 22 h 80"/>
                  <a:gd name="T14" fmla="*/ 13 w 20"/>
                  <a:gd name="T15" fmla="*/ 22 h 80"/>
                  <a:gd name="T16" fmla="*/ 13 w 20"/>
                  <a:gd name="T17" fmla="*/ 13 h 80"/>
                  <a:gd name="T18" fmla="*/ 10 w 20"/>
                  <a:gd name="T19" fmla="*/ 7 h 80"/>
                  <a:gd name="T20" fmla="*/ 8 w 20"/>
                  <a:gd name="T21" fmla="*/ 0 h 80"/>
                  <a:gd name="T22" fmla="*/ 8 w 20"/>
                  <a:gd name="T23" fmla="*/ 0 h 80"/>
                  <a:gd name="T24" fmla="*/ 10 w 20"/>
                  <a:gd name="T25" fmla="*/ 1 h 80"/>
                  <a:gd name="T26" fmla="*/ 13 w 20"/>
                  <a:gd name="T27" fmla="*/ 3 h 80"/>
                  <a:gd name="T28" fmla="*/ 15 w 20"/>
                  <a:gd name="T29" fmla="*/ 6 h 80"/>
                  <a:gd name="T30" fmla="*/ 18 w 20"/>
                  <a:gd name="T31" fmla="*/ 10 h 80"/>
                  <a:gd name="T32" fmla="*/ 19 w 20"/>
                  <a:gd name="T33" fmla="*/ 15 h 80"/>
                  <a:gd name="T34" fmla="*/ 20 w 20"/>
                  <a:gd name="T35" fmla="*/ 22 h 80"/>
                  <a:gd name="T36" fmla="*/ 19 w 20"/>
                  <a:gd name="T37" fmla="*/ 29 h 80"/>
                  <a:gd name="T38" fmla="*/ 19 w 20"/>
                  <a:gd name="T39" fmla="*/ 29 h 80"/>
                  <a:gd name="T40" fmla="*/ 14 w 20"/>
                  <a:gd name="T41" fmla="*/ 48 h 80"/>
                  <a:gd name="T42" fmla="*/ 8 w 20"/>
                  <a:gd name="T43" fmla="*/ 64 h 80"/>
                  <a:gd name="T44" fmla="*/ 0 w 20"/>
                  <a:gd name="T45" fmla="*/ 80 h 80"/>
                  <a:gd name="T46" fmla="*/ 0 w 20"/>
                  <a:gd name="T47" fmla="*/ 80 h 8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20"/>
                  <a:gd name="T73" fmla="*/ 0 h 80"/>
                  <a:gd name="T74" fmla="*/ 20 w 20"/>
                  <a:gd name="T75" fmla="*/ 80 h 80"/>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20" h="80">
                    <a:moveTo>
                      <a:pt x="0" y="80"/>
                    </a:moveTo>
                    <a:lnTo>
                      <a:pt x="0" y="80"/>
                    </a:lnTo>
                    <a:lnTo>
                      <a:pt x="0" y="76"/>
                    </a:lnTo>
                    <a:lnTo>
                      <a:pt x="1" y="69"/>
                    </a:lnTo>
                    <a:lnTo>
                      <a:pt x="6" y="53"/>
                    </a:lnTo>
                    <a:lnTo>
                      <a:pt x="11" y="36"/>
                    </a:lnTo>
                    <a:lnTo>
                      <a:pt x="13" y="22"/>
                    </a:lnTo>
                    <a:lnTo>
                      <a:pt x="13" y="13"/>
                    </a:lnTo>
                    <a:lnTo>
                      <a:pt x="10" y="7"/>
                    </a:lnTo>
                    <a:lnTo>
                      <a:pt x="8" y="0"/>
                    </a:lnTo>
                    <a:lnTo>
                      <a:pt x="10" y="1"/>
                    </a:lnTo>
                    <a:lnTo>
                      <a:pt x="13" y="3"/>
                    </a:lnTo>
                    <a:lnTo>
                      <a:pt x="15" y="6"/>
                    </a:lnTo>
                    <a:lnTo>
                      <a:pt x="18" y="10"/>
                    </a:lnTo>
                    <a:lnTo>
                      <a:pt x="19" y="15"/>
                    </a:lnTo>
                    <a:lnTo>
                      <a:pt x="20" y="22"/>
                    </a:lnTo>
                    <a:lnTo>
                      <a:pt x="19" y="29"/>
                    </a:lnTo>
                    <a:lnTo>
                      <a:pt x="14" y="48"/>
                    </a:lnTo>
                    <a:lnTo>
                      <a:pt x="8" y="64"/>
                    </a:lnTo>
                    <a:lnTo>
                      <a:pt x="0" y="8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sp>
        <p:nvSpPr>
          <p:cNvPr id="7178" name="Freeform 57"/>
          <p:cNvSpPr>
            <a:spLocks/>
          </p:cNvSpPr>
          <p:nvPr/>
        </p:nvSpPr>
        <p:spPr bwMode="auto">
          <a:xfrm>
            <a:off x="881063" y="2709863"/>
            <a:ext cx="476250" cy="414337"/>
          </a:xfrm>
          <a:custGeom>
            <a:avLst/>
            <a:gdLst>
              <a:gd name="T0" fmla="*/ 2147483647 w 300"/>
              <a:gd name="T1" fmla="*/ 0 h 261"/>
              <a:gd name="T2" fmla="*/ 2147483647 w 300"/>
              <a:gd name="T3" fmla="*/ 2147483647 h 261"/>
              <a:gd name="T4" fmla="*/ 0 w 300"/>
              <a:gd name="T5" fmla="*/ 2147483647 h 261"/>
              <a:gd name="T6" fmla="*/ 2147483647 w 300"/>
              <a:gd name="T7" fmla="*/ 2147483647 h 261"/>
              <a:gd name="T8" fmla="*/ 2147483647 w 300"/>
              <a:gd name="T9" fmla="*/ 2147483647 h 261"/>
              <a:gd name="T10" fmla="*/ 2147483647 w 300"/>
              <a:gd name="T11" fmla="*/ 2147483647 h 261"/>
              <a:gd name="T12" fmla="*/ 2147483647 w 300"/>
              <a:gd name="T13" fmla="*/ 2147483647 h 261"/>
              <a:gd name="T14" fmla="*/ 2147483647 w 300"/>
              <a:gd name="T15" fmla="*/ 2147483647 h 261"/>
              <a:gd name="T16" fmla="*/ 2147483647 w 300"/>
              <a:gd name="T17" fmla="*/ 2147483647 h 26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00"/>
              <a:gd name="T28" fmla="*/ 0 h 261"/>
              <a:gd name="T29" fmla="*/ 300 w 300"/>
              <a:gd name="T30" fmla="*/ 261 h 26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00" h="261">
                <a:moveTo>
                  <a:pt x="138" y="0"/>
                </a:moveTo>
                <a:lnTo>
                  <a:pt x="33" y="141"/>
                </a:lnTo>
                <a:lnTo>
                  <a:pt x="0" y="216"/>
                </a:lnTo>
                <a:lnTo>
                  <a:pt x="30" y="246"/>
                </a:lnTo>
                <a:lnTo>
                  <a:pt x="69" y="255"/>
                </a:lnTo>
                <a:lnTo>
                  <a:pt x="300" y="261"/>
                </a:lnTo>
                <a:lnTo>
                  <a:pt x="288" y="189"/>
                </a:lnTo>
                <a:lnTo>
                  <a:pt x="87" y="174"/>
                </a:lnTo>
                <a:lnTo>
                  <a:pt x="204" y="23"/>
                </a:lnTo>
              </a:path>
            </a:pathLst>
          </a:custGeom>
          <a:solidFill>
            <a:schemeClr val="bg1"/>
          </a:solidFill>
          <a:ln>
            <a:noFill/>
          </a:ln>
          <a:extLst>
            <a:ext uri="{91240B29-F687-4F45-9708-019B960494DF}">
              <a14:hiddenLine xmlns:a14="http://schemas.microsoft.com/office/drawing/2010/main" w="28575">
                <a:solidFill>
                  <a:srgbClr val="000000"/>
                </a:solidFill>
                <a:round/>
                <a:headEnd/>
                <a:tailEnd/>
              </a14:hiddenLine>
            </a:ext>
          </a:extLst>
        </p:spPr>
        <p:txBody>
          <a:bodyPr lIns="0" tIns="0" rIns="0" bIns="0" anchor="ctr">
            <a:spAutoFit/>
          </a:bodyPr>
          <a:lstStyle/>
          <a:p>
            <a:endParaRPr lang="en-US"/>
          </a:p>
        </p:txBody>
      </p:sp>
      <p:grpSp>
        <p:nvGrpSpPr>
          <p:cNvPr id="7179" name="Group 58"/>
          <p:cNvGrpSpPr>
            <a:grpSpLocks/>
          </p:cNvGrpSpPr>
          <p:nvPr/>
        </p:nvGrpSpPr>
        <p:grpSpPr bwMode="auto">
          <a:xfrm>
            <a:off x="949325" y="2025650"/>
            <a:ext cx="1341438" cy="903288"/>
            <a:chOff x="2984" y="3331"/>
            <a:chExt cx="845" cy="569"/>
          </a:xfrm>
        </p:grpSpPr>
        <p:sp>
          <p:nvSpPr>
            <p:cNvPr id="7187" name="AutoShape 59"/>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7188" name="Group 60"/>
            <p:cNvGrpSpPr>
              <a:grpSpLocks/>
            </p:cNvGrpSpPr>
            <p:nvPr/>
          </p:nvGrpSpPr>
          <p:grpSpPr bwMode="auto">
            <a:xfrm>
              <a:off x="3386" y="3487"/>
              <a:ext cx="443" cy="398"/>
              <a:chOff x="4838" y="2218"/>
              <a:chExt cx="395" cy="355"/>
            </a:xfrm>
          </p:grpSpPr>
          <p:sp>
            <p:nvSpPr>
              <p:cNvPr id="7189" name="Freeform 61"/>
              <p:cNvSpPr>
                <a:spLocks/>
              </p:cNvSpPr>
              <p:nvPr/>
            </p:nvSpPr>
            <p:spPr bwMode="auto">
              <a:xfrm>
                <a:off x="4888" y="2251"/>
                <a:ext cx="294" cy="113"/>
              </a:xfrm>
              <a:custGeom>
                <a:avLst/>
                <a:gdLst>
                  <a:gd name="T0" fmla="*/ 36 w 839"/>
                  <a:gd name="T1" fmla="*/ 10 h 319"/>
                  <a:gd name="T2" fmla="*/ 35 w 839"/>
                  <a:gd name="T3" fmla="*/ 8 h 319"/>
                  <a:gd name="T4" fmla="*/ 33 w 839"/>
                  <a:gd name="T5" fmla="*/ 8 h 319"/>
                  <a:gd name="T6" fmla="*/ 32 w 839"/>
                  <a:gd name="T7" fmla="*/ 8 h 319"/>
                  <a:gd name="T8" fmla="*/ 31 w 839"/>
                  <a:gd name="T9" fmla="*/ 10 h 319"/>
                  <a:gd name="T10" fmla="*/ 31 w 839"/>
                  <a:gd name="T11" fmla="*/ 11 h 319"/>
                  <a:gd name="T12" fmla="*/ 31 w 839"/>
                  <a:gd name="T13" fmla="*/ 12 h 319"/>
                  <a:gd name="T14" fmla="*/ 30 w 839"/>
                  <a:gd name="T15" fmla="*/ 12 h 319"/>
                  <a:gd name="T16" fmla="*/ 28 w 839"/>
                  <a:gd name="T17" fmla="*/ 11 h 319"/>
                  <a:gd name="T18" fmla="*/ 27 w 839"/>
                  <a:gd name="T19" fmla="*/ 10 h 319"/>
                  <a:gd name="T20" fmla="*/ 26 w 839"/>
                  <a:gd name="T21" fmla="*/ 9 h 319"/>
                  <a:gd name="T22" fmla="*/ 25 w 839"/>
                  <a:gd name="T23" fmla="*/ 8 h 319"/>
                  <a:gd name="T24" fmla="*/ 23 w 839"/>
                  <a:gd name="T25" fmla="*/ 7 h 319"/>
                  <a:gd name="T26" fmla="*/ 21 w 839"/>
                  <a:gd name="T27" fmla="*/ 6 h 319"/>
                  <a:gd name="T28" fmla="*/ 18 w 839"/>
                  <a:gd name="T29" fmla="*/ 5 h 319"/>
                  <a:gd name="T30" fmla="*/ 16 w 839"/>
                  <a:gd name="T31" fmla="*/ 4 h 319"/>
                  <a:gd name="T32" fmla="*/ 13 w 839"/>
                  <a:gd name="T33" fmla="*/ 4 h 319"/>
                  <a:gd name="T34" fmla="*/ 11 w 839"/>
                  <a:gd name="T35" fmla="*/ 4 h 319"/>
                  <a:gd name="T36" fmla="*/ 9 w 839"/>
                  <a:gd name="T37" fmla="*/ 5 h 319"/>
                  <a:gd name="T38" fmla="*/ 8 w 839"/>
                  <a:gd name="T39" fmla="*/ 5 h 319"/>
                  <a:gd name="T40" fmla="*/ 7 w 839"/>
                  <a:gd name="T41" fmla="*/ 5 h 319"/>
                  <a:gd name="T42" fmla="*/ 6 w 839"/>
                  <a:gd name="T43" fmla="*/ 5 h 319"/>
                  <a:gd name="T44" fmla="*/ 5 w 839"/>
                  <a:gd name="T45" fmla="*/ 5 h 319"/>
                  <a:gd name="T46" fmla="*/ 5 w 839"/>
                  <a:gd name="T47" fmla="*/ 4 h 319"/>
                  <a:gd name="T48" fmla="*/ 5 w 839"/>
                  <a:gd name="T49" fmla="*/ 2 h 319"/>
                  <a:gd name="T50" fmla="*/ 4 w 839"/>
                  <a:gd name="T51" fmla="*/ 0 h 319"/>
                  <a:gd name="T52" fmla="*/ 3 w 839"/>
                  <a:gd name="T53" fmla="*/ 0 h 319"/>
                  <a:gd name="T54" fmla="*/ 1 w 839"/>
                  <a:gd name="T55" fmla="*/ 0 h 319"/>
                  <a:gd name="T56" fmla="*/ 0 w 839"/>
                  <a:gd name="T57" fmla="*/ 2 h 319"/>
                  <a:gd name="T58" fmla="*/ 0 w 839"/>
                  <a:gd name="T59" fmla="*/ 4 h 319"/>
                  <a:gd name="T60" fmla="*/ 2 w 839"/>
                  <a:gd name="T61" fmla="*/ 6 h 319"/>
                  <a:gd name="T62" fmla="*/ 3 w 839"/>
                  <a:gd name="T63" fmla="*/ 6 h 319"/>
                  <a:gd name="T64" fmla="*/ 4 w 839"/>
                  <a:gd name="T65" fmla="*/ 7 h 319"/>
                  <a:gd name="T66" fmla="*/ 6 w 839"/>
                  <a:gd name="T67" fmla="*/ 7 h 319"/>
                  <a:gd name="T68" fmla="*/ 8 w 839"/>
                  <a:gd name="T69" fmla="*/ 7 h 319"/>
                  <a:gd name="T70" fmla="*/ 11 w 839"/>
                  <a:gd name="T71" fmla="*/ 7 h 319"/>
                  <a:gd name="T72" fmla="*/ 12 w 839"/>
                  <a:gd name="T73" fmla="*/ 7 h 319"/>
                  <a:gd name="T74" fmla="*/ 14 w 839"/>
                  <a:gd name="T75" fmla="*/ 7 h 319"/>
                  <a:gd name="T76" fmla="*/ 18 w 839"/>
                  <a:gd name="T77" fmla="*/ 8 h 319"/>
                  <a:gd name="T78" fmla="*/ 21 w 839"/>
                  <a:gd name="T79" fmla="*/ 9 h 319"/>
                  <a:gd name="T80" fmla="*/ 23 w 839"/>
                  <a:gd name="T81" fmla="*/ 10 h 319"/>
                  <a:gd name="T82" fmla="*/ 25 w 839"/>
                  <a:gd name="T83" fmla="*/ 11 h 319"/>
                  <a:gd name="T84" fmla="*/ 27 w 839"/>
                  <a:gd name="T85" fmla="*/ 12 h 319"/>
                  <a:gd name="T86" fmla="*/ 29 w 839"/>
                  <a:gd name="T87" fmla="*/ 13 h 319"/>
                  <a:gd name="T88" fmla="*/ 31 w 839"/>
                  <a:gd name="T89" fmla="*/ 14 h 319"/>
                  <a:gd name="T90" fmla="*/ 33 w 839"/>
                  <a:gd name="T91" fmla="*/ 14 h 319"/>
                  <a:gd name="T92" fmla="*/ 34 w 839"/>
                  <a:gd name="T93" fmla="*/ 13 h 319"/>
                  <a:gd name="T94" fmla="*/ 36 w 839"/>
                  <a:gd name="T95" fmla="*/ 12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90" name="Freeform 62"/>
              <p:cNvSpPr>
                <a:spLocks/>
              </p:cNvSpPr>
              <p:nvPr/>
            </p:nvSpPr>
            <p:spPr bwMode="auto">
              <a:xfrm>
                <a:off x="4838" y="2408"/>
                <a:ext cx="145" cy="55"/>
              </a:xfrm>
              <a:custGeom>
                <a:avLst/>
                <a:gdLst>
                  <a:gd name="T0" fmla="*/ 0 w 413"/>
                  <a:gd name="T1" fmla="*/ 0 h 156"/>
                  <a:gd name="T2" fmla="*/ 0 w 413"/>
                  <a:gd name="T3" fmla="*/ 1 h 156"/>
                  <a:gd name="T4" fmla="*/ 1 w 413"/>
                  <a:gd name="T5" fmla="*/ 3 h 156"/>
                  <a:gd name="T6" fmla="*/ 2 w 413"/>
                  <a:gd name="T7" fmla="*/ 4 h 156"/>
                  <a:gd name="T8" fmla="*/ 3 w 413"/>
                  <a:gd name="T9" fmla="*/ 5 h 156"/>
                  <a:gd name="T10" fmla="*/ 4 w 413"/>
                  <a:gd name="T11" fmla="*/ 6 h 156"/>
                  <a:gd name="T12" fmla="*/ 6 w 413"/>
                  <a:gd name="T13" fmla="*/ 6 h 156"/>
                  <a:gd name="T14" fmla="*/ 7 w 413"/>
                  <a:gd name="T15" fmla="*/ 7 h 156"/>
                  <a:gd name="T16" fmla="*/ 9 w 413"/>
                  <a:gd name="T17" fmla="*/ 7 h 156"/>
                  <a:gd name="T18" fmla="*/ 11 w 413"/>
                  <a:gd name="T19" fmla="*/ 7 h 156"/>
                  <a:gd name="T20" fmla="*/ 12 w 413"/>
                  <a:gd name="T21" fmla="*/ 6 h 156"/>
                  <a:gd name="T22" fmla="*/ 14 w 413"/>
                  <a:gd name="T23" fmla="*/ 6 h 156"/>
                  <a:gd name="T24" fmla="*/ 15 w 413"/>
                  <a:gd name="T25" fmla="*/ 5 h 156"/>
                  <a:gd name="T26" fmla="*/ 16 w 413"/>
                  <a:gd name="T27" fmla="*/ 4 h 156"/>
                  <a:gd name="T28" fmla="*/ 17 w 413"/>
                  <a:gd name="T29" fmla="*/ 3 h 156"/>
                  <a:gd name="T30" fmla="*/ 18 w 413"/>
                  <a:gd name="T31" fmla="*/ 1 h 156"/>
                  <a:gd name="T32" fmla="*/ 18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91" name="Freeform 63"/>
              <p:cNvSpPr>
                <a:spLocks/>
              </p:cNvSpPr>
              <p:nvPr/>
            </p:nvSpPr>
            <p:spPr bwMode="auto">
              <a:xfrm>
                <a:off x="4854" y="2282"/>
                <a:ext cx="60" cy="131"/>
              </a:xfrm>
              <a:custGeom>
                <a:avLst/>
                <a:gdLst>
                  <a:gd name="T0" fmla="*/ 1 w 170"/>
                  <a:gd name="T1" fmla="*/ 16 h 373"/>
                  <a:gd name="T2" fmla="*/ 7 w 170"/>
                  <a:gd name="T3" fmla="*/ 0 h 373"/>
                  <a:gd name="T4" fmla="*/ 6 w 170"/>
                  <a:gd name="T5" fmla="*/ 0 h 373"/>
                  <a:gd name="T6" fmla="*/ 0 w 170"/>
                  <a:gd name="T7" fmla="*/ 16 h 373"/>
                  <a:gd name="T8" fmla="*/ 1 w 170"/>
                  <a:gd name="T9" fmla="*/ 16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92" name="Freeform 64"/>
              <p:cNvSpPr>
                <a:spLocks/>
              </p:cNvSpPr>
              <p:nvPr/>
            </p:nvSpPr>
            <p:spPr bwMode="auto">
              <a:xfrm>
                <a:off x="4908" y="2282"/>
                <a:ext cx="59" cy="131"/>
              </a:xfrm>
              <a:custGeom>
                <a:avLst/>
                <a:gdLst>
                  <a:gd name="T0" fmla="*/ 6 w 168"/>
                  <a:gd name="T1" fmla="*/ 16 h 373"/>
                  <a:gd name="T2" fmla="*/ 0 w 168"/>
                  <a:gd name="T3" fmla="*/ 0 h 373"/>
                  <a:gd name="T4" fmla="*/ 1 w 168"/>
                  <a:gd name="T5" fmla="*/ 0 h 373"/>
                  <a:gd name="T6" fmla="*/ 7 w 168"/>
                  <a:gd name="T7" fmla="*/ 16 h 373"/>
                  <a:gd name="T8" fmla="*/ 6 w 168"/>
                  <a:gd name="T9" fmla="*/ 16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93" name="Freeform 65"/>
              <p:cNvSpPr>
                <a:spLocks/>
              </p:cNvSpPr>
              <p:nvPr/>
            </p:nvSpPr>
            <p:spPr bwMode="auto">
              <a:xfrm>
                <a:off x="5087" y="2464"/>
                <a:ext cx="146" cy="55"/>
              </a:xfrm>
              <a:custGeom>
                <a:avLst/>
                <a:gdLst>
                  <a:gd name="T0" fmla="*/ 0 w 413"/>
                  <a:gd name="T1" fmla="*/ 0 h 158"/>
                  <a:gd name="T2" fmla="*/ 0 w 413"/>
                  <a:gd name="T3" fmla="*/ 1 h 158"/>
                  <a:gd name="T4" fmla="*/ 1 w 413"/>
                  <a:gd name="T5" fmla="*/ 3 h 158"/>
                  <a:gd name="T6" fmla="*/ 2 w 413"/>
                  <a:gd name="T7" fmla="*/ 4 h 158"/>
                  <a:gd name="T8" fmla="*/ 3 w 413"/>
                  <a:gd name="T9" fmla="*/ 5 h 158"/>
                  <a:gd name="T10" fmla="*/ 4 w 413"/>
                  <a:gd name="T11" fmla="*/ 6 h 158"/>
                  <a:gd name="T12" fmla="*/ 6 w 413"/>
                  <a:gd name="T13" fmla="*/ 6 h 158"/>
                  <a:gd name="T14" fmla="*/ 7 w 413"/>
                  <a:gd name="T15" fmla="*/ 7 h 158"/>
                  <a:gd name="T16" fmla="*/ 9 w 413"/>
                  <a:gd name="T17" fmla="*/ 7 h 158"/>
                  <a:gd name="T18" fmla="*/ 11 w 413"/>
                  <a:gd name="T19" fmla="*/ 7 h 158"/>
                  <a:gd name="T20" fmla="*/ 12 w 413"/>
                  <a:gd name="T21" fmla="*/ 6 h 158"/>
                  <a:gd name="T22" fmla="*/ 14 w 413"/>
                  <a:gd name="T23" fmla="*/ 6 h 158"/>
                  <a:gd name="T24" fmla="*/ 15 w 413"/>
                  <a:gd name="T25" fmla="*/ 5 h 158"/>
                  <a:gd name="T26" fmla="*/ 16 w 413"/>
                  <a:gd name="T27" fmla="*/ 4 h 158"/>
                  <a:gd name="T28" fmla="*/ 17 w 413"/>
                  <a:gd name="T29" fmla="*/ 3 h 158"/>
                  <a:gd name="T30" fmla="*/ 18 w 413"/>
                  <a:gd name="T31" fmla="*/ 1 h 158"/>
                  <a:gd name="T32" fmla="*/ 18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94" name="Freeform 66"/>
              <p:cNvSpPr>
                <a:spLocks/>
              </p:cNvSpPr>
              <p:nvPr/>
            </p:nvSpPr>
            <p:spPr bwMode="auto">
              <a:xfrm>
                <a:off x="5103" y="2338"/>
                <a:ext cx="60" cy="130"/>
              </a:xfrm>
              <a:custGeom>
                <a:avLst/>
                <a:gdLst>
                  <a:gd name="T0" fmla="*/ 1 w 170"/>
                  <a:gd name="T1" fmla="*/ 16 h 370"/>
                  <a:gd name="T2" fmla="*/ 7 w 170"/>
                  <a:gd name="T3" fmla="*/ 0 h 370"/>
                  <a:gd name="T4" fmla="*/ 6 w 170"/>
                  <a:gd name="T5" fmla="*/ 0 h 370"/>
                  <a:gd name="T6" fmla="*/ 0 w 170"/>
                  <a:gd name="T7" fmla="*/ 15 h 370"/>
                  <a:gd name="T8" fmla="*/ 1 w 170"/>
                  <a:gd name="T9" fmla="*/ 16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95" name="Freeform 67"/>
              <p:cNvSpPr>
                <a:spLocks/>
              </p:cNvSpPr>
              <p:nvPr/>
            </p:nvSpPr>
            <p:spPr bwMode="auto">
              <a:xfrm>
                <a:off x="5157" y="2338"/>
                <a:ext cx="60" cy="130"/>
              </a:xfrm>
              <a:custGeom>
                <a:avLst/>
                <a:gdLst>
                  <a:gd name="T0" fmla="*/ 6 w 170"/>
                  <a:gd name="T1" fmla="*/ 16 h 370"/>
                  <a:gd name="T2" fmla="*/ 0 w 170"/>
                  <a:gd name="T3" fmla="*/ 0 h 370"/>
                  <a:gd name="T4" fmla="*/ 1 w 170"/>
                  <a:gd name="T5" fmla="*/ 0 h 370"/>
                  <a:gd name="T6" fmla="*/ 7 w 170"/>
                  <a:gd name="T7" fmla="*/ 15 h 370"/>
                  <a:gd name="T8" fmla="*/ 6 w 170"/>
                  <a:gd name="T9" fmla="*/ 16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96" name="Rectangle 68"/>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7197" name="Rectangle 69"/>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7198" name="Freeform 70"/>
              <p:cNvSpPr>
                <a:spLocks/>
              </p:cNvSpPr>
              <p:nvPr/>
            </p:nvSpPr>
            <p:spPr bwMode="auto">
              <a:xfrm>
                <a:off x="5008" y="2218"/>
                <a:ext cx="45" cy="46"/>
              </a:xfrm>
              <a:custGeom>
                <a:avLst/>
                <a:gdLst>
                  <a:gd name="T0" fmla="*/ 3 w 129"/>
                  <a:gd name="T1" fmla="*/ 6 h 128"/>
                  <a:gd name="T2" fmla="*/ 3 w 129"/>
                  <a:gd name="T3" fmla="*/ 6 h 128"/>
                  <a:gd name="T4" fmla="*/ 4 w 129"/>
                  <a:gd name="T5" fmla="*/ 6 h 128"/>
                  <a:gd name="T6" fmla="*/ 4 w 129"/>
                  <a:gd name="T7" fmla="*/ 5 h 128"/>
                  <a:gd name="T8" fmla="*/ 5 w 129"/>
                  <a:gd name="T9" fmla="*/ 5 h 128"/>
                  <a:gd name="T10" fmla="*/ 5 w 129"/>
                  <a:gd name="T11" fmla="*/ 5 h 128"/>
                  <a:gd name="T12" fmla="*/ 5 w 129"/>
                  <a:gd name="T13" fmla="*/ 4 h 128"/>
                  <a:gd name="T14" fmla="*/ 6 w 129"/>
                  <a:gd name="T15" fmla="*/ 4 h 128"/>
                  <a:gd name="T16" fmla="*/ 6 w 129"/>
                  <a:gd name="T17" fmla="*/ 3 h 128"/>
                  <a:gd name="T18" fmla="*/ 6 w 129"/>
                  <a:gd name="T19" fmla="*/ 2 h 128"/>
                  <a:gd name="T20" fmla="*/ 5 w 129"/>
                  <a:gd name="T21" fmla="*/ 2 h 128"/>
                  <a:gd name="T22" fmla="*/ 5 w 129"/>
                  <a:gd name="T23" fmla="*/ 1 h 128"/>
                  <a:gd name="T24" fmla="*/ 5 w 129"/>
                  <a:gd name="T25" fmla="*/ 1 h 128"/>
                  <a:gd name="T26" fmla="*/ 4 w 129"/>
                  <a:gd name="T27" fmla="*/ 0 h 128"/>
                  <a:gd name="T28" fmla="*/ 4 w 129"/>
                  <a:gd name="T29" fmla="*/ 0 h 128"/>
                  <a:gd name="T30" fmla="*/ 3 w 129"/>
                  <a:gd name="T31" fmla="*/ 0 h 128"/>
                  <a:gd name="T32" fmla="*/ 3 w 129"/>
                  <a:gd name="T33" fmla="*/ 0 h 128"/>
                  <a:gd name="T34" fmla="*/ 2 w 129"/>
                  <a:gd name="T35" fmla="*/ 0 h 128"/>
                  <a:gd name="T36" fmla="*/ 2 w 129"/>
                  <a:gd name="T37" fmla="*/ 0 h 128"/>
                  <a:gd name="T38" fmla="*/ 1 w 129"/>
                  <a:gd name="T39" fmla="*/ 0 h 128"/>
                  <a:gd name="T40" fmla="*/ 1 w 129"/>
                  <a:gd name="T41" fmla="*/ 1 h 128"/>
                  <a:gd name="T42" fmla="*/ 0 w 129"/>
                  <a:gd name="T43" fmla="*/ 1 h 128"/>
                  <a:gd name="T44" fmla="*/ 0 w 129"/>
                  <a:gd name="T45" fmla="*/ 2 h 128"/>
                  <a:gd name="T46" fmla="*/ 0 w 129"/>
                  <a:gd name="T47" fmla="*/ 2 h 128"/>
                  <a:gd name="T48" fmla="*/ 0 w 129"/>
                  <a:gd name="T49" fmla="*/ 3 h 128"/>
                  <a:gd name="T50" fmla="*/ 0 w 129"/>
                  <a:gd name="T51" fmla="*/ 4 h 128"/>
                  <a:gd name="T52" fmla="*/ 0 w 129"/>
                  <a:gd name="T53" fmla="*/ 4 h 128"/>
                  <a:gd name="T54" fmla="*/ 0 w 129"/>
                  <a:gd name="T55" fmla="*/ 5 h 128"/>
                  <a:gd name="T56" fmla="*/ 1 w 129"/>
                  <a:gd name="T57" fmla="*/ 5 h 128"/>
                  <a:gd name="T58" fmla="*/ 1 w 129"/>
                  <a:gd name="T59" fmla="*/ 5 h 128"/>
                  <a:gd name="T60" fmla="*/ 2 w 129"/>
                  <a:gd name="T61" fmla="*/ 6 h 128"/>
                  <a:gd name="T62" fmla="*/ 2 w 129"/>
                  <a:gd name="T63" fmla="*/ 6 h 128"/>
                  <a:gd name="T64" fmla="*/ 3 w 129"/>
                  <a:gd name="T65" fmla="*/ 6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99" name="Rectangle 71"/>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grpSp>
        <p:nvGrpSpPr>
          <p:cNvPr id="7180" name="Group 72"/>
          <p:cNvGrpSpPr>
            <a:grpSpLocks/>
          </p:cNvGrpSpPr>
          <p:nvPr/>
        </p:nvGrpSpPr>
        <p:grpSpPr bwMode="auto">
          <a:xfrm>
            <a:off x="3921125" y="2197100"/>
            <a:ext cx="1125538" cy="1268413"/>
            <a:chOff x="2470" y="1384"/>
            <a:chExt cx="709" cy="799"/>
          </a:xfrm>
        </p:grpSpPr>
        <p:sp>
          <p:nvSpPr>
            <p:cNvPr id="7181" name="AutoShape 73"/>
            <p:cNvSpPr>
              <a:spLocks noChangeArrowheads="1"/>
            </p:cNvSpPr>
            <p:nvPr/>
          </p:nvSpPr>
          <p:spPr bwMode="auto">
            <a:xfrm rot="10800000" flipH="1">
              <a:off x="2470" y="1384"/>
              <a:ext cx="709" cy="799"/>
            </a:xfrm>
            <a:prstGeom prst="foldedCorner">
              <a:avLst>
                <a:gd name="adj" fmla="val 26509"/>
              </a:avLst>
            </a:prstGeom>
            <a:solidFill>
              <a:srgbClr val="FFFFCC"/>
            </a:solidFill>
            <a:ln w="12700">
              <a:solidFill>
                <a:schemeClr val="bg1"/>
              </a:solidFill>
              <a:round/>
              <a:headEnd/>
              <a:tailEnd/>
            </a:ln>
          </p:spPr>
          <p:txBody>
            <a:bodyPr lIns="0" tIns="0" rIns="0" bIns="0" anchor="ctr">
              <a:spAutoFit/>
            </a:bodyPr>
            <a:lstStyle/>
            <a:p>
              <a:endParaRPr lang="en-US"/>
            </a:p>
          </p:txBody>
        </p:sp>
        <p:sp>
          <p:nvSpPr>
            <p:cNvPr id="7182" name="Line 74"/>
            <p:cNvSpPr>
              <a:spLocks noChangeShapeType="1"/>
            </p:cNvSpPr>
            <p:nvPr/>
          </p:nvSpPr>
          <p:spPr bwMode="auto">
            <a:xfrm>
              <a:off x="2569" y="1721"/>
              <a:ext cx="511"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7183" name="Line 75"/>
            <p:cNvSpPr>
              <a:spLocks noChangeShapeType="1"/>
            </p:cNvSpPr>
            <p:nvPr/>
          </p:nvSpPr>
          <p:spPr bwMode="auto">
            <a:xfrm>
              <a:off x="2569" y="1839"/>
              <a:ext cx="511"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7184" name="Line 76"/>
            <p:cNvSpPr>
              <a:spLocks noChangeShapeType="1"/>
            </p:cNvSpPr>
            <p:nvPr/>
          </p:nvSpPr>
          <p:spPr bwMode="auto">
            <a:xfrm>
              <a:off x="2569" y="1956"/>
              <a:ext cx="511"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7185" name="Line 77"/>
            <p:cNvSpPr>
              <a:spLocks noChangeShapeType="1"/>
            </p:cNvSpPr>
            <p:nvPr/>
          </p:nvSpPr>
          <p:spPr bwMode="auto">
            <a:xfrm>
              <a:off x="2569" y="2073"/>
              <a:ext cx="511"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7186" name="Freeform 78"/>
            <p:cNvSpPr>
              <a:spLocks/>
            </p:cNvSpPr>
            <p:nvPr/>
          </p:nvSpPr>
          <p:spPr bwMode="auto">
            <a:xfrm>
              <a:off x="2563" y="1428"/>
              <a:ext cx="510" cy="231"/>
            </a:xfrm>
            <a:custGeom>
              <a:avLst/>
              <a:gdLst>
                <a:gd name="T0" fmla="*/ 0 w 609"/>
                <a:gd name="T1" fmla="*/ 123 h 275"/>
                <a:gd name="T2" fmla="*/ 39 w 609"/>
                <a:gd name="T3" fmla="*/ 43 h 275"/>
                <a:gd name="T4" fmla="*/ 49 w 609"/>
                <a:gd name="T5" fmla="*/ 157 h 275"/>
                <a:gd name="T6" fmla="*/ 59 w 609"/>
                <a:gd name="T7" fmla="*/ 78 h 275"/>
                <a:gd name="T8" fmla="*/ 83 w 609"/>
                <a:gd name="T9" fmla="*/ 147 h 275"/>
                <a:gd name="T10" fmla="*/ 93 w 609"/>
                <a:gd name="T11" fmla="*/ 9 h 275"/>
                <a:gd name="T12" fmla="*/ 117 w 609"/>
                <a:gd name="T13" fmla="*/ 93 h 275"/>
                <a:gd name="T14" fmla="*/ 176 w 609"/>
                <a:gd name="T15" fmla="*/ 78 h 275"/>
                <a:gd name="T16" fmla="*/ 191 w 609"/>
                <a:gd name="T17" fmla="*/ 132 h 275"/>
                <a:gd name="T18" fmla="*/ 220 w 609"/>
                <a:gd name="T19" fmla="*/ 113 h 275"/>
                <a:gd name="T20" fmla="*/ 270 w 609"/>
                <a:gd name="T21" fmla="*/ 98 h 275"/>
                <a:gd name="T22" fmla="*/ 318 w 609"/>
                <a:gd name="T23" fmla="*/ 138 h 275"/>
                <a:gd name="T24" fmla="*/ 358 w 609"/>
                <a:gd name="T25" fmla="*/ 117 h 27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09"/>
                <a:gd name="T40" fmla="*/ 0 h 275"/>
                <a:gd name="T41" fmla="*/ 609 w 609"/>
                <a:gd name="T42" fmla="*/ 275 h 27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09" h="275">
                  <a:moveTo>
                    <a:pt x="0" y="207"/>
                  </a:moveTo>
                  <a:cubicBezTo>
                    <a:pt x="26" y="135"/>
                    <a:pt x="52" y="63"/>
                    <a:pt x="66" y="73"/>
                  </a:cubicBezTo>
                  <a:cubicBezTo>
                    <a:pt x="80" y="83"/>
                    <a:pt x="77" y="255"/>
                    <a:pt x="83" y="265"/>
                  </a:cubicBezTo>
                  <a:cubicBezTo>
                    <a:pt x="89" y="275"/>
                    <a:pt x="90" y="135"/>
                    <a:pt x="100" y="132"/>
                  </a:cubicBezTo>
                  <a:cubicBezTo>
                    <a:pt x="110" y="129"/>
                    <a:pt x="131" y="267"/>
                    <a:pt x="141" y="248"/>
                  </a:cubicBezTo>
                  <a:cubicBezTo>
                    <a:pt x="151" y="229"/>
                    <a:pt x="148" y="30"/>
                    <a:pt x="158" y="15"/>
                  </a:cubicBezTo>
                  <a:cubicBezTo>
                    <a:pt x="168" y="0"/>
                    <a:pt x="176" y="137"/>
                    <a:pt x="200" y="157"/>
                  </a:cubicBezTo>
                  <a:cubicBezTo>
                    <a:pt x="224" y="177"/>
                    <a:pt x="279" y="121"/>
                    <a:pt x="300" y="132"/>
                  </a:cubicBezTo>
                  <a:cubicBezTo>
                    <a:pt x="321" y="143"/>
                    <a:pt x="312" y="213"/>
                    <a:pt x="325" y="223"/>
                  </a:cubicBezTo>
                  <a:cubicBezTo>
                    <a:pt x="338" y="233"/>
                    <a:pt x="353" y="200"/>
                    <a:pt x="375" y="190"/>
                  </a:cubicBezTo>
                  <a:cubicBezTo>
                    <a:pt x="397" y="180"/>
                    <a:pt x="431" y="158"/>
                    <a:pt x="459" y="165"/>
                  </a:cubicBezTo>
                  <a:cubicBezTo>
                    <a:pt x="487" y="172"/>
                    <a:pt x="517" y="227"/>
                    <a:pt x="542" y="232"/>
                  </a:cubicBezTo>
                  <a:cubicBezTo>
                    <a:pt x="567" y="237"/>
                    <a:pt x="598" y="204"/>
                    <a:pt x="609" y="198"/>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sp>
        <p:nvSpPr>
          <p:cNvPr id="79" name="TextBox 1"/>
          <p:cNvSpPr txBox="1">
            <a:spLocks noChangeArrowheads="1"/>
          </p:cNvSpPr>
          <p:nvPr/>
        </p:nvSpPr>
        <p:spPr bwMode="auto">
          <a:xfrm>
            <a:off x="8702675" y="57150"/>
            <a:ext cx="395288" cy="14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800" dirty="0">
                <a:solidFill>
                  <a:schemeClr val="tx1"/>
                </a:solidFill>
                <a:latin typeface="Courier New" pitchFamily="49" charset="0"/>
                <a:cs typeface="Courier New" pitchFamily="49" charset="0"/>
              </a:rPr>
              <a:t>PSA</a:t>
            </a:r>
          </a:p>
        </p:txBody>
      </p:sp>
      <p:pic>
        <p:nvPicPr>
          <p:cNvPr id="80" name="Picture 5" descr="C:\Guidewire\ClaimCenter\modules\configuration\webresources\themes\Titanium\resources\images\app\panel_icon_car_1st.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48700" y="-77788"/>
            <a:ext cx="473075" cy="473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|EOS~005|</a:t>
            </a:r>
            <a:endParaRPr lang="en-US" sz="100" dirty="0" err="1">
              <a:solidFill>
                <a:srgbClr val="FFFFFF"/>
              </a:solidFill>
              <a:latin typeface="Arial"/>
              <a:cs typeface="Calibri" pitchFamily="34" charset="0"/>
            </a:endParaRPr>
          </a:p>
        </p:txBody>
      </p:sp>
      <p:sp>
        <p:nvSpPr>
          <p:cNvPr id="7170" name="Rectangle 2"/>
          <p:cNvSpPr>
            <a:spLocks noChangeArrowheads="1"/>
          </p:cNvSpPr>
          <p:nvPr/>
        </p:nvSpPr>
        <p:spPr bwMode="auto">
          <a:xfrm>
            <a:off x="1265238" y="3006725"/>
            <a:ext cx="1758950" cy="117475"/>
          </a:xfrm>
          <a:prstGeom prst="rect">
            <a:avLst/>
          </a:prstGeom>
          <a:solidFill>
            <a:schemeClr val="bg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7171" name="Line 3"/>
          <p:cNvSpPr>
            <a:spLocks noChangeShapeType="1"/>
          </p:cNvSpPr>
          <p:nvPr/>
        </p:nvSpPr>
        <p:spPr bwMode="auto">
          <a:xfrm>
            <a:off x="3095625" y="1724025"/>
            <a:ext cx="0" cy="1019175"/>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7172" name="Line 4"/>
          <p:cNvSpPr>
            <a:spLocks noChangeShapeType="1"/>
          </p:cNvSpPr>
          <p:nvPr/>
        </p:nvSpPr>
        <p:spPr bwMode="auto">
          <a:xfrm>
            <a:off x="3095625" y="2743200"/>
            <a:ext cx="825500"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7173" name="Rectangle 5"/>
          <p:cNvSpPr>
            <a:spLocks noGrp="1" noChangeArrowheads="1"/>
          </p:cNvSpPr>
          <p:nvPr>
            <p:ph type="title"/>
          </p:nvPr>
        </p:nvSpPr>
        <p:spPr/>
        <p:txBody>
          <a:bodyPr/>
          <a:lstStyle/>
          <a:p>
            <a:pPr eaLnBrk="1" hangingPunct="1"/>
            <a:r>
              <a:rPr lang="en-US"/>
              <a:t>Documents</a:t>
            </a:r>
          </a:p>
        </p:txBody>
      </p:sp>
      <p:sp>
        <p:nvSpPr>
          <p:cNvPr id="7174" name="Rectangle 6"/>
          <p:cNvSpPr>
            <a:spLocks noGrp="1" noChangeArrowheads="1"/>
          </p:cNvSpPr>
          <p:nvPr>
            <p:ph idx="1"/>
          </p:nvPr>
        </p:nvSpPr>
        <p:spPr>
          <a:xfrm>
            <a:off x="519113" y="4070350"/>
            <a:ext cx="8318500" cy="2254250"/>
          </a:xfrm>
        </p:spPr>
        <p:txBody>
          <a:bodyPr/>
          <a:lstStyle/>
          <a:p>
            <a:pPr>
              <a:buFont typeface="Arial" charset="0"/>
              <a:buChar char="•"/>
            </a:pPr>
            <a:r>
              <a:rPr lang="en-US" dirty="0"/>
              <a:t>A ClaimCenter document is a document which contains information relevant to the claim</a:t>
            </a:r>
          </a:p>
          <a:p>
            <a:pPr>
              <a:buFont typeface="Arial" charset="0"/>
              <a:buChar char="•"/>
            </a:pPr>
            <a:r>
              <a:rPr lang="en-US" dirty="0"/>
              <a:t>Documents are either:</a:t>
            </a:r>
          </a:p>
          <a:p>
            <a:pPr lvl="1"/>
            <a:r>
              <a:rPr lang="en-US" dirty="0"/>
              <a:t>Physical pieces of paper (such as a claim form from an employee or a doctor’s prescription), or</a:t>
            </a:r>
          </a:p>
          <a:p>
            <a:pPr lvl="1"/>
            <a:r>
              <a:rPr lang="en-US" dirty="0"/>
              <a:t>Electronic files (such as a PDF, Word or Email document)</a:t>
            </a:r>
          </a:p>
        </p:txBody>
      </p:sp>
      <p:sp>
        <p:nvSpPr>
          <p:cNvPr id="7175" name="Text Box 7"/>
          <p:cNvSpPr txBox="1">
            <a:spLocks noChangeArrowheads="1"/>
          </p:cNvSpPr>
          <p:nvPr/>
        </p:nvSpPr>
        <p:spPr bwMode="auto">
          <a:xfrm>
            <a:off x="5675313" y="2198688"/>
            <a:ext cx="2898775" cy="15388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000" b="1" dirty="0"/>
              <a:t>Please evaluate and treat Ms. Arlington for TBI resulting from workplace injury on 8/4/2014.</a:t>
            </a:r>
          </a:p>
        </p:txBody>
      </p:sp>
      <p:grpSp>
        <p:nvGrpSpPr>
          <p:cNvPr id="7177" name="Group 42"/>
          <p:cNvGrpSpPr>
            <a:grpSpLocks/>
          </p:cNvGrpSpPr>
          <p:nvPr/>
        </p:nvGrpSpPr>
        <p:grpSpPr bwMode="auto">
          <a:xfrm>
            <a:off x="2947988" y="2622550"/>
            <a:ext cx="963612" cy="785813"/>
            <a:chOff x="729" y="3059"/>
            <a:chExt cx="607" cy="495"/>
          </a:xfrm>
        </p:grpSpPr>
        <p:grpSp>
          <p:nvGrpSpPr>
            <p:cNvPr id="7200" name="Group 43"/>
            <p:cNvGrpSpPr>
              <a:grpSpLocks/>
            </p:cNvGrpSpPr>
            <p:nvPr/>
          </p:nvGrpSpPr>
          <p:grpSpPr bwMode="auto">
            <a:xfrm>
              <a:off x="836" y="3059"/>
              <a:ext cx="500" cy="495"/>
              <a:chOff x="2064" y="3278"/>
              <a:chExt cx="500" cy="495"/>
            </a:xfrm>
          </p:grpSpPr>
          <p:sp>
            <p:nvSpPr>
              <p:cNvPr id="7211" name="Rectangle 44"/>
              <p:cNvSpPr>
                <a:spLocks noChangeArrowheads="1"/>
              </p:cNvSpPr>
              <p:nvPr/>
            </p:nvSpPr>
            <p:spPr bwMode="auto">
              <a:xfrm rot="-2963728">
                <a:off x="2240" y="3267"/>
                <a:ext cx="144" cy="496"/>
              </a:xfrm>
              <a:prstGeom prst="rect">
                <a:avLst/>
              </a:prstGeom>
              <a:solidFill>
                <a:srgbClr val="FFCC00"/>
              </a:solidFill>
              <a:ln w="12700">
                <a:solidFill>
                  <a:schemeClr val="bg1"/>
                </a:solidFill>
                <a:miter lim="800000"/>
                <a:headEnd/>
                <a:tailEnd/>
              </a:ln>
            </p:spPr>
            <p:txBody>
              <a:bodyPr anchor="ctr">
                <a:spAutoFit/>
              </a:bodyPr>
              <a:lstStyle/>
              <a:p>
                <a:endParaRPr lang="en-US"/>
              </a:p>
            </p:txBody>
          </p:sp>
          <p:sp>
            <p:nvSpPr>
              <p:cNvPr id="7212" name="Rectangle 45"/>
              <p:cNvSpPr>
                <a:spLocks noChangeArrowheads="1"/>
              </p:cNvSpPr>
              <p:nvPr/>
            </p:nvSpPr>
            <p:spPr bwMode="auto">
              <a:xfrm rot="-2963728">
                <a:off x="2050" y="3313"/>
                <a:ext cx="144" cy="73"/>
              </a:xfrm>
              <a:prstGeom prst="rect">
                <a:avLst/>
              </a:prstGeom>
              <a:solidFill>
                <a:srgbClr val="FF66FF"/>
              </a:solidFill>
              <a:ln w="12700">
                <a:solidFill>
                  <a:schemeClr val="bg1"/>
                </a:solidFill>
                <a:miter lim="800000"/>
                <a:headEnd/>
                <a:tailEnd/>
              </a:ln>
            </p:spPr>
            <p:txBody>
              <a:bodyPr anchor="ctr">
                <a:spAutoFit/>
              </a:bodyPr>
              <a:lstStyle/>
              <a:p>
                <a:endParaRPr lang="en-US"/>
              </a:p>
            </p:txBody>
          </p:sp>
          <p:sp>
            <p:nvSpPr>
              <p:cNvPr id="7213" name="AutoShape 46"/>
              <p:cNvSpPr>
                <a:spLocks noChangeArrowheads="1"/>
              </p:cNvSpPr>
              <p:nvPr/>
            </p:nvSpPr>
            <p:spPr bwMode="auto">
              <a:xfrm rot="18636272" flipV="1">
                <a:off x="2456" y="3664"/>
                <a:ext cx="144" cy="73"/>
              </a:xfrm>
              <a:prstGeom prst="triangle">
                <a:avLst>
                  <a:gd name="adj" fmla="val 49995"/>
                </a:avLst>
              </a:prstGeom>
              <a:solidFill>
                <a:schemeClr val="hlink"/>
              </a:solidFill>
              <a:ln w="12700">
                <a:solidFill>
                  <a:schemeClr val="bg1"/>
                </a:solidFill>
                <a:miter lim="800000"/>
                <a:headEnd/>
                <a:tailEnd/>
              </a:ln>
            </p:spPr>
            <p:txBody>
              <a:bodyPr anchor="ctr">
                <a:spAutoFit/>
              </a:bodyPr>
              <a:lstStyle/>
              <a:p>
                <a:endParaRPr lang="en-US"/>
              </a:p>
            </p:txBody>
          </p:sp>
        </p:grpSp>
        <p:grpSp>
          <p:nvGrpSpPr>
            <p:cNvPr id="7201" name="Group 47"/>
            <p:cNvGrpSpPr>
              <a:grpSpLocks/>
            </p:cNvGrpSpPr>
            <p:nvPr/>
          </p:nvGrpSpPr>
          <p:grpSpPr bwMode="auto">
            <a:xfrm>
              <a:off x="729" y="3115"/>
              <a:ext cx="512" cy="334"/>
              <a:chOff x="4250" y="2059"/>
              <a:chExt cx="438" cy="286"/>
            </a:xfrm>
          </p:grpSpPr>
          <p:sp>
            <p:nvSpPr>
              <p:cNvPr id="7202" name="Freeform 48"/>
              <p:cNvSpPr>
                <a:spLocks/>
              </p:cNvSpPr>
              <p:nvPr/>
            </p:nvSpPr>
            <p:spPr bwMode="auto">
              <a:xfrm rot="3766183" flipH="1">
                <a:off x="4235" y="2207"/>
                <a:ext cx="153" cy="124"/>
              </a:xfrm>
              <a:custGeom>
                <a:avLst/>
                <a:gdLst>
                  <a:gd name="T0" fmla="*/ 57 w 153"/>
                  <a:gd name="T1" fmla="*/ 7 h 124"/>
                  <a:gd name="T2" fmla="*/ 57 w 153"/>
                  <a:gd name="T3" fmla="*/ 7 h 124"/>
                  <a:gd name="T4" fmla="*/ 73 w 153"/>
                  <a:gd name="T5" fmla="*/ 2 h 124"/>
                  <a:gd name="T6" fmla="*/ 88 w 153"/>
                  <a:gd name="T7" fmla="*/ 0 h 124"/>
                  <a:gd name="T8" fmla="*/ 101 w 153"/>
                  <a:gd name="T9" fmla="*/ 0 h 124"/>
                  <a:gd name="T10" fmla="*/ 115 w 153"/>
                  <a:gd name="T11" fmla="*/ 2 h 124"/>
                  <a:gd name="T12" fmla="*/ 127 w 153"/>
                  <a:gd name="T13" fmla="*/ 7 h 124"/>
                  <a:gd name="T14" fmla="*/ 137 w 153"/>
                  <a:gd name="T15" fmla="*/ 14 h 124"/>
                  <a:gd name="T16" fmla="*/ 142 w 153"/>
                  <a:gd name="T17" fmla="*/ 17 h 124"/>
                  <a:gd name="T18" fmla="*/ 146 w 153"/>
                  <a:gd name="T19" fmla="*/ 22 h 124"/>
                  <a:gd name="T20" fmla="*/ 148 w 153"/>
                  <a:gd name="T21" fmla="*/ 27 h 124"/>
                  <a:gd name="T22" fmla="*/ 151 w 153"/>
                  <a:gd name="T23" fmla="*/ 32 h 124"/>
                  <a:gd name="T24" fmla="*/ 151 w 153"/>
                  <a:gd name="T25" fmla="*/ 32 h 124"/>
                  <a:gd name="T26" fmla="*/ 152 w 153"/>
                  <a:gd name="T27" fmla="*/ 38 h 124"/>
                  <a:gd name="T28" fmla="*/ 153 w 153"/>
                  <a:gd name="T29" fmla="*/ 45 h 124"/>
                  <a:gd name="T30" fmla="*/ 153 w 153"/>
                  <a:gd name="T31" fmla="*/ 49 h 124"/>
                  <a:gd name="T32" fmla="*/ 152 w 153"/>
                  <a:gd name="T33" fmla="*/ 56 h 124"/>
                  <a:gd name="T34" fmla="*/ 148 w 153"/>
                  <a:gd name="T35" fmla="*/ 68 h 124"/>
                  <a:gd name="T36" fmla="*/ 142 w 153"/>
                  <a:gd name="T37" fmla="*/ 80 h 124"/>
                  <a:gd name="T38" fmla="*/ 133 w 153"/>
                  <a:gd name="T39" fmla="*/ 91 h 124"/>
                  <a:gd name="T40" fmla="*/ 123 w 153"/>
                  <a:gd name="T41" fmla="*/ 101 h 124"/>
                  <a:gd name="T42" fmla="*/ 110 w 153"/>
                  <a:gd name="T43" fmla="*/ 110 h 124"/>
                  <a:gd name="T44" fmla="*/ 96 w 153"/>
                  <a:gd name="T45" fmla="*/ 116 h 124"/>
                  <a:gd name="T46" fmla="*/ 96 w 153"/>
                  <a:gd name="T47" fmla="*/ 116 h 124"/>
                  <a:gd name="T48" fmla="*/ 80 w 153"/>
                  <a:gd name="T49" fmla="*/ 121 h 124"/>
                  <a:gd name="T50" fmla="*/ 65 w 153"/>
                  <a:gd name="T51" fmla="*/ 124 h 124"/>
                  <a:gd name="T52" fmla="*/ 50 w 153"/>
                  <a:gd name="T53" fmla="*/ 124 h 124"/>
                  <a:gd name="T54" fmla="*/ 38 w 153"/>
                  <a:gd name="T55" fmla="*/ 121 h 124"/>
                  <a:gd name="T56" fmla="*/ 26 w 153"/>
                  <a:gd name="T57" fmla="*/ 117 h 124"/>
                  <a:gd name="T58" fmla="*/ 16 w 153"/>
                  <a:gd name="T59" fmla="*/ 110 h 124"/>
                  <a:gd name="T60" fmla="*/ 11 w 153"/>
                  <a:gd name="T61" fmla="*/ 106 h 124"/>
                  <a:gd name="T62" fmla="*/ 7 w 153"/>
                  <a:gd name="T63" fmla="*/ 101 h 124"/>
                  <a:gd name="T64" fmla="*/ 5 w 153"/>
                  <a:gd name="T65" fmla="*/ 96 h 124"/>
                  <a:gd name="T66" fmla="*/ 2 w 153"/>
                  <a:gd name="T67" fmla="*/ 91 h 124"/>
                  <a:gd name="T68" fmla="*/ 2 w 153"/>
                  <a:gd name="T69" fmla="*/ 91 h 124"/>
                  <a:gd name="T70" fmla="*/ 1 w 153"/>
                  <a:gd name="T71" fmla="*/ 85 h 124"/>
                  <a:gd name="T72" fmla="*/ 0 w 153"/>
                  <a:gd name="T73" fmla="*/ 80 h 124"/>
                  <a:gd name="T74" fmla="*/ 0 w 153"/>
                  <a:gd name="T75" fmla="*/ 74 h 124"/>
                  <a:gd name="T76" fmla="*/ 0 w 153"/>
                  <a:gd name="T77" fmla="*/ 68 h 124"/>
                  <a:gd name="T78" fmla="*/ 3 w 153"/>
                  <a:gd name="T79" fmla="*/ 56 h 124"/>
                  <a:gd name="T80" fmla="*/ 10 w 153"/>
                  <a:gd name="T81" fmla="*/ 45 h 124"/>
                  <a:gd name="T82" fmla="*/ 18 w 153"/>
                  <a:gd name="T83" fmla="*/ 33 h 124"/>
                  <a:gd name="T84" fmla="*/ 29 w 153"/>
                  <a:gd name="T85" fmla="*/ 23 h 124"/>
                  <a:gd name="T86" fmla="*/ 42 w 153"/>
                  <a:gd name="T87" fmla="*/ 15 h 124"/>
                  <a:gd name="T88" fmla="*/ 57 w 153"/>
                  <a:gd name="T89" fmla="*/ 7 h 124"/>
                  <a:gd name="T90" fmla="*/ 57 w 153"/>
                  <a:gd name="T91" fmla="*/ 7 h 124"/>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53"/>
                  <a:gd name="T139" fmla="*/ 0 h 124"/>
                  <a:gd name="T140" fmla="*/ 153 w 153"/>
                  <a:gd name="T141" fmla="*/ 124 h 124"/>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53" h="124">
                    <a:moveTo>
                      <a:pt x="57" y="7"/>
                    </a:moveTo>
                    <a:lnTo>
                      <a:pt x="57" y="7"/>
                    </a:lnTo>
                    <a:lnTo>
                      <a:pt x="73" y="2"/>
                    </a:lnTo>
                    <a:lnTo>
                      <a:pt x="88" y="0"/>
                    </a:lnTo>
                    <a:lnTo>
                      <a:pt x="101" y="0"/>
                    </a:lnTo>
                    <a:lnTo>
                      <a:pt x="115" y="2"/>
                    </a:lnTo>
                    <a:lnTo>
                      <a:pt x="127" y="7"/>
                    </a:lnTo>
                    <a:lnTo>
                      <a:pt x="137" y="14"/>
                    </a:lnTo>
                    <a:lnTo>
                      <a:pt x="142" y="17"/>
                    </a:lnTo>
                    <a:lnTo>
                      <a:pt x="146" y="22"/>
                    </a:lnTo>
                    <a:lnTo>
                      <a:pt x="148" y="27"/>
                    </a:lnTo>
                    <a:lnTo>
                      <a:pt x="151" y="32"/>
                    </a:lnTo>
                    <a:lnTo>
                      <a:pt x="152" y="38"/>
                    </a:lnTo>
                    <a:lnTo>
                      <a:pt x="153" y="45"/>
                    </a:lnTo>
                    <a:lnTo>
                      <a:pt x="153" y="49"/>
                    </a:lnTo>
                    <a:lnTo>
                      <a:pt x="152" y="56"/>
                    </a:lnTo>
                    <a:lnTo>
                      <a:pt x="148" y="68"/>
                    </a:lnTo>
                    <a:lnTo>
                      <a:pt x="142" y="80"/>
                    </a:lnTo>
                    <a:lnTo>
                      <a:pt x="133" y="91"/>
                    </a:lnTo>
                    <a:lnTo>
                      <a:pt x="123" y="101"/>
                    </a:lnTo>
                    <a:lnTo>
                      <a:pt x="110" y="110"/>
                    </a:lnTo>
                    <a:lnTo>
                      <a:pt x="96" y="116"/>
                    </a:lnTo>
                    <a:lnTo>
                      <a:pt x="80" y="121"/>
                    </a:lnTo>
                    <a:lnTo>
                      <a:pt x="65" y="124"/>
                    </a:lnTo>
                    <a:lnTo>
                      <a:pt x="50" y="124"/>
                    </a:lnTo>
                    <a:lnTo>
                      <a:pt x="38" y="121"/>
                    </a:lnTo>
                    <a:lnTo>
                      <a:pt x="26" y="117"/>
                    </a:lnTo>
                    <a:lnTo>
                      <a:pt x="16" y="110"/>
                    </a:lnTo>
                    <a:lnTo>
                      <a:pt x="11" y="106"/>
                    </a:lnTo>
                    <a:lnTo>
                      <a:pt x="7" y="101"/>
                    </a:lnTo>
                    <a:lnTo>
                      <a:pt x="5" y="96"/>
                    </a:lnTo>
                    <a:lnTo>
                      <a:pt x="2" y="91"/>
                    </a:lnTo>
                    <a:lnTo>
                      <a:pt x="1" y="85"/>
                    </a:lnTo>
                    <a:lnTo>
                      <a:pt x="0" y="80"/>
                    </a:lnTo>
                    <a:lnTo>
                      <a:pt x="0" y="74"/>
                    </a:lnTo>
                    <a:lnTo>
                      <a:pt x="0" y="68"/>
                    </a:lnTo>
                    <a:lnTo>
                      <a:pt x="3" y="56"/>
                    </a:lnTo>
                    <a:lnTo>
                      <a:pt x="10" y="45"/>
                    </a:lnTo>
                    <a:lnTo>
                      <a:pt x="18" y="33"/>
                    </a:lnTo>
                    <a:lnTo>
                      <a:pt x="29" y="23"/>
                    </a:lnTo>
                    <a:lnTo>
                      <a:pt x="42" y="15"/>
                    </a:lnTo>
                    <a:lnTo>
                      <a:pt x="57"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03" name="Freeform 49"/>
              <p:cNvSpPr>
                <a:spLocks/>
              </p:cNvSpPr>
              <p:nvPr/>
            </p:nvSpPr>
            <p:spPr bwMode="auto">
              <a:xfrm rot="3766183" flipH="1">
                <a:off x="4245" y="2218"/>
                <a:ext cx="133" cy="102"/>
              </a:xfrm>
              <a:custGeom>
                <a:avLst/>
                <a:gdLst>
                  <a:gd name="T0" fmla="*/ 49 w 133"/>
                  <a:gd name="T1" fmla="*/ 6 h 102"/>
                  <a:gd name="T2" fmla="*/ 49 w 133"/>
                  <a:gd name="T3" fmla="*/ 6 h 102"/>
                  <a:gd name="T4" fmla="*/ 63 w 133"/>
                  <a:gd name="T5" fmla="*/ 3 h 102"/>
                  <a:gd name="T6" fmla="*/ 76 w 133"/>
                  <a:gd name="T7" fmla="*/ 0 h 102"/>
                  <a:gd name="T8" fmla="*/ 89 w 133"/>
                  <a:gd name="T9" fmla="*/ 0 h 102"/>
                  <a:gd name="T10" fmla="*/ 100 w 133"/>
                  <a:gd name="T11" fmla="*/ 3 h 102"/>
                  <a:gd name="T12" fmla="*/ 111 w 133"/>
                  <a:gd name="T13" fmla="*/ 6 h 102"/>
                  <a:gd name="T14" fmla="*/ 120 w 133"/>
                  <a:gd name="T15" fmla="*/ 11 h 102"/>
                  <a:gd name="T16" fmla="*/ 126 w 133"/>
                  <a:gd name="T17" fmla="*/ 19 h 102"/>
                  <a:gd name="T18" fmla="*/ 131 w 133"/>
                  <a:gd name="T19" fmla="*/ 27 h 102"/>
                  <a:gd name="T20" fmla="*/ 131 w 133"/>
                  <a:gd name="T21" fmla="*/ 27 h 102"/>
                  <a:gd name="T22" fmla="*/ 133 w 133"/>
                  <a:gd name="T23" fmla="*/ 36 h 102"/>
                  <a:gd name="T24" fmla="*/ 132 w 133"/>
                  <a:gd name="T25" fmla="*/ 46 h 102"/>
                  <a:gd name="T26" fmla="*/ 130 w 133"/>
                  <a:gd name="T27" fmla="*/ 56 h 102"/>
                  <a:gd name="T28" fmla="*/ 123 w 133"/>
                  <a:gd name="T29" fmla="*/ 66 h 102"/>
                  <a:gd name="T30" fmla="*/ 116 w 133"/>
                  <a:gd name="T31" fmla="*/ 74 h 102"/>
                  <a:gd name="T32" fmla="*/ 107 w 133"/>
                  <a:gd name="T33" fmla="*/ 83 h 102"/>
                  <a:gd name="T34" fmla="*/ 96 w 133"/>
                  <a:gd name="T35" fmla="*/ 90 h 102"/>
                  <a:gd name="T36" fmla="*/ 84 w 133"/>
                  <a:gd name="T37" fmla="*/ 97 h 102"/>
                  <a:gd name="T38" fmla="*/ 84 w 133"/>
                  <a:gd name="T39" fmla="*/ 97 h 102"/>
                  <a:gd name="T40" fmla="*/ 70 w 133"/>
                  <a:gd name="T41" fmla="*/ 100 h 102"/>
                  <a:gd name="T42" fmla="*/ 57 w 133"/>
                  <a:gd name="T43" fmla="*/ 102 h 102"/>
                  <a:gd name="T44" fmla="*/ 44 w 133"/>
                  <a:gd name="T45" fmla="*/ 102 h 102"/>
                  <a:gd name="T46" fmla="*/ 33 w 133"/>
                  <a:gd name="T47" fmla="*/ 100 h 102"/>
                  <a:gd name="T48" fmla="*/ 22 w 133"/>
                  <a:gd name="T49" fmla="*/ 97 h 102"/>
                  <a:gd name="T50" fmla="*/ 13 w 133"/>
                  <a:gd name="T51" fmla="*/ 90 h 102"/>
                  <a:gd name="T52" fmla="*/ 6 w 133"/>
                  <a:gd name="T53" fmla="*/ 84 h 102"/>
                  <a:gd name="T54" fmla="*/ 2 w 133"/>
                  <a:gd name="T55" fmla="*/ 76 h 102"/>
                  <a:gd name="T56" fmla="*/ 2 w 133"/>
                  <a:gd name="T57" fmla="*/ 76 h 102"/>
                  <a:gd name="T58" fmla="*/ 0 w 133"/>
                  <a:gd name="T59" fmla="*/ 66 h 102"/>
                  <a:gd name="T60" fmla="*/ 0 w 133"/>
                  <a:gd name="T61" fmla="*/ 56 h 102"/>
                  <a:gd name="T62" fmla="*/ 3 w 133"/>
                  <a:gd name="T63" fmla="*/ 46 h 102"/>
                  <a:gd name="T64" fmla="*/ 8 w 133"/>
                  <a:gd name="T65" fmla="*/ 36 h 102"/>
                  <a:gd name="T66" fmla="*/ 16 w 133"/>
                  <a:gd name="T67" fmla="*/ 27 h 102"/>
                  <a:gd name="T68" fmla="*/ 26 w 133"/>
                  <a:gd name="T69" fmla="*/ 19 h 102"/>
                  <a:gd name="T70" fmla="*/ 37 w 133"/>
                  <a:gd name="T71" fmla="*/ 11 h 102"/>
                  <a:gd name="T72" fmla="*/ 49 w 133"/>
                  <a:gd name="T73" fmla="*/ 6 h 102"/>
                  <a:gd name="T74" fmla="*/ 49 w 133"/>
                  <a:gd name="T75" fmla="*/ 6 h 102"/>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33"/>
                  <a:gd name="T115" fmla="*/ 0 h 102"/>
                  <a:gd name="T116" fmla="*/ 133 w 133"/>
                  <a:gd name="T117" fmla="*/ 102 h 102"/>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33" h="102">
                    <a:moveTo>
                      <a:pt x="49" y="6"/>
                    </a:moveTo>
                    <a:lnTo>
                      <a:pt x="49" y="6"/>
                    </a:lnTo>
                    <a:lnTo>
                      <a:pt x="63" y="3"/>
                    </a:lnTo>
                    <a:lnTo>
                      <a:pt x="76" y="0"/>
                    </a:lnTo>
                    <a:lnTo>
                      <a:pt x="89" y="0"/>
                    </a:lnTo>
                    <a:lnTo>
                      <a:pt x="100" y="3"/>
                    </a:lnTo>
                    <a:lnTo>
                      <a:pt x="111" y="6"/>
                    </a:lnTo>
                    <a:lnTo>
                      <a:pt x="120" y="11"/>
                    </a:lnTo>
                    <a:lnTo>
                      <a:pt x="126" y="19"/>
                    </a:lnTo>
                    <a:lnTo>
                      <a:pt x="131" y="27"/>
                    </a:lnTo>
                    <a:lnTo>
                      <a:pt x="133" y="36"/>
                    </a:lnTo>
                    <a:lnTo>
                      <a:pt x="132" y="46"/>
                    </a:lnTo>
                    <a:lnTo>
                      <a:pt x="130" y="56"/>
                    </a:lnTo>
                    <a:lnTo>
                      <a:pt x="123" y="66"/>
                    </a:lnTo>
                    <a:lnTo>
                      <a:pt x="116" y="74"/>
                    </a:lnTo>
                    <a:lnTo>
                      <a:pt x="107" y="83"/>
                    </a:lnTo>
                    <a:lnTo>
                      <a:pt x="96" y="90"/>
                    </a:lnTo>
                    <a:lnTo>
                      <a:pt x="84" y="97"/>
                    </a:lnTo>
                    <a:lnTo>
                      <a:pt x="70" y="100"/>
                    </a:lnTo>
                    <a:lnTo>
                      <a:pt x="57" y="102"/>
                    </a:lnTo>
                    <a:lnTo>
                      <a:pt x="44" y="102"/>
                    </a:lnTo>
                    <a:lnTo>
                      <a:pt x="33" y="100"/>
                    </a:lnTo>
                    <a:lnTo>
                      <a:pt x="22" y="97"/>
                    </a:lnTo>
                    <a:lnTo>
                      <a:pt x="13" y="90"/>
                    </a:lnTo>
                    <a:lnTo>
                      <a:pt x="6" y="84"/>
                    </a:lnTo>
                    <a:lnTo>
                      <a:pt x="2" y="76"/>
                    </a:lnTo>
                    <a:lnTo>
                      <a:pt x="0" y="66"/>
                    </a:lnTo>
                    <a:lnTo>
                      <a:pt x="0" y="56"/>
                    </a:lnTo>
                    <a:lnTo>
                      <a:pt x="3" y="46"/>
                    </a:lnTo>
                    <a:lnTo>
                      <a:pt x="8" y="36"/>
                    </a:lnTo>
                    <a:lnTo>
                      <a:pt x="16" y="27"/>
                    </a:lnTo>
                    <a:lnTo>
                      <a:pt x="26" y="19"/>
                    </a:lnTo>
                    <a:lnTo>
                      <a:pt x="37" y="11"/>
                    </a:lnTo>
                    <a:lnTo>
                      <a:pt x="49" y="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04" name="Freeform 50"/>
              <p:cNvSpPr>
                <a:spLocks/>
              </p:cNvSpPr>
              <p:nvPr/>
            </p:nvSpPr>
            <p:spPr bwMode="auto">
              <a:xfrm rot="3766183" flipH="1">
                <a:off x="4376" y="2101"/>
                <a:ext cx="150" cy="276"/>
              </a:xfrm>
              <a:custGeom>
                <a:avLst/>
                <a:gdLst>
                  <a:gd name="T0" fmla="*/ 2 w 150"/>
                  <a:gd name="T1" fmla="*/ 199 h 276"/>
                  <a:gd name="T2" fmla="*/ 2 w 150"/>
                  <a:gd name="T3" fmla="*/ 199 h 276"/>
                  <a:gd name="T4" fmla="*/ 7 w 150"/>
                  <a:gd name="T5" fmla="*/ 209 h 276"/>
                  <a:gd name="T6" fmla="*/ 13 w 150"/>
                  <a:gd name="T7" fmla="*/ 220 h 276"/>
                  <a:gd name="T8" fmla="*/ 21 w 150"/>
                  <a:gd name="T9" fmla="*/ 230 h 276"/>
                  <a:gd name="T10" fmla="*/ 28 w 150"/>
                  <a:gd name="T11" fmla="*/ 240 h 276"/>
                  <a:gd name="T12" fmla="*/ 46 w 150"/>
                  <a:gd name="T13" fmla="*/ 258 h 276"/>
                  <a:gd name="T14" fmla="*/ 62 w 150"/>
                  <a:gd name="T15" fmla="*/ 276 h 276"/>
                  <a:gd name="T16" fmla="*/ 62 w 150"/>
                  <a:gd name="T17" fmla="*/ 276 h 276"/>
                  <a:gd name="T18" fmla="*/ 73 w 150"/>
                  <a:gd name="T19" fmla="*/ 272 h 276"/>
                  <a:gd name="T20" fmla="*/ 86 w 150"/>
                  <a:gd name="T21" fmla="*/ 269 h 276"/>
                  <a:gd name="T22" fmla="*/ 100 w 150"/>
                  <a:gd name="T23" fmla="*/ 266 h 276"/>
                  <a:gd name="T24" fmla="*/ 115 w 150"/>
                  <a:gd name="T25" fmla="*/ 262 h 276"/>
                  <a:gd name="T26" fmla="*/ 122 w 150"/>
                  <a:gd name="T27" fmla="*/ 260 h 276"/>
                  <a:gd name="T28" fmla="*/ 129 w 150"/>
                  <a:gd name="T29" fmla="*/ 258 h 276"/>
                  <a:gd name="T30" fmla="*/ 135 w 150"/>
                  <a:gd name="T31" fmla="*/ 254 h 276"/>
                  <a:gd name="T32" fmla="*/ 140 w 150"/>
                  <a:gd name="T33" fmla="*/ 249 h 276"/>
                  <a:gd name="T34" fmla="*/ 143 w 150"/>
                  <a:gd name="T35" fmla="*/ 243 h 276"/>
                  <a:gd name="T36" fmla="*/ 147 w 150"/>
                  <a:gd name="T37" fmla="*/ 236 h 276"/>
                  <a:gd name="T38" fmla="*/ 148 w 150"/>
                  <a:gd name="T39" fmla="*/ 229 h 276"/>
                  <a:gd name="T40" fmla="*/ 150 w 150"/>
                  <a:gd name="T41" fmla="*/ 220 h 276"/>
                  <a:gd name="T42" fmla="*/ 150 w 150"/>
                  <a:gd name="T43" fmla="*/ 220 h 276"/>
                  <a:gd name="T44" fmla="*/ 145 w 150"/>
                  <a:gd name="T45" fmla="*/ 217 h 276"/>
                  <a:gd name="T46" fmla="*/ 141 w 150"/>
                  <a:gd name="T47" fmla="*/ 213 h 276"/>
                  <a:gd name="T48" fmla="*/ 138 w 150"/>
                  <a:gd name="T49" fmla="*/ 208 h 276"/>
                  <a:gd name="T50" fmla="*/ 136 w 150"/>
                  <a:gd name="T51" fmla="*/ 203 h 276"/>
                  <a:gd name="T52" fmla="*/ 133 w 150"/>
                  <a:gd name="T53" fmla="*/ 191 h 276"/>
                  <a:gd name="T54" fmla="*/ 132 w 150"/>
                  <a:gd name="T55" fmla="*/ 178 h 276"/>
                  <a:gd name="T56" fmla="*/ 133 w 150"/>
                  <a:gd name="T57" fmla="*/ 164 h 276"/>
                  <a:gd name="T58" fmla="*/ 135 w 150"/>
                  <a:gd name="T59" fmla="*/ 150 h 276"/>
                  <a:gd name="T60" fmla="*/ 138 w 150"/>
                  <a:gd name="T61" fmla="*/ 124 h 276"/>
                  <a:gd name="T62" fmla="*/ 138 w 150"/>
                  <a:gd name="T63" fmla="*/ 124 h 276"/>
                  <a:gd name="T64" fmla="*/ 143 w 150"/>
                  <a:gd name="T65" fmla="*/ 96 h 276"/>
                  <a:gd name="T66" fmla="*/ 146 w 150"/>
                  <a:gd name="T67" fmla="*/ 67 h 276"/>
                  <a:gd name="T68" fmla="*/ 147 w 150"/>
                  <a:gd name="T69" fmla="*/ 39 h 276"/>
                  <a:gd name="T70" fmla="*/ 146 w 150"/>
                  <a:gd name="T71" fmla="*/ 9 h 276"/>
                  <a:gd name="T72" fmla="*/ 121 w 150"/>
                  <a:gd name="T73" fmla="*/ 0 h 276"/>
                  <a:gd name="T74" fmla="*/ 121 w 150"/>
                  <a:gd name="T75" fmla="*/ 0 h 276"/>
                  <a:gd name="T76" fmla="*/ 101 w 150"/>
                  <a:gd name="T77" fmla="*/ 19 h 276"/>
                  <a:gd name="T78" fmla="*/ 84 w 150"/>
                  <a:gd name="T79" fmla="*/ 39 h 276"/>
                  <a:gd name="T80" fmla="*/ 68 w 150"/>
                  <a:gd name="T81" fmla="*/ 61 h 276"/>
                  <a:gd name="T82" fmla="*/ 52 w 150"/>
                  <a:gd name="T83" fmla="*/ 83 h 276"/>
                  <a:gd name="T84" fmla="*/ 52 w 150"/>
                  <a:gd name="T85" fmla="*/ 83 h 276"/>
                  <a:gd name="T86" fmla="*/ 48 w 150"/>
                  <a:gd name="T87" fmla="*/ 88 h 276"/>
                  <a:gd name="T88" fmla="*/ 43 w 150"/>
                  <a:gd name="T89" fmla="*/ 92 h 276"/>
                  <a:gd name="T90" fmla="*/ 39 w 150"/>
                  <a:gd name="T91" fmla="*/ 96 h 276"/>
                  <a:gd name="T92" fmla="*/ 36 w 150"/>
                  <a:gd name="T93" fmla="*/ 100 h 276"/>
                  <a:gd name="T94" fmla="*/ 36 w 150"/>
                  <a:gd name="T95" fmla="*/ 100 h 276"/>
                  <a:gd name="T96" fmla="*/ 36 w 150"/>
                  <a:gd name="T97" fmla="*/ 70 h 276"/>
                  <a:gd name="T98" fmla="*/ 36 w 150"/>
                  <a:gd name="T99" fmla="*/ 70 h 276"/>
                  <a:gd name="T100" fmla="*/ 27 w 150"/>
                  <a:gd name="T101" fmla="*/ 84 h 276"/>
                  <a:gd name="T102" fmla="*/ 18 w 150"/>
                  <a:gd name="T103" fmla="*/ 99 h 276"/>
                  <a:gd name="T104" fmla="*/ 11 w 150"/>
                  <a:gd name="T105" fmla="*/ 115 h 276"/>
                  <a:gd name="T106" fmla="*/ 6 w 150"/>
                  <a:gd name="T107" fmla="*/ 130 h 276"/>
                  <a:gd name="T108" fmla="*/ 1 w 150"/>
                  <a:gd name="T109" fmla="*/ 147 h 276"/>
                  <a:gd name="T110" fmla="*/ 0 w 150"/>
                  <a:gd name="T111" fmla="*/ 164 h 276"/>
                  <a:gd name="T112" fmla="*/ 0 w 150"/>
                  <a:gd name="T113" fmla="*/ 181 h 276"/>
                  <a:gd name="T114" fmla="*/ 2 w 150"/>
                  <a:gd name="T115" fmla="*/ 199 h 276"/>
                  <a:gd name="T116" fmla="*/ 2 w 150"/>
                  <a:gd name="T117" fmla="*/ 199 h 27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150"/>
                  <a:gd name="T178" fmla="*/ 0 h 276"/>
                  <a:gd name="T179" fmla="*/ 150 w 150"/>
                  <a:gd name="T180" fmla="*/ 276 h 27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150" h="276">
                    <a:moveTo>
                      <a:pt x="2" y="199"/>
                    </a:moveTo>
                    <a:lnTo>
                      <a:pt x="2" y="199"/>
                    </a:lnTo>
                    <a:lnTo>
                      <a:pt x="7" y="209"/>
                    </a:lnTo>
                    <a:lnTo>
                      <a:pt x="13" y="220"/>
                    </a:lnTo>
                    <a:lnTo>
                      <a:pt x="21" y="230"/>
                    </a:lnTo>
                    <a:lnTo>
                      <a:pt x="28" y="240"/>
                    </a:lnTo>
                    <a:lnTo>
                      <a:pt x="46" y="258"/>
                    </a:lnTo>
                    <a:lnTo>
                      <a:pt x="62" y="276"/>
                    </a:lnTo>
                    <a:lnTo>
                      <a:pt x="73" y="272"/>
                    </a:lnTo>
                    <a:lnTo>
                      <a:pt x="86" y="269"/>
                    </a:lnTo>
                    <a:lnTo>
                      <a:pt x="100" y="266"/>
                    </a:lnTo>
                    <a:lnTo>
                      <a:pt x="115" y="262"/>
                    </a:lnTo>
                    <a:lnTo>
                      <a:pt x="122" y="260"/>
                    </a:lnTo>
                    <a:lnTo>
                      <a:pt x="129" y="258"/>
                    </a:lnTo>
                    <a:lnTo>
                      <a:pt x="135" y="254"/>
                    </a:lnTo>
                    <a:lnTo>
                      <a:pt x="140" y="249"/>
                    </a:lnTo>
                    <a:lnTo>
                      <a:pt x="143" y="243"/>
                    </a:lnTo>
                    <a:lnTo>
                      <a:pt x="147" y="236"/>
                    </a:lnTo>
                    <a:lnTo>
                      <a:pt x="148" y="229"/>
                    </a:lnTo>
                    <a:lnTo>
                      <a:pt x="150" y="220"/>
                    </a:lnTo>
                    <a:lnTo>
                      <a:pt x="145" y="217"/>
                    </a:lnTo>
                    <a:lnTo>
                      <a:pt x="141" y="213"/>
                    </a:lnTo>
                    <a:lnTo>
                      <a:pt x="138" y="208"/>
                    </a:lnTo>
                    <a:lnTo>
                      <a:pt x="136" y="203"/>
                    </a:lnTo>
                    <a:lnTo>
                      <a:pt x="133" y="191"/>
                    </a:lnTo>
                    <a:lnTo>
                      <a:pt x="132" y="178"/>
                    </a:lnTo>
                    <a:lnTo>
                      <a:pt x="133" y="164"/>
                    </a:lnTo>
                    <a:lnTo>
                      <a:pt x="135" y="150"/>
                    </a:lnTo>
                    <a:lnTo>
                      <a:pt x="138" y="124"/>
                    </a:lnTo>
                    <a:lnTo>
                      <a:pt x="143" y="96"/>
                    </a:lnTo>
                    <a:lnTo>
                      <a:pt x="146" y="67"/>
                    </a:lnTo>
                    <a:lnTo>
                      <a:pt x="147" y="39"/>
                    </a:lnTo>
                    <a:lnTo>
                      <a:pt x="146" y="9"/>
                    </a:lnTo>
                    <a:lnTo>
                      <a:pt x="121" y="0"/>
                    </a:lnTo>
                    <a:lnTo>
                      <a:pt x="101" y="19"/>
                    </a:lnTo>
                    <a:lnTo>
                      <a:pt x="84" y="39"/>
                    </a:lnTo>
                    <a:lnTo>
                      <a:pt x="68" y="61"/>
                    </a:lnTo>
                    <a:lnTo>
                      <a:pt x="52" y="83"/>
                    </a:lnTo>
                    <a:lnTo>
                      <a:pt x="48" y="88"/>
                    </a:lnTo>
                    <a:lnTo>
                      <a:pt x="43" y="92"/>
                    </a:lnTo>
                    <a:lnTo>
                      <a:pt x="39" y="96"/>
                    </a:lnTo>
                    <a:lnTo>
                      <a:pt x="36" y="100"/>
                    </a:lnTo>
                    <a:lnTo>
                      <a:pt x="36" y="70"/>
                    </a:lnTo>
                    <a:lnTo>
                      <a:pt x="27" y="84"/>
                    </a:lnTo>
                    <a:lnTo>
                      <a:pt x="18" y="99"/>
                    </a:lnTo>
                    <a:lnTo>
                      <a:pt x="11" y="115"/>
                    </a:lnTo>
                    <a:lnTo>
                      <a:pt x="6" y="130"/>
                    </a:lnTo>
                    <a:lnTo>
                      <a:pt x="1" y="147"/>
                    </a:lnTo>
                    <a:lnTo>
                      <a:pt x="0" y="164"/>
                    </a:lnTo>
                    <a:lnTo>
                      <a:pt x="0" y="181"/>
                    </a:lnTo>
                    <a:lnTo>
                      <a:pt x="2" y="19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05" name="Freeform 51"/>
              <p:cNvSpPr>
                <a:spLocks/>
              </p:cNvSpPr>
              <p:nvPr/>
            </p:nvSpPr>
            <p:spPr bwMode="auto">
              <a:xfrm rot="3766183" flipH="1">
                <a:off x="4373" y="2104"/>
                <a:ext cx="145" cy="268"/>
              </a:xfrm>
              <a:custGeom>
                <a:avLst/>
                <a:gdLst>
                  <a:gd name="T0" fmla="*/ 22 w 145"/>
                  <a:gd name="T1" fmla="*/ 88 h 268"/>
                  <a:gd name="T2" fmla="*/ 11 w 145"/>
                  <a:gd name="T3" fmla="*/ 112 h 268"/>
                  <a:gd name="T4" fmla="*/ 1 w 145"/>
                  <a:gd name="T5" fmla="*/ 148 h 268"/>
                  <a:gd name="T6" fmla="*/ 0 w 145"/>
                  <a:gd name="T7" fmla="*/ 168 h 268"/>
                  <a:gd name="T8" fmla="*/ 4 w 145"/>
                  <a:gd name="T9" fmla="*/ 189 h 268"/>
                  <a:gd name="T10" fmla="*/ 14 w 145"/>
                  <a:gd name="T11" fmla="*/ 209 h 268"/>
                  <a:gd name="T12" fmla="*/ 24 w 145"/>
                  <a:gd name="T13" fmla="*/ 224 h 268"/>
                  <a:gd name="T14" fmla="*/ 63 w 145"/>
                  <a:gd name="T15" fmla="*/ 268 h 268"/>
                  <a:gd name="T16" fmla="*/ 72 w 145"/>
                  <a:gd name="T17" fmla="*/ 267 h 268"/>
                  <a:gd name="T18" fmla="*/ 88 w 145"/>
                  <a:gd name="T19" fmla="*/ 263 h 268"/>
                  <a:gd name="T20" fmla="*/ 109 w 145"/>
                  <a:gd name="T21" fmla="*/ 251 h 268"/>
                  <a:gd name="T22" fmla="*/ 132 w 145"/>
                  <a:gd name="T23" fmla="*/ 232 h 268"/>
                  <a:gd name="T24" fmla="*/ 144 w 145"/>
                  <a:gd name="T25" fmla="*/ 217 h 268"/>
                  <a:gd name="T26" fmla="*/ 145 w 145"/>
                  <a:gd name="T27" fmla="*/ 215 h 268"/>
                  <a:gd name="T28" fmla="*/ 137 w 145"/>
                  <a:gd name="T29" fmla="*/ 203 h 268"/>
                  <a:gd name="T30" fmla="*/ 127 w 145"/>
                  <a:gd name="T31" fmla="*/ 180 h 268"/>
                  <a:gd name="T32" fmla="*/ 123 w 145"/>
                  <a:gd name="T33" fmla="*/ 162 h 268"/>
                  <a:gd name="T34" fmla="*/ 123 w 145"/>
                  <a:gd name="T35" fmla="*/ 133 h 268"/>
                  <a:gd name="T36" fmla="*/ 129 w 145"/>
                  <a:gd name="T37" fmla="*/ 94 h 268"/>
                  <a:gd name="T38" fmla="*/ 135 w 145"/>
                  <a:gd name="T39" fmla="*/ 42 h 268"/>
                  <a:gd name="T40" fmla="*/ 134 w 145"/>
                  <a:gd name="T41" fmla="*/ 16 h 268"/>
                  <a:gd name="T42" fmla="*/ 134 w 145"/>
                  <a:gd name="T43" fmla="*/ 6 h 268"/>
                  <a:gd name="T44" fmla="*/ 118 w 145"/>
                  <a:gd name="T45" fmla="*/ 0 h 268"/>
                  <a:gd name="T46" fmla="*/ 95 w 145"/>
                  <a:gd name="T47" fmla="*/ 21 h 268"/>
                  <a:gd name="T48" fmla="*/ 87 w 145"/>
                  <a:gd name="T49" fmla="*/ 28 h 268"/>
                  <a:gd name="T50" fmla="*/ 49 w 145"/>
                  <a:gd name="T51" fmla="*/ 81 h 268"/>
                  <a:gd name="T52" fmla="*/ 46 w 145"/>
                  <a:gd name="T53" fmla="*/ 86 h 268"/>
                  <a:gd name="T54" fmla="*/ 33 w 145"/>
                  <a:gd name="T55" fmla="*/ 100 h 268"/>
                  <a:gd name="T56" fmla="*/ 28 w 145"/>
                  <a:gd name="T57" fmla="*/ 112 h 268"/>
                  <a:gd name="T58" fmla="*/ 26 w 145"/>
                  <a:gd name="T59" fmla="*/ 117 h 268"/>
                  <a:gd name="T60" fmla="*/ 25 w 145"/>
                  <a:gd name="T61" fmla="*/ 117 h 268"/>
                  <a:gd name="T62" fmla="*/ 24 w 145"/>
                  <a:gd name="T63" fmla="*/ 107 h 268"/>
                  <a:gd name="T64" fmla="*/ 22 w 145"/>
                  <a:gd name="T65" fmla="*/ 88 h 26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45"/>
                  <a:gd name="T100" fmla="*/ 0 h 268"/>
                  <a:gd name="T101" fmla="*/ 145 w 145"/>
                  <a:gd name="T102" fmla="*/ 268 h 26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45" h="268">
                    <a:moveTo>
                      <a:pt x="22" y="88"/>
                    </a:moveTo>
                    <a:lnTo>
                      <a:pt x="22" y="88"/>
                    </a:lnTo>
                    <a:lnTo>
                      <a:pt x="16" y="99"/>
                    </a:lnTo>
                    <a:lnTo>
                      <a:pt x="11" y="112"/>
                    </a:lnTo>
                    <a:lnTo>
                      <a:pt x="5" y="128"/>
                    </a:lnTo>
                    <a:lnTo>
                      <a:pt x="1" y="148"/>
                    </a:lnTo>
                    <a:lnTo>
                      <a:pt x="0" y="158"/>
                    </a:lnTo>
                    <a:lnTo>
                      <a:pt x="0" y="168"/>
                    </a:lnTo>
                    <a:lnTo>
                      <a:pt x="1" y="179"/>
                    </a:lnTo>
                    <a:lnTo>
                      <a:pt x="4" y="189"/>
                    </a:lnTo>
                    <a:lnTo>
                      <a:pt x="7" y="199"/>
                    </a:lnTo>
                    <a:lnTo>
                      <a:pt x="14" y="209"/>
                    </a:lnTo>
                    <a:lnTo>
                      <a:pt x="24" y="224"/>
                    </a:lnTo>
                    <a:lnTo>
                      <a:pt x="36" y="238"/>
                    </a:lnTo>
                    <a:lnTo>
                      <a:pt x="63" y="268"/>
                    </a:lnTo>
                    <a:lnTo>
                      <a:pt x="72" y="267"/>
                    </a:lnTo>
                    <a:lnTo>
                      <a:pt x="79" y="266"/>
                    </a:lnTo>
                    <a:lnTo>
                      <a:pt x="88" y="263"/>
                    </a:lnTo>
                    <a:lnTo>
                      <a:pt x="95" y="259"/>
                    </a:lnTo>
                    <a:lnTo>
                      <a:pt x="109" y="251"/>
                    </a:lnTo>
                    <a:lnTo>
                      <a:pt x="123" y="242"/>
                    </a:lnTo>
                    <a:lnTo>
                      <a:pt x="132" y="232"/>
                    </a:lnTo>
                    <a:lnTo>
                      <a:pt x="140" y="224"/>
                    </a:lnTo>
                    <a:lnTo>
                      <a:pt x="144" y="217"/>
                    </a:lnTo>
                    <a:lnTo>
                      <a:pt x="145" y="216"/>
                    </a:lnTo>
                    <a:lnTo>
                      <a:pt x="145" y="215"/>
                    </a:lnTo>
                    <a:lnTo>
                      <a:pt x="137" y="203"/>
                    </a:lnTo>
                    <a:lnTo>
                      <a:pt x="131" y="191"/>
                    </a:lnTo>
                    <a:lnTo>
                      <a:pt x="127" y="180"/>
                    </a:lnTo>
                    <a:lnTo>
                      <a:pt x="125" y="170"/>
                    </a:lnTo>
                    <a:lnTo>
                      <a:pt x="123" y="162"/>
                    </a:lnTo>
                    <a:lnTo>
                      <a:pt x="123" y="152"/>
                    </a:lnTo>
                    <a:lnTo>
                      <a:pt x="123" y="133"/>
                    </a:lnTo>
                    <a:lnTo>
                      <a:pt x="125" y="115"/>
                    </a:lnTo>
                    <a:lnTo>
                      <a:pt x="129" y="94"/>
                    </a:lnTo>
                    <a:lnTo>
                      <a:pt x="132" y="70"/>
                    </a:lnTo>
                    <a:lnTo>
                      <a:pt x="135" y="42"/>
                    </a:lnTo>
                    <a:lnTo>
                      <a:pt x="134" y="16"/>
                    </a:lnTo>
                    <a:lnTo>
                      <a:pt x="134" y="6"/>
                    </a:lnTo>
                    <a:lnTo>
                      <a:pt x="118" y="0"/>
                    </a:lnTo>
                    <a:lnTo>
                      <a:pt x="105" y="11"/>
                    </a:lnTo>
                    <a:lnTo>
                      <a:pt x="95" y="21"/>
                    </a:lnTo>
                    <a:lnTo>
                      <a:pt x="87" y="28"/>
                    </a:lnTo>
                    <a:lnTo>
                      <a:pt x="68" y="55"/>
                    </a:lnTo>
                    <a:lnTo>
                      <a:pt x="49" y="81"/>
                    </a:lnTo>
                    <a:lnTo>
                      <a:pt x="46" y="86"/>
                    </a:lnTo>
                    <a:lnTo>
                      <a:pt x="40" y="92"/>
                    </a:lnTo>
                    <a:lnTo>
                      <a:pt x="33" y="100"/>
                    </a:lnTo>
                    <a:lnTo>
                      <a:pt x="31" y="106"/>
                    </a:lnTo>
                    <a:lnTo>
                      <a:pt x="28" y="112"/>
                    </a:lnTo>
                    <a:lnTo>
                      <a:pt x="26" y="117"/>
                    </a:lnTo>
                    <a:lnTo>
                      <a:pt x="25" y="118"/>
                    </a:lnTo>
                    <a:lnTo>
                      <a:pt x="25" y="117"/>
                    </a:lnTo>
                    <a:lnTo>
                      <a:pt x="24" y="113"/>
                    </a:lnTo>
                    <a:lnTo>
                      <a:pt x="24" y="107"/>
                    </a:lnTo>
                    <a:lnTo>
                      <a:pt x="22" y="8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06" name="Freeform 52"/>
              <p:cNvSpPr>
                <a:spLocks/>
              </p:cNvSpPr>
              <p:nvPr/>
            </p:nvSpPr>
            <p:spPr bwMode="auto">
              <a:xfrm rot="3766183" flipH="1">
                <a:off x="4377" y="1953"/>
                <a:ext cx="205" cy="417"/>
              </a:xfrm>
              <a:custGeom>
                <a:avLst/>
                <a:gdLst>
                  <a:gd name="T0" fmla="*/ 26 w 205"/>
                  <a:gd name="T1" fmla="*/ 67 h 417"/>
                  <a:gd name="T2" fmla="*/ 5 w 205"/>
                  <a:gd name="T3" fmla="*/ 90 h 417"/>
                  <a:gd name="T4" fmla="*/ 5 w 205"/>
                  <a:gd name="T5" fmla="*/ 103 h 417"/>
                  <a:gd name="T6" fmla="*/ 16 w 205"/>
                  <a:gd name="T7" fmla="*/ 113 h 417"/>
                  <a:gd name="T8" fmla="*/ 5 w 205"/>
                  <a:gd name="T9" fmla="*/ 130 h 417"/>
                  <a:gd name="T10" fmla="*/ 0 w 205"/>
                  <a:gd name="T11" fmla="*/ 148 h 417"/>
                  <a:gd name="T12" fmla="*/ 6 w 205"/>
                  <a:gd name="T13" fmla="*/ 157 h 417"/>
                  <a:gd name="T14" fmla="*/ 5 w 205"/>
                  <a:gd name="T15" fmla="*/ 164 h 417"/>
                  <a:gd name="T16" fmla="*/ 3 w 205"/>
                  <a:gd name="T17" fmla="*/ 181 h 417"/>
                  <a:gd name="T18" fmla="*/ 15 w 205"/>
                  <a:gd name="T19" fmla="*/ 193 h 417"/>
                  <a:gd name="T20" fmla="*/ 34 w 205"/>
                  <a:gd name="T21" fmla="*/ 197 h 417"/>
                  <a:gd name="T22" fmla="*/ 51 w 205"/>
                  <a:gd name="T23" fmla="*/ 189 h 417"/>
                  <a:gd name="T24" fmla="*/ 60 w 205"/>
                  <a:gd name="T25" fmla="*/ 168 h 417"/>
                  <a:gd name="T26" fmla="*/ 71 w 205"/>
                  <a:gd name="T27" fmla="*/ 183 h 417"/>
                  <a:gd name="T28" fmla="*/ 55 w 205"/>
                  <a:gd name="T29" fmla="*/ 202 h 417"/>
                  <a:gd name="T30" fmla="*/ 44 w 205"/>
                  <a:gd name="T31" fmla="*/ 224 h 417"/>
                  <a:gd name="T32" fmla="*/ 18 w 205"/>
                  <a:gd name="T33" fmla="*/ 267 h 417"/>
                  <a:gd name="T34" fmla="*/ 6 w 205"/>
                  <a:gd name="T35" fmla="*/ 299 h 417"/>
                  <a:gd name="T36" fmla="*/ 8 w 205"/>
                  <a:gd name="T37" fmla="*/ 320 h 417"/>
                  <a:gd name="T38" fmla="*/ 15 w 205"/>
                  <a:gd name="T39" fmla="*/ 338 h 417"/>
                  <a:gd name="T40" fmla="*/ 20 w 205"/>
                  <a:gd name="T41" fmla="*/ 362 h 417"/>
                  <a:gd name="T42" fmla="*/ 24 w 205"/>
                  <a:gd name="T43" fmla="*/ 373 h 417"/>
                  <a:gd name="T44" fmla="*/ 20 w 205"/>
                  <a:gd name="T45" fmla="*/ 383 h 417"/>
                  <a:gd name="T46" fmla="*/ 11 w 205"/>
                  <a:gd name="T47" fmla="*/ 378 h 417"/>
                  <a:gd name="T48" fmla="*/ 20 w 205"/>
                  <a:gd name="T49" fmla="*/ 398 h 417"/>
                  <a:gd name="T50" fmla="*/ 35 w 205"/>
                  <a:gd name="T51" fmla="*/ 412 h 417"/>
                  <a:gd name="T52" fmla="*/ 60 w 205"/>
                  <a:gd name="T53" fmla="*/ 417 h 417"/>
                  <a:gd name="T54" fmla="*/ 91 w 205"/>
                  <a:gd name="T55" fmla="*/ 415 h 417"/>
                  <a:gd name="T56" fmla="*/ 108 w 205"/>
                  <a:gd name="T57" fmla="*/ 408 h 417"/>
                  <a:gd name="T58" fmla="*/ 122 w 205"/>
                  <a:gd name="T59" fmla="*/ 394 h 417"/>
                  <a:gd name="T60" fmla="*/ 129 w 205"/>
                  <a:gd name="T61" fmla="*/ 375 h 417"/>
                  <a:gd name="T62" fmla="*/ 129 w 205"/>
                  <a:gd name="T63" fmla="*/ 346 h 417"/>
                  <a:gd name="T64" fmla="*/ 133 w 205"/>
                  <a:gd name="T65" fmla="*/ 308 h 417"/>
                  <a:gd name="T66" fmla="*/ 154 w 205"/>
                  <a:gd name="T67" fmla="*/ 252 h 417"/>
                  <a:gd name="T68" fmla="*/ 188 w 205"/>
                  <a:gd name="T69" fmla="*/ 205 h 417"/>
                  <a:gd name="T70" fmla="*/ 201 w 205"/>
                  <a:gd name="T71" fmla="*/ 189 h 417"/>
                  <a:gd name="T72" fmla="*/ 205 w 205"/>
                  <a:gd name="T73" fmla="*/ 166 h 417"/>
                  <a:gd name="T74" fmla="*/ 198 w 205"/>
                  <a:gd name="T75" fmla="*/ 137 h 417"/>
                  <a:gd name="T76" fmla="*/ 171 w 205"/>
                  <a:gd name="T77" fmla="*/ 44 h 417"/>
                  <a:gd name="T78" fmla="*/ 154 w 205"/>
                  <a:gd name="T79" fmla="*/ 10 h 417"/>
                  <a:gd name="T80" fmla="*/ 141 w 205"/>
                  <a:gd name="T81" fmla="*/ 0 h 417"/>
                  <a:gd name="T82" fmla="*/ 131 w 205"/>
                  <a:gd name="T83" fmla="*/ 2 h 417"/>
                  <a:gd name="T84" fmla="*/ 122 w 205"/>
                  <a:gd name="T85" fmla="*/ 16 h 417"/>
                  <a:gd name="T86" fmla="*/ 117 w 205"/>
                  <a:gd name="T87" fmla="*/ 36 h 417"/>
                  <a:gd name="T88" fmla="*/ 118 w 205"/>
                  <a:gd name="T89" fmla="*/ 57 h 417"/>
                  <a:gd name="T90" fmla="*/ 89 w 205"/>
                  <a:gd name="T91" fmla="*/ 40 h 417"/>
                  <a:gd name="T92" fmla="*/ 61 w 205"/>
                  <a:gd name="T93" fmla="*/ 43 h 417"/>
                  <a:gd name="T94" fmla="*/ 41 w 205"/>
                  <a:gd name="T95" fmla="*/ 54 h 417"/>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5"/>
                  <a:gd name="T145" fmla="*/ 0 h 417"/>
                  <a:gd name="T146" fmla="*/ 205 w 205"/>
                  <a:gd name="T147" fmla="*/ 417 h 417"/>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5" h="417">
                    <a:moveTo>
                      <a:pt x="41" y="54"/>
                    </a:moveTo>
                    <a:lnTo>
                      <a:pt x="41" y="54"/>
                    </a:lnTo>
                    <a:lnTo>
                      <a:pt x="26" y="67"/>
                    </a:lnTo>
                    <a:lnTo>
                      <a:pt x="18" y="74"/>
                    </a:lnTo>
                    <a:lnTo>
                      <a:pt x="10" y="82"/>
                    </a:lnTo>
                    <a:lnTo>
                      <a:pt x="5" y="90"/>
                    </a:lnTo>
                    <a:lnTo>
                      <a:pt x="4" y="94"/>
                    </a:lnTo>
                    <a:lnTo>
                      <a:pt x="4" y="99"/>
                    </a:lnTo>
                    <a:lnTo>
                      <a:pt x="5" y="103"/>
                    </a:lnTo>
                    <a:lnTo>
                      <a:pt x="8" y="106"/>
                    </a:lnTo>
                    <a:lnTo>
                      <a:pt x="11" y="109"/>
                    </a:lnTo>
                    <a:lnTo>
                      <a:pt x="16" y="113"/>
                    </a:lnTo>
                    <a:lnTo>
                      <a:pt x="9" y="124"/>
                    </a:lnTo>
                    <a:lnTo>
                      <a:pt x="5" y="130"/>
                    </a:lnTo>
                    <a:lnTo>
                      <a:pt x="2" y="136"/>
                    </a:lnTo>
                    <a:lnTo>
                      <a:pt x="0" y="142"/>
                    </a:lnTo>
                    <a:lnTo>
                      <a:pt x="0" y="148"/>
                    </a:lnTo>
                    <a:lnTo>
                      <a:pt x="2" y="152"/>
                    </a:lnTo>
                    <a:lnTo>
                      <a:pt x="4" y="155"/>
                    </a:lnTo>
                    <a:lnTo>
                      <a:pt x="6" y="157"/>
                    </a:lnTo>
                    <a:lnTo>
                      <a:pt x="10" y="159"/>
                    </a:lnTo>
                    <a:lnTo>
                      <a:pt x="5" y="164"/>
                    </a:lnTo>
                    <a:lnTo>
                      <a:pt x="3" y="171"/>
                    </a:lnTo>
                    <a:lnTo>
                      <a:pt x="2" y="176"/>
                    </a:lnTo>
                    <a:lnTo>
                      <a:pt x="3" y="181"/>
                    </a:lnTo>
                    <a:lnTo>
                      <a:pt x="5" y="185"/>
                    </a:lnTo>
                    <a:lnTo>
                      <a:pt x="10" y="189"/>
                    </a:lnTo>
                    <a:lnTo>
                      <a:pt x="15" y="193"/>
                    </a:lnTo>
                    <a:lnTo>
                      <a:pt x="21" y="194"/>
                    </a:lnTo>
                    <a:lnTo>
                      <a:pt x="27" y="195"/>
                    </a:lnTo>
                    <a:lnTo>
                      <a:pt x="34" y="197"/>
                    </a:lnTo>
                    <a:lnTo>
                      <a:pt x="40" y="195"/>
                    </a:lnTo>
                    <a:lnTo>
                      <a:pt x="46" y="193"/>
                    </a:lnTo>
                    <a:lnTo>
                      <a:pt x="51" y="189"/>
                    </a:lnTo>
                    <a:lnTo>
                      <a:pt x="56" y="184"/>
                    </a:lnTo>
                    <a:lnTo>
                      <a:pt x="58" y="177"/>
                    </a:lnTo>
                    <a:lnTo>
                      <a:pt x="60" y="168"/>
                    </a:lnTo>
                    <a:lnTo>
                      <a:pt x="71" y="183"/>
                    </a:lnTo>
                    <a:lnTo>
                      <a:pt x="66" y="187"/>
                    </a:lnTo>
                    <a:lnTo>
                      <a:pt x="61" y="192"/>
                    </a:lnTo>
                    <a:lnTo>
                      <a:pt x="55" y="202"/>
                    </a:lnTo>
                    <a:lnTo>
                      <a:pt x="49" y="213"/>
                    </a:lnTo>
                    <a:lnTo>
                      <a:pt x="44" y="224"/>
                    </a:lnTo>
                    <a:lnTo>
                      <a:pt x="34" y="240"/>
                    </a:lnTo>
                    <a:lnTo>
                      <a:pt x="25" y="253"/>
                    </a:lnTo>
                    <a:lnTo>
                      <a:pt x="18" y="267"/>
                    </a:lnTo>
                    <a:lnTo>
                      <a:pt x="11" y="279"/>
                    </a:lnTo>
                    <a:lnTo>
                      <a:pt x="8" y="293"/>
                    </a:lnTo>
                    <a:lnTo>
                      <a:pt x="6" y="299"/>
                    </a:lnTo>
                    <a:lnTo>
                      <a:pt x="6" y="307"/>
                    </a:lnTo>
                    <a:lnTo>
                      <a:pt x="6" y="313"/>
                    </a:lnTo>
                    <a:lnTo>
                      <a:pt x="8" y="320"/>
                    </a:lnTo>
                    <a:lnTo>
                      <a:pt x="11" y="329"/>
                    </a:lnTo>
                    <a:lnTo>
                      <a:pt x="15" y="338"/>
                    </a:lnTo>
                    <a:lnTo>
                      <a:pt x="18" y="343"/>
                    </a:lnTo>
                    <a:lnTo>
                      <a:pt x="19" y="350"/>
                    </a:lnTo>
                    <a:lnTo>
                      <a:pt x="20" y="362"/>
                    </a:lnTo>
                    <a:lnTo>
                      <a:pt x="23" y="368"/>
                    </a:lnTo>
                    <a:lnTo>
                      <a:pt x="24" y="373"/>
                    </a:lnTo>
                    <a:lnTo>
                      <a:pt x="24" y="377"/>
                    </a:lnTo>
                    <a:lnTo>
                      <a:pt x="23" y="381"/>
                    </a:lnTo>
                    <a:lnTo>
                      <a:pt x="20" y="383"/>
                    </a:lnTo>
                    <a:lnTo>
                      <a:pt x="18" y="383"/>
                    </a:lnTo>
                    <a:lnTo>
                      <a:pt x="15" y="382"/>
                    </a:lnTo>
                    <a:lnTo>
                      <a:pt x="11" y="378"/>
                    </a:lnTo>
                    <a:lnTo>
                      <a:pt x="15" y="388"/>
                    </a:lnTo>
                    <a:lnTo>
                      <a:pt x="20" y="398"/>
                    </a:lnTo>
                    <a:lnTo>
                      <a:pt x="27" y="407"/>
                    </a:lnTo>
                    <a:lnTo>
                      <a:pt x="31" y="409"/>
                    </a:lnTo>
                    <a:lnTo>
                      <a:pt x="35" y="412"/>
                    </a:lnTo>
                    <a:lnTo>
                      <a:pt x="49" y="414"/>
                    </a:lnTo>
                    <a:lnTo>
                      <a:pt x="60" y="417"/>
                    </a:lnTo>
                    <a:lnTo>
                      <a:pt x="76" y="417"/>
                    </a:lnTo>
                    <a:lnTo>
                      <a:pt x="91" y="415"/>
                    </a:lnTo>
                    <a:lnTo>
                      <a:pt x="97" y="413"/>
                    </a:lnTo>
                    <a:lnTo>
                      <a:pt x="103" y="411"/>
                    </a:lnTo>
                    <a:lnTo>
                      <a:pt x="108" y="408"/>
                    </a:lnTo>
                    <a:lnTo>
                      <a:pt x="113" y="404"/>
                    </a:lnTo>
                    <a:lnTo>
                      <a:pt x="118" y="399"/>
                    </a:lnTo>
                    <a:lnTo>
                      <a:pt x="122" y="394"/>
                    </a:lnTo>
                    <a:lnTo>
                      <a:pt x="124" y="388"/>
                    </a:lnTo>
                    <a:lnTo>
                      <a:pt x="127" y="382"/>
                    </a:lnTo>
                    <a:lnTo>
                      <a:pt x="129" y="375"/>
                    </a:lnTo>
                    <a:lnTo>
                      <a:pt x="129" y="366"/>
                    </a:lnTo>
                    <a:lnTo>
                      <a:pt x="129" y="356"/>
                    </a:lnTo>
                    <a:lnTo>
                      <a:pt x="129" y="346"/>
                    </a:lnTo>
                    <a:lnTo>
                      <a:pt x="129" y="328"/>
                    </a:lnTo>
                    <a:lnTo>
                      <a:pt x="133" y="308"/>
                    </a:lnTo>
                    <a:lnTo>
                      <a:pt x="138" y="288"/>
                    </a:lnTo>
                    <a:lnTo>
                      <a:pt x="144" y="270"/>
                    </a:lnTo>
                    <a:lnTo>
                      <a:pt x="154" y="252"/>
                    </a:lnTo>
                    <a:lnTo>
                      <a:pt x="164" y="235"/>
                    </a:lnTo>
                    <a:lnTo>
                      <a:pt x="175" y="219"/>
                    </a:lnTo>
                    <a:lnTo>
                      <a:pt x="188" y="205"/>
                    </a:lnTo>
                    <a:lnTo>
                      <a:pt x="196" y="198"/>
                    </a:lnTo>
                    <a:lnTo>
                      <a:pt x="201" y="189"/>
                    </a:lnTo>
                    <a:lnTo>
                      <a:pt x="203" y="182"/>
                    </a:lnTo>
                    <a:lnTo>
                      <a:pt x="205" y="174"/>
                    </a:lnTo>
                    <a:lnTo>
                      <a:pt x="205" y="166"/>
                    </a:lnTo>
                    <a:lnTo>
                      <a:pt x="202" y="157"/>
                    </a:lnTo>
                    <a:lnTo>
                      <a:pt x="198" y="137"/>
                    </a:lnTo>
                    <a:lnTo>
                      <a:pt x="190" y="103"/>
                    </a:lnTo>
                    <a:lnTo>
                      <a:pt x="181" y="74"/>
                    </a:lnTo>
                    <a:lnTo>
                      <a:pt x="171" y="44"/>
                    </a:lnTo>
                    <a:lnTo>
                      <a:pt x="166" y="32"/>
                    </a:lnTo>
                    <a:lnTo>
                      <a:pt x="160" y="20"/>
                    </a:lnTo>
                    <a:lnTo>
                      <a:pt x="154" y="10"/>
                    </a:lnTo>
                    <a:lnTo>
                      <a:pt x="148" y="4"/>
                    </a:lnTo>
                    <a:lnTo>
                      <a:pt x="144" y="1"/>
                    </a:lnTo>
                    <a:lnTo>
                      <a:pt x="141" y="0"/>
                    </a:lnTo>
                    <a:lnTo>
                      <a:pt x="138" y="0"/>
                    </a:lnTo>
                    <a:lnTo>
                      <a:pt x="134" y="0"/>
                    </a:lnTo>
                    <a:lnTo>
                      <a:pt x="131" y="2"/>
                    </a:lnTo>
                    <a:lnTo>
                      <a:pt x="128" y="6"/>
                    </a:lnTo>
                    <a:lnTo>
                      <a:pt x="125" y="10"/>
                    </a:lnTo>
                    <a:lnTo>
                      <a:pt x="122" y="16"/>
                    </a:lnTo>
                    <a:lnTo>
                      <a:pt x="118" y="26"/>
                    </a:lnTo>
                    <a:lnTo>
                      <a:pt x="117" y="36"/>
                    </a:lnTo>
                    <a:lnTo>
                      <a:pt x="117" y="47"/>
                    </a:lnTo>
                    <a:lnTo>
                      <a:pt x="118" y="57"/>
                    </a:lnTo>
                    <a:lnTo>
                      <a:pt x="108" y="48"/>
                    </a:lnTo>
                    <a:lnTo>
                      <a:pt x="98" y="42"/>
                    </a:lnTo>
                    <a:lnTo>
                      <a:pt x="89" y="40"/>
                    </a:lnTo>
                    <a:lnTo>
                      <a:pt x="79" y="38"/>
                    </a:lnTo>
                    <a:lnTo>
                      <a:pt x="71" y="40"/>
                    </a:lnTo>
                    <a:lnTo>
                      <a:pt x="61" y="43"/>
                    </a:lnTo>
                    <a:lnTo>
                      <a:pt x="52" y="48"/>
                    </a:lnTo>
                    <a:lnTo>
                      <a:pt x="41" y="5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07" name="Freeform 53"/>
              <p:cNvSpPr>
                <a:spLocks/>
              </p:cNvSpPr>
              <p:nvPr/>
            </p:nvSpPr>
            <p:spPr bwMode="auto">
              <a:xfrm rot="3766183" flipH="1">
                <a:off x="4385" y="1958"/>
                <a:ext cx="190" cy="405"/>
              </a:xfrm>
              <a:custGeom>
                <a:avLst/>
                <a:gdLst>
                  <a:gd name="T0" fmla="*/ 114 w 190"/>
                  <a:gd name="T1" fmla="*/ 330 h 405"/>
                  <a:gd name="T2" fmla="*/ 121 w 190"/>
                  <a:gd name="T3" fmla="*/ 290 h 405"/>
                  <a:gd name="T4" fmla="*/ 137 w 190"/>
                  <a:gd name="T5" fmla="*/ 245 h 405"/>
                  <a:gd name="T6" fmla="*/ 149 w 190"/>
                  <a:gd name="T7" fmla="*/ 222 h 405"/>
                  <a:gd name="T8" fmla="*/ 184 w 190"/>
                  <a:gd name="T9" fmla="*/ 186 h 405"/>
                  <a:gd name="T10" fmla="*/ 190 w 190"/>
                  <a:gd name="T11" fmla="*/ 176 h 405"/>
                  <a:gd name="T12" fmla="*/ 178 w 190"/>
                  <a:gd name="T13" fmla="*/ 111 h 405"/>
                  <a:gd name="T14" fmla="*/ 158 w 190"/>
                  <a:gd name="T15" fmla="*/ 41 h 405"/>
                  <a:gd name="T16" fmla="*/ 143 w 190"/>
                  <a:gd name="T17" fmla="*/ 11 h 405"/>
                  <a:gd name="T18" fmla="*/ 133 w 190"/>
                  <a:gd name="T19" fmla="*/ 0 h 405"/>
                  <a:gd name="T20" fmla="*/ 125 w 190"/>
                  <a:gd name="T21" fmla="*/ 5 h 405"/>
                  <a:gd name="T22" fmla="*/ 116 w 190"/>
                  <a:gd name="T23" fmla="*/ 29 h 405"/>
                  <a:gd name="T24" fmla="*/ 120 w 190"/>
                  <a:gd name="T25" fmla="*/ 56 h 405"/>
                  <a:gd name="T26" fmla="*/ 125 w 190"/>
                  <a:gd name="T27" fmla="*/ 62 h 405"/>
                  <a:gd name="T28" fmla="*/ 121 w 190"/>
                  <a:gd name="T29" fmla="*/ 73 h 405"/>
                  <a:gd name="T30" fmla="*/ 88 w 190"/>
                  <a:gd name="T31" fmla="*/ 42 h 405"/>
                  <a:gd name="T32" fmla="*/ 70 w 190"/>
                  <a:gd name="T33" fmla="*/ 38 h 405"/>
                  <a:gd name="T34" fmla="*/ 55 w 190"/>
                  <a:gd name="T35" fmla="*/ 43 h 405"/>
                  <a:gd name="T36" fmla="*/ 28 w 190"/>
                  <a:gd name="T37" fmla="*/ 62 h 405"/>
                  <a:gd name="T38" fmla="*/ 11 w 190"/>
                  <a:gd name="T39" fmla="*/ 77 h 405"/>
                  <a:gd name="T40" fmla="*/ 3 w 190"/>
                  <a:gd name="T41" fmla="*/ 92 h 405"/>
                  <a:gd name="T42" fmla="*/ 8 w 190"/>
                  <a:gd name="T43" fmla="*/ 98 h 405"/>
                  <a:gd name="T44" fmla="*/ 23 w 190"/>
                  <a:gd name="T45" fmla="*/ 98 h 405"/>
                  <a:gd name="T46" fmla="*/ 8 w 190"/>
                  <a:gd name="T47" fmla="*/ 118 h 405"/>
                  <a:gd name="T48" fmla="*/ 1 w 190"/>
                  <a:gd name="T49" fmla="*/ 129 h 405"/>
                  <a:gd name="T50" fmla="*/ 1 w 190"/>
                  <a:gd name="T51" fmla="*/ 141 h 405"/>
                  <a:gd name="T52" fmla="*/ 10 w 190"/>
                  <a:gd name="T53" fmla="*/ 146 h 405"/>
                  <a:gd name="T54" fmla="*/ 23 w 190"/>
                  <a:gd name="T55" fmla="*/ 137 h 405"/>
                  <a:gd name="T56" fmla="*/ 32 w 190"/>
                  <a:gd name="T57" fmla="*/ 135 h 405"/>
                  <a:gd name="T58" fmla="*/ 8 w 190"/>
                  <a:gd name="T59" fmla="*/ 157 h 405"/>
                  <a:gd name="T60" fmla="*/ 2 w 190"/>
                  <a:gd name="T61" fmla="*/ 166 h 405"/>
                  <a:gd name="T62" fmla="*/ 2 w 190"/>
                  <a:gd name="T63" fmla="*/ 175 h 405"/>
                  <a:gd name="T64" fmla="*/ 19 w 190"/>
                  <a:gd name="T65" fmla="*/ 183 h 405"/>
                  <a:gd name="T66" fmla="*/ 34 w 190"/>
                  <a:gd name="T67" fmla="*/ 179 h 405"/>
                  <a:gd name="T68" fmla="*/ 44 w 190"/>
                  <a:gd name="T69" fmla="*/ 167 h 405"/>
                  <a:gd name="T70" fmla="*/ 48 w 190"/>
                  <a:gd name="T71" fmla="*/ 150 h 405"/>
                  <a:gd name="T72" fmla="*/ 62 w 190"/>
                  <a:gd name="T73" fmla="*/ 165 h 405"/>
                  <a:gd name="T74" fmla="*/ 74 w 190"/>
                  <a:gd name="T75" fmla="*/ 179 h 405"/>
                  <a:gd name="T76" fmla="*/ 65 w 190"/>
                  <a:gd name="T77" fmla="*/ 184 h 405"/>
                  <a:gd name="T78" fmla="*/ 50 w 190"/>
                  <a:gd name="T79" fmla="*/ 203 h 405"/>
                  <a:gd name="T80" fmla="*/ 38 w 190"/>
                  <a:gd name="T81" fmla="*/ 226 h 405"/>
                  <a:gd name="T82" fmla="*/ 10 w 190"/>
                  <a:gd name="T83" fmla="*/ 272 h 405"/>
                  <a:gd name="T84" fmla="*/ 1 w 190"/>
                  <a:gd name="T85" fmla="*/ 304 h 405"/>
                  <a:gd name="T86" fmla="*/ 5 w 190"/>
                  <a:gd name="T87" fmla="*/ 341 h 405"/>
                  <a:gd name="T88" fmla="*/ 13 w 190"/>
                  <a:gd name="T89" fmla="*/ 380 h 405"/>
                  <a:gd name="T90" fmla="*/ 24 w 190"/>
                  <a:gd name="T91" fmla="*/ 396 h 405"/>
                  <a:gd name="T92" fmla="*/ 29 w 190"/>
                  <a:gd name="T93" fmla="*/ 400 h 405"/>
                  <a:gd name="T94" fmla="*/ 75 w 190"/>
                  <a:gd name="T95" fmla="*/ 405 h 405"/>
                  <a:gd name="T96" fmla="*/ 95 w 190"/>
                  <a:gd name="T97" fmla="*/ 398 h 405"/>
                  <a:gd name="T98" fmla="*/ 110 w 190"/>
                  <a:gd name="T99" fmla="*/ 382 h 405"/>
                  <a:gd name="T100" fmla="*/ 115 w 190"/>
                  <a:gd name="T101" fmla="*/ 354 h 405"/>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90"/>
                  <a:gd name="T154" fmla="*/ 0 h 405"/>
                  <a:gd name="T155" fmla="*/ 190 w 190"/>
                  <a:gd name="T156" fmla="*/ 405 h 405"/>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90" h="405">
                    <a:moveTo>
                      <a:pt x="114" y="341"/>
                    </a:moveTo>
                    <a:lnTo>
                      <a:pt x="114" y="341"/>
                    </a:lnTo>
                    <a:lnTo>
                      <a:pt x="114" y="330"/>
                    </a:lnTo>
                    <a:lnTo>
                      <a:pt x="115" y="318"/>
                    </a:lnTo>
                    <a:lnTo>
                      <a:pt x="117" y="304"/>
                    </a:lnTo>
                    <a:lnTo>
                      <a:pt x="121" y="290"/>
                    </a:lnTo>
                    <a:lnTo>
                      <a:pt x="126" y="273"/>
                    </a:lnTo>
                    <a:lnTo>
                      <a:pt x="131" y="259"/>
                    </a:lnTo>
                    <a:lnTo>
                      <a:pt x="137" y="245"/>
                    </a:lnTo>
                    <a:lnTo>
                      <a:pt x="143" y="233"/>
                    </a:lnTo>
                    <a:lnTo>
                      <a:pt x="149" y="222"/>
                    </a:lnTo>
                    <a:lnTo>
                      <a:pt x="157" y="213"/>
                    </a:lnTo>
                    <a:lnTo>
                      <a:pt x="172" y="198"/>
                    </a:lnTo>
                    <a:lnTo>
                      <a:pt x="184" y="186"/>
                    </a:lnTo>
                    <a:lnTo>
                      <a:pt x="188" y="181"/>
                    </a:lnTo>
                    <a:lnTo>
                      <a:pt x="190" y="176"/>
                    </a:lnTo>
                    <a:lnTo>
                      <a:pt x="189" y="167"/>
                    </a:lnTo>
                    <a:lnTo>
                      <a:pt x="187" y="152"/>
                    </a:lnTo>
                    <a:lnTo>
                      <a:pt x="178" y="111"/>
                    </a:lnTo>
                    <a:lnTo>
                      <a:pt x="167" y="68"/>
                    </a:lnTo>
                    <a:lnTo>
                      <a:pt x="162" y="52"/>
                    </a:lnTo>
                    <a:lnTo>
                      <a:pt x="158" y="41"/>
                    </a:lnTo>
                    <a:lnTo>
                      <a:pt x="151" y="26"/>
                    </a:lnTo>
                    <a:lnTo>
                      <a:pt x="143" y="11"/>
                    </a:lnTo>
                    <a:lnTo>
                      <a:pt x="140" y="6"/>
                    </a:lnTo>
                    <a:lnTo>
                      <a:pt x="136" y="3"/>
                    </a:lnTo>
                    <a:lnTo>
                      <a:pt x="133" y="0"/>
                    </a:lnTo>
                    <a:lnTo>
                      <a:pt x="130" y="1"/>
                    </a:lnTo>
                    <a:lnTo>
                      <a:pt x="125" y="5"/>
                    </a:lnTo>
                    <a:lnTo>
                      <a:pt x="121" y="11"/>
                    </a:lnTo>
                    <a:lnTo>
                      <a:pt x="119" y="19"/>
                    </a:lnTo>
                    <a:lnTo>
                      <a:pt x="116" y="29"/>
                    </a:lnTo>
                    <a:lnTo>
                      <a:pt x="116" y="38"/>
                    </a:lnTo>
                    <a:lnTo>
                      <a:pt x="116" y="47"/>
                    </a:lnTo>
                    <a:lnTo>
                      <a:pt x="120" y="56"/>
                    </a:lnTo>
                    <a:lnTo>
                      <a:pt x="122" y="60"/>
                    </a:lnTo>
                    <a:lnTo>
                      <a:pt x="125" y="62"/>
                    </a:lnTo>
                    <a:lnTo>
                      <a:pt x="127" y="79"/>
                    </a:lnTo>
                    <a:lnTo>
                      <a:pt x="121" y="73"/>
                    </a:lnTo>
                    <a:lnTo>
                      <a:pt x="106" y="57"/>
                    </a:lnTo>
                    <a:lnTo>
                      <a:pt x="97" y="50"/>
                    </a:lnTo>
                    <a:lnTo>
                      <a:pt x="88" y="42"/>
                    </a:lnTo>
                    <a:lnTo>
                      <a:pt x="79" y="38"/>
                    </a:lnTo>
                    <a:lnTo>
                      <a:pt x="74" y="38"/>
                    </a:lnTo>
                    <a:lnTo>
                      <a:pt x="70" y="38"/>
                    </a:lnTo>
                    <a:lnTo>
                      <a:pt x="63" y="41"/>
                    </a:lnTo>
                    <a:lnTo>
                      <a:pt x="55" y="43"/>
                    </a:lnTo>
                    <a:lnTo>
                      <a:pt x="44" y="50"/>
                    </a:lnTo>
                    <a:lnTo>
                      <a:pt x="36" y="56"/>
                    </a:lnTo>
                    <a:lnTo>
                      <a:pt x="28" y="62"/>
                    </a:lnTo>
                    <a:lnTo>
                      <a:pt x="19" y="68"/>
                    </a:lnTo>
                    <a:lnTo>
                      <a:pt x="11" y="77"/>
                    </a:lnTo>
                    <a:lnTo>
                      <a:pt x="5" y="85"/>
                    </a:lnTo>
                    <a:lnTo>
                      <a:pt x="3" y="89"/>
                    </a:lnTo>
                    <a:lnTo>
                      <a:pt x="3" y="92"/>
                    </a:lnTo>
                    <a:lnTo>
                      <a:pt x="6" y="95"/>
                    </a:lnTo>
                    <a:lnTo>
                      <a:pt x="8" y="98"/>
                    </a:lnTo>
                    <a:lnTo>
                      <a:pt x="11" y="99"/>
                    </a:lnTo>
                    <a:lnTo>
                      <a:pt x="23" y="98"/>
                    </a:lnTo>
                    <a:lnTo>
                      <a:pt x="16" y="109"/>
                    </a:lnTo>
                    <a:lnTo>
                      <a:pt x="8" y="118"/>
                    </a:lnTo>
                    <a:lnTo>
                      <a:pt x="2" y="126"/>
                    </a:lnTo>
                    <a:lnTo>
                      <a:pt x="1" y="129"/>
                    </a:lnTo>
                    <a:lnTo>
                      <a:pt x="0" y="132"/>
                    </a:lnTo>
                    <a:lnTo>
                      <a:pt x="0" y="137"/>
                    </a:lnTo>
                    <a:lnTo>
                      <a:pt x="1" y="141"/>
                    </a:lnTo>
                    <a:lnTo>
                      <a:pt x="2" y="145"/>
                    </a:lnTo>
                    <a:lnTo>
                      <a:pt x="6" y="146"/>
                    </a:lnTo>
                    <a:lnTo>
                      <a:pt x="10" y="146"/>
                    </a:lnTo>
                    <a:lnTo>
                      <a:pt x="15" y="144"/>
                    </a:lnTo>
                    <a:lnTo>
                      <a:pt x="23" y="137"/>
                    </a:lnTo>
                    <a:lnTo>
                      <a:pt x="28" y="135"/>
                    </a:lnTo>
                    <a:lnTo>
                      <a:pt x="32" y="135"/>
                    </a:lnTo>
                    <a:lnTo>
                      <a:pt x="23" y="144"/>
                    </a:lnTo>
                    <a:lnTo>
                      <a:pt x="8" y="157"/>
                    </a:lnTo>
                    <a:lnTo>
                      <a:pt x="6" y="160"/>
                    </a:lnTo>
                    <a:lnTo>
                      <a:pt x="3" y="163"/>
                    </a:lnTo>
                    <a:lnTo>
                      <a:pt x="2" y="166"/>
                    </a:lnTo>
                    <a:lnTo>
                      <a:pt x="1" y="170"/>
                    </a:lnTo>
                    <a:lnTo>
                      <a:pt x="1" y="172"/>
                    </a:lnTo>
                    <a:lnTo>
                      <a:pt x="2" y="175"/>
                    </a:lnTo>
                    <a:lnTo>
                      <a:pt x="7" y="179"/>
                    </a:lnTo>
                    <a:lnTo>
                      <a:pt x="12" y="182"/>
                    </a:lnTo>
                    <a:lnTo>
                      <a:pt x="19" y="183"/>
                    </a:lnTo>
                    <a:lnTo>
                      <a:pt x="27" y="183"/>
                    </a:lnTo>
                    <a:lnTo>
                      <a:pt x="34" y="179"/>
                    </a:lnTo>
                    <a:lnTo>
                      <a:pt x="39" y="176"/>
                    </a:lnTo>
                    <a:lnTo>
                      <a:pt x="43" y="172"/>
                    </a:lnTo>
                    <a:lnTo>
                      <a:pt x="44" y="167"/>
                    </a:lnTo>
                    <a:lnTo>
                      <a:pt x="44" y="163"/>
                    </a:lnTo>
                    <a:lnTo>
                      <a:pt x="45" y="155"/>
                    </a:lnTo>
                    <a:lnTo>
                      <a:pt x="48" y="150"/>
                    </a:lnTo>
                    <a:lnTo>
                      <a:pt x="50" y="145"/>
                    </a:lnTo>
                    <a:lnTo>
                      <a:pt x="62" y="165"/>
                    </a:lnTo>
                    <a:lnTo>
                      <a:pt x="68" y="173"/>
                    </a:lnTo>
                    <a:lnTo>
                      <a:pt x="74" y="179"/>
                    </a:lnTo>
                    <a:lnTo>
                      <a:pt x="71" y="181"/>
                    </a:lnTo>
                    <a:lnTo>
                      <a:pt x="69" y="182"/>
                    </a:lnTo>
                    <a:lnTo>
                      <a:pt x="65" y="184"/>
                    </a:lnTo>
                    <a:lnTo>
                      <a:pt x="62" y="188"/>
                    </a:lnTo>
                    <a:lnTo>
                      <a:pt x="55" y="194"/>
                    </a:lnTo>
                    <a:lnTo>
                      <a:pt x="50" y="203"/>
                    </a:lnTo>
                    <a:lnTo>
                      <a:pt x="44" y="214"/>
                    </a:lnTo>
                    <a:lnTo>
                      <a:pt x="38" y="226"/>
                    </a:lnTo>
                    <a:lnTo>
                      <a:pt x="31" y="239"/>
                    </a:lnTo>
                    <a:lnTo>
                      <a:pt x="17" y="261"/>
                    </a:lnTo>
                    <a:lnTo>
                      <a:pt x="10" y="272"/>
                    </a:lnTo>
                    <a:lnTo>
                      <a:pt x="5" y="282"/>
                    </a:lnTo>
                    <a:lnTo>
                      <a:pt x="2" y="293"/>
                    </a:lnTo>
                    <a:lnTo>
                      <a:pt x="1" y="304"/>
                    </a:lnTo>
                    <a:lnTo>
                      <a:pt x="2" y="323"/>
                    </a:lnTo>
                    <a:lnTo>
                      <a:pt x="5" y="341"/>
                    </a:lnTo>
                    <a:lnTo>
                      <a:pt x="8" y="361"/>
                    </a:lnTo>
                    <a:lnTo>
                      <a:pt x="13" y="380"/>
                    </a:lnTo>
                    <a:lnTo>
                      <a:pt x="17" y="384"/>
                    </a:lnTo>
                    <a:lnTo>
                      <a:pt x="21" y="390"/>
                    </a:lnTo>
                    <a:lnTo>
                      <a:pt x="24" y="396"/>
                    </a:lnTo>
                    <a:lnTo>
                      <a:pt x="27" y="398"/>
                    </a:lnTo>
                    <a:lnTo>
                      <a:pt x="29" y="400"/>
                    </a:lnTo>
                    <a:lnTo>
                      <a:pt x="44" y="402"/>
                    </a:lnTo>
                    <a:lnTo>
                      <a:pt x="59" y="405"/>
                    </a:lnTo>
                    <a:lnTo>
                      <a:pt x="75" y="405"/>
                    </a:lnTo>
                    <a:lnTo>
                      <a:pt x="83" y="403"/>
                    </a:lnTo>
                    <a:lnTo>
                      <a:pt x="89" y="401"/>
                    </a:lnTo>
                    <a:lnTo>
                      <a:pt x="95" y="398"/>
                    </a:lnTo>
                    <a:lnTo>
                      <a:pt x="101" y="393"/>
                    </a:lnTo>
                    <a:lnTo>
                      <a:pt x="106" y="388"/>
                    </a:lnTo>
                    <a:lnTo>
                      <a:pt x="110" y="382"/>
                    </a:lnTo>
                    <a:lnTo>
                      <a:pt x="112" y="374"/>
                    </a:lnTo>
                    <a:lnTo>
                      <a:pt x="115" y="365"/>
                    </a:lnTo>
                    <a:lnTo>
                      <a:pt x="115" y="354"/>
                    </a:lnTo>
                    <a:lnTo>
                      <a:pt x="114" y="34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08" name="Freeform 54"/>
              <p:cNvSpPr>
                <a:spLocks/>
              </p:cNvSpPr>
              <p:nvPr/>
            </p:nvSpPr>
            <p:spPr bwMode="auto">
              <a:xfrm rot="3766183" flipH="1">
                <a:off x="4501" y="2131"/>
                <a:ext cx="122" cy="58"/>
              </a:xfrm>
              <a:custGeom>
                <a:avLst/>
                <a:gdLst>
                  <a:gd name="T0" fmla="*/ 0 w 122"/>
                  <a:gd name="T1" fmla="*/ 42 h 58"/>
                  <a:gd name="T2" fmla="*/ 0 w 122"/>
                  <a:gd name="T3" fmla="*/ 42 h 58"/>
                  <a:gd name="T4" fmla="*/ 14 w 122"/>
                  <a:gd name="T5" fmla="*/ 32 h 58"/>
                  <a:gd name="T6" fmla="*/ 25 w 122"/>
                  <a:gd name="T7" fmla="*/ 23 h 58"/>
                  <a:gd name="T8" fmla="*/ 36 w 122"/>
                  <a:gd name="T9" fmla="*/ 13 h 58"/>
                  <a:gd name="T10" fmla="*/ 36 w 122"/>
                  <a:gd name="T11" fmla="*/ 13 h 58"/>
                  <a:gd name="T12" fmla="*/ 45 w 122"/>
                  <a:gd name="T13" fmla="*/ 5 h 58"/>
                  <a:gd name="T14" fmla="*/ 51 w 122"/>
                  <a:gd name="T15" fmla="*/ 2 h 58"/>
                  <a:gd name="T16" fmla="*/ 57 w 122"/>
                  <a:gd name="T17" fmla="*/ 0 h 58"/>
                  <a:gd name="T18" fmla="*/ 64 w 122"/>
                  <a:gd name="T19" fmla="*/ 3 h 58"/>
                  <a:gd name="T20" fmla="*/ 64 w 122"/>
                  <a:gd name="T21" fmla="*/ 3 h 58"/>
                  <a:gd name="T22" fmla="*/ 72 w 122"/>
                  <a:gd name="T23" fmla="*/ 8 h 58"/>
                  <a:gd name="T24" fmla="*/ 85 w 122"/>
                  <a:gd name="T25" fmla="*/ 14 h 58"/>
                  <a:gd name="T26" fmla="*/ 107 w 122"/>
                  <a:gd name="T27" fmla="*/ 29 h 58"/>
                  <a:gd name="T28" fmla="*/ 107 w 122"/>
                  <a:gd name="T29" fmla="*/ 29 h 58"/>
                  <a:gd name="T30" fmla="*/ 113 w 122"/>
                  <a:gd name="T31" fmla="*/ 35 h 58"/>
                  <a:gd name="T32" fmla="*/ 118 w 122"/>
                  <a:gd name="T33" fmla="*/ 41 h 58"/>
                  <a:gd name="T34" fmla="*/ 122 w 122"/>
                  <a:gd name="T35" fmla="*/ 47 h 58"/>
                  <a:gd name="T36" fmla="*/ 122 w 122"/>
                  <a:gd name="T37" fmla="*/ 47 h 58"/>
                  <a:gd name="T38" fmla="*/ 112 w 122"/>
                  <a:gd name="T39" fmla="*/ 40 h 58"/>
                  <a:gd name="T40" fmla="*/ 91 w 122"/>
                  <a:gd name="T41" fmla="*/ 26 h 58"/>
                  <a:gd name="T42" fmla="*/ 78 w 122"/>
                  <a:gd name="T43" fmla="*/ 19 h 58"/>
                  <a:gd name="T44" fmla="*/ 67 w 122"/>
                  <a:gd name="T45" fmla="*/ 14 h 58"/>
                  <a:gd name="T46" fmla="*/ 59 w 122"/>
                  <a:gd name="T47" fmla="*/ 10 h 58"/>
                  <a:gd name="T48" fmla="*/ 55 w 122"/>
                  <a:gd name="T49" fmla="*/ 10 h 58"/>
                  <a:gd name="T50" fmla="*/ 52 w 122"/>
                  <a:gd name="T51" fmla="*/ 10 h 58"/>
                  <a:gd name="T52" fmla="*/ 52 w 122"/>
                  <a:gd name="T53" fmla="*/ 10 h 58"/>
                  <a:gd name="T54" fmla="*/ 47 w 122"/>
                  <a:gd name="T55" fmla="*/ 15 h 58"/>
                  <a:gd name="T56" fmla="*/ 43 w 122"/>
                  <a:gd name="T57" fmla="*/ 21 h 58"/>
                  <a:gd name="T58" fmla="*/ 30 w 122"/>
                  <a:gd name="T59" fmla="*/ 39 h 58"/>
                  <a:gd name="T60" fmla="*/ 30 w 122"/>
                  <a:gd name="T61" fmla="*/ 39 h 58"/>
                  <a:gd name="T62" fmla="*/ 26 w 122"/>
                  <a:gd name="T63" fmla="*/ 45 h 58"/>
                  <a:gd name="T64" fmla="*/ 21 w 122"/>
                  <a:gd name="T65" fmla="*/ 49 h 58"/>
                  <a:gd name="T66" fmla="*/ 13 w 122"/>
                  <a:gd name="T67" fmla="*/ 55 h 58"/>
                  <a:gd name="T68" fmla="*/ 7 w 122"/>
                  <a:gd name="T69" fmla="*/ 57 h 58"/>
                  <a:gd name="T70" fmla="*/ 4 w 122"/>
                  <a:gd name="T71" fmla="*/ 58 h 58"/>
                  <a:gd name="T72" fmla="*/ 4 w 122"/>
                  <a:gd name="T73" fmla="*/ 58 h 58"/>
                  <a:gd name="T74" fmla="*/ 2 w 122"/>
                  <a:gd name="T75" fmla="*/ 51 h 58"/>
                  <a:gd name="T76" fmla="*/ 0 w 122"/>
                  <a:gd name="T77" fmla="*/ 45 h 58"/>
                  <a:gd name="T78" fmla="*/ 0 w 122"/>
                  <a:gd name="T79" fmla="*/ 42 h 58"/>
                  <a:gd name="T80" fmla="*/ 0 w 122"/>
                  <a:gd name="T81" fmla="*/ 42 h 5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22"/>
                  <a:gd name="T124" fmla="*/ 0 h 58"/>
                  <a:gd name="T125" fmla="*/ 122 w 122"/>
                  <a:gd name="T126" fmla="*/ 58 h 5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22" h="58">
                    <a:moveTo>
                      <a:pt x="0" y="42"/>
                    </a:moveTo>
                    <a:lnTo>
                      <a:pt x="0" y="42"/>
                    </a:lnTo>
                    <a:lnTo>
                      <a:pt x="14" y="32"/>
                    </a:lnTo>
                    <a:lnTo>
                      <a:pt x="25" y="23"/>
                    </a:lnTo>
                    <a:lnTo>
                      <a:pt x="36" y="13"/>
                    </a:lnTo>
                    <a:lnTo>
                      <a:pt x="45" y="5"/>
                    </a:lnTo>
                    <a:lnTo>
                      <a:pt x="51" y="2"/>
                    </a:lnTo>
                    <a:lnTo>
                      <a:pt x="57" y="0"/>
                    </a:lnTo>
                    <a:lnTo>
                      <a:pt x="64" y="3"/>
                    </a:lnTo>
                    <a:lnTo>
                      <a:pt x="72" y="8"/>
                    </a:lnTo>
                    <a:lnTo>
                      <a:pt x="85" y="14"/>
                    </a:lnTo>
                    <a:lnTo>
                      <a:pt x="107" y="29"/>
                    </a:lnTo>
                    <a:lnTo>
                      <a:pt x="113" y="35"/>
                    </a:lnTo>
                    <a:lnTo>
                      <a:pt x="118" y="41"/>
                    </a:lnTo>
                    <a:lnTo>
                      <a:pt x="122" y="47"/>
                    </a:lnTo>
                    <a:lnTo>
                      <a:pt x="112" y="40"/>
                    </a:lnTo>
                    <a:lnTo>
                      <a:pt x="91" y="26"/>
                    </a:lnTo>
                    <a:lnTo>
                      <a:pt x="78" y="19"/>
                    </a:lnTo>
                    <a:lnTo>
                      <a:pt x="67" y="14"/>
                    </a:lnTo>
                    <a:lnTo>
                      <a:pt x="59" y="10"/>
                    </a:lnTo>
                    <a:lnTo>
                      <a:pt x="55" y="10"/>
                    </a:lnTo>
                    <a:lnTo>
                      <a:pt x="52" y="10"/>
                    </a:lnTo>
                    <a:lnTo>
                      <a:pt x="47" y="15"/>
                    </a:lnTo>
                    <a:lnTo>
                      <a:pt x="43" y="21"/>
                    </a:lnTo>
                    <a:lnTo>
                      <a:pt x="30" y="39"/>
                    </a:lnTo>
                    <a:lnTo>
                      <a:pt x="26" y="45"/>
                    </a:lnTo>
                    <a:lnTo>
                      <a:pt x="21" y="49"/>
                    </a:lnTo>
                    <a:lnTo>
                      <a:pt x="13" y="55"/>
                    </a:lnTo>
                    <a:lnTo>
                      <a:pt x="7" y="57"/>
                    </a:lnTo>
                    <a:lnTo>
                      <a:pt x="4" y="58"/>
                    </a:lnTo>
                    <a:lnTo>
                      <a:pt x="2" y="51"/>
                    </a:lnTo>
                    <a:lnTo>
                      <a:pt x="0" y="45"/>
                    </a:lnTo>
                    <a:lnTo>
                      <a:pt x="0" y="4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09" name="Freeform 55"/>
              <p:cNvSpPr>
                <a:spLocks/>
              </p:cNvSpPr>
              <p:nvPr/>
            </p:nvSpPr>
            <p:spPr bwMode="auto">
              <a:xfrm rot="3766183" flipH="1">
                <a:off x="4528" y="2104"/>
                <a:ext cx="120" cy="41"/>
              </a:xfrm>
              <a:custGeom>
                <a:avLst/>
                <a:gdLst>
                  <a:gd name="T0" fmla="*/ 0 w 120"/>
                  <a:gd name="T1" fmla="*/ 34 h 41"/>
                  <a:gd name="T2" fmla="*/ 0 w 120"/>
                  <a:gd name="T3" fmla="*/ 34 h 41"/>
                  <a:gd name="T4" fmla="*/ 3 w 120"/>
                  <a:gd name="T5" fmla="*/ 31 h 41"/>
                  <a:gd name="T6" fmla="*/ 9 w 120"/>
                  <a:gd name="T7" fmla="*/ 24 h 41"/>
                  <a:gd name="T8" fmla="*/ 19 w 120"/>
                  <a:gd name="T9" fmla="*/ 16 h 41"/>
                  <a:gd name="T10" fmla="*/ 25 w 120"/>
                  <a:gd name="T11" fmla="*/ 13 h 41"/>
                  <a:gd name="T12" fmla="*/ 32 w 120"/>
                  <a:gd name="T13" fmla="*/ 10 h 41"/>
                  <a:gd name="T14" fmla="*/ 32 w 120"/>
                  <a:gd name="T15" fmla="*/ 10 h 41"/>
                  <a:gd name="T16" fmla="*/ 45 w 120"/>
                  <a:gd name="T17" fmla="*/ 8 h 41"/>
                  <a:gd name="T18" fmla="*/ 52 w 120"/>
                  <a:gd name="T19" fmla="*/ 8 h 41"/>
                  <a:gd name="T20" fmla="*/ 58 w 120"/>
                  <a:gd name="T21" fmla="*/ 9 h 41"/>
                  <a:gd name="T22" fmla="*/ 65 w 120"/>
                  <a:gd name="T23" fmla="*/ 12 h 41"/>
                  <a:gd name="T24" fmla="*/ 65 w 120"/>
                  <a:gd name="T25" fmla="*/ 12 h 41"/>
                  <a:gd name="T26" fmla="*/ 84 w 120"/>
                  <a:gd name="T27" fmla="*/ 19 h 41"/>
                  <a:gd name="T28" fmla="*/ 94 w 120"/>
                  <a:gd name="T29" fmla="*/ 24 h 41"/>
                  <a:gd name="T30" fmla="*/ 103 w 120"/>
                  <a:gd name="T31" fmla="*/ 29 h 41"/>
                  <a:gd name="T32" fmla="*/ 103 w 120"/>
                  <a:gd name="T33" fmla="*/ 29 h 41"/>
                  <a:gd name="T34" fmla="*/ 120 w 120"/>
                  <a:gd name="T35" fmla="*/ 41 h 41"/>
                  <a:gd name="T36" fmla="*/ 120 w 120"/>
                  <a:gd name="T37" fmla="*/ 41 h 41"/>
                  <a:gd name="T38" fmla="*/ 114 w 120"/>
                  <a:gd name="T39" fmla="*/ 35 h 41"/>
                  <a:gd name="T40" fmla="*/ 97 w 120"/>
                  <a:gd name="T41" fmla="*/ 20 h 41"/>
                  <a:gd name="T42" fmla="*/ 87 w 120"/>
                  <a:gd name="T43" fmla="*/ 13 h 41"/>
                  <a:gd name="T44" fmla="*/ 76 w 120"/>
                  <a:gd name="T45" fmla="*/ 7 h 41"/>
                  <a:gd name="T46" fmla="*/ 66 w 120"/>
                  <a:gd name="T47" fmla="*/ 3 h 41"/>
                  <a:gd name="T48" fmla="*/ 61 w 120"/>
                  <a:gd name="T49" fmla="*/ 2 h 41"/>
                  <a:gd name="T50" fmla="*/ 56 w 120"/>
                  <a:gd name="T51" fmla="*/ 0 h 41"/>
                  <a:gd name="T52" fmla="*/ 56 w 120"/>
                  <a:gd name="T53" fmla="*/ 0 h 41"/>
                  <a:gd name="T54" fmla="*/ 41 w 120"/>
                  <a:gd name="T55" fmla="*/ 3 h 41"/>
                  <a:gd name="T56" fmla="*/ 29 w 120"/>
                  <a:gd name="T57" fmla="*/ 5 h 41"/>
                  <a:gd name="T58" fmla="*/ 19 w 120"/>
                  <a:gd name="T59" fmla="*/ 10 h 41"/>
                  <a:gd name="T60" fmla="*/ 11 w 120"/>
                  <a:gd name="T61" fmla="*/ 16 h 41"/>
                  <a:gd name="T62" fmla="*/ 11 w 120"/>
                  <a:gd name="T63" fmla="*/ 16 h 41"/>
                  <a:gd name="T64" fmla="*/ 6 w 120"/>
                  <a:gd name="T65" fmla="*/ 23 h 41"/>
                  <a:gd name="T66" fmla="*/ 3 w 120"/>
                  <a:gd name="T67" fmla="*/ 28 h 41"/>
                  <a:gd name="T68" fmla="*/ 0 w 120"/>
                  <a:gd name="T69" fmla="*/ 34 h 41"/>
                  <a:gd name="T70" fmla="*/ 0 w 120"/>
                  <a:gd name="T71" fmla="*/ 34 h 41"/>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20"/>
                  <a:gd name="T109" fmla="*/ 0 h 41"/>
                  <a:gd name="T110" fmla="*/ 120 w 120"/>
                  <a:gd name="T111" fmla="*/ 41 h 41"/>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20" h="41">
                    <a:moveTo>
                      <a:pt x="0" y="34"/>
                    </a:moveTo>
                    <a:lnTo>
                      <a:pt x="0" y="34"/>
                    </a:lnTo>
                    <a:lnTo>
                      <a:pt x="3" y="31"/>
                    </a:lnTo>
                    <a:lnTo>
                      <a:pt x="9" y="24"/>
                    </a:lnTo>
                    <a:lnTo>
                      <a:pt x="19" y="16"/>
                    </a:lnTo>
                    <a:lnTo>
                      <a:pt x="25" y="13"/>
                    </a:lnTo>
                    <a:lnTo>
                      <a:pt x="32" y="10"/>
                    </a:lnTo>
                    <a:lnTo>
                      <a:pt x="45" y="8"/>
                    </a:lnTo>
                    <a:lnTo>
                      <a:pt x="52" y="8"/>
                    </a:lnTo>
                    <a:lnTo>
                      <a:pt x="58" y="9"/>
                    </a:lnTo>
                    <a:lnTo>
                      <a:pt x="65" y="12"/>
                    </a:lnTo>
                    <a:lnTo>
                      <a:pt x="84" y="19"/>
                    </a:lnTo>
                    <a:lnTo>
                      <a:pt x="94" y="24"/>
                    </a:lnTo>
                    <a:lnTo>
                      <a:pt x="103" y="29"/>
                    </a:lnTo>
                    <a:lnTo>
                      <a:pt x="120" y="41"/>
                    </a:lnTo>
                    <a:lnTo>
                      <a:pt x="114" y="35"/>
                    </a:lnTo>
                    <a:lnTo>
                      <a:pt x="97" y="20"/>
                    </a:lnTo>
                    <a:lnTo>
                      <a:pt x="87" y="13"/>
                    </a:lnTo>
                    <a:lnTo>
                      <a:pt x="76" y="7"/>
                    </a:lnTo>
                    <a:lnTo>
                      <a:pt x="66" y="3"/>
                    </a:lnTo>
                    <a:lnTo>
                      <a:pt x="61" y="2"/>
                    </a:lnTo>
                    <a:lnTo>
                      <a:pt x="56" y="0"/>
                    </a:lnTo>
                    <a:lnTo>
                      <a:pt x="41" y="3"/>
                    </a:lnTo>
                    <a:lnTo>
                      <a:pt x="29" y="5"/>
                    </a:lnTo>
                    <a:lnTo>
                      <a:pt x="19" y="10"/>
                    </a:lnTo>
                    <a:lnTo>
                      <a:pt x="11" y="16"/>
                    </a:lnTo>
                    <a:lnTo>
                      <a:pt x="6" y="23"/>
                    </a:lnTo>
                    <a:lnTo>
                      <a:pt x="3" y="28"/>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10" name="Freeform 56"/>
              <p:cNvSpPr>
                <a:spLocks/>
              </p:cNvSpPr>
              <p:nvPr/>
            </p:nvSpPr>
            <p:spPr bwMode="auto">
              <a:xfrm rot="3766183" flipH="1">
                <a:off x="4504" y="2033"/>
                <a:ext cx="20" cy="80"/>
              </a:xfrm>
              <a:custGeom>
                <a:avLst/>
                <a:gdLst>
                  <a:gd name="T0" fmla="*/ 0 w 20"/>
                  <a:gd name="T1" fmla="*/ 80 h 80"/>
                  <a:gd name="T2" fmla="*/ 0 w 20"/>
                  <a:gd name="T3" fmla="*/ 80 h 80"/>
                  <a:gd name="T4" fmla="*/ 0 w 20"/>
                  <a:gd name="T5" fmla="*/ 76 h 80"/>
                  <a:gd name="T6" fmla="*/ 1 w 20"/>
                  <a:gd name="T7" fmla="*/ 69 h 80"/>
                  <a:gd name="T8" fmla="*/ 6 w 20"/>
                  <a:gd name="T9" fmla="*/ 53 h 80"/>
                  <a:gd name="T10" fmla="*/ 11 w 20"/>
                  <a:gd name="T11" fmla="*/ 36 h 80"/>
                  <a:gd name="T12" fmla="*/ 13 w 20"/>
                  <a:gd name="T13" fmla="*/ 22 h 80"/>
                  <a:gd name="T14" fmla="*/ 13 w 20"/>
                  <a:gd name="T15" fmla="*/ 22 h 80"/>
                  <a:gd name="T16" fmla="*/ 13 w 20"/>
                  <a:gd name="T17" fmla="*/ 13 h 80"/>
                  <a:gd name="T18" fmla="*/ 10 w 20"/>
                  <a:gd name="T19" fmla="*/ 7 h 80"/>
                  <a:gd name="T20" fmla="*/ 8 w 20"/>
                  <a:gd name="T21" fmla="*/ 0 h 80"/>
                  <a:gd name="T22" fmla="*/ 8 w 20"/>
                  <a:gd name="T23" fmla="*/ 0 h 80"/>
                  <a:gd name="T24" fmla="*/ 10 w 20"/>
                  <a:gd name="T25" fmla="*/ 1 h 80"/>
                  <a:gd name="T26" fmla="*/ 13 w 20"/>
                  <a:gd name="T27" fmla="*/ 3 h 80"/>
                  <a:gd name="T28" fmla="*/ 15 w 20"/>
                  <a:gd name="T29" fmla="*/ 6 h 80"/>
                  <a:gd name="T30" fmla="*/ 18 w 20"/>
                  <a:gd name="T31" fmla="*/ 10 h 80"/>
                  <a:gd name="T32" fmla="*/ 19 w 20"/>
                  <a:gd name="T33" fmla="*/ 15 h 80"/>
                  <a:gd name="T34" fmla="*/ 20 w 20"/>
                  <a:gd name="T35" fmla="*/ 22 h 80"/>
                  <a:gd name="T36" fmla="*/ 19 w 20"/>
                  <a:gd name="T37" fmla="*/ 29 h 80"/>
                  <a:gd name="T38" fmla="*/ 19 w 20"/>
                  <a:gd name="T39" fmla="*/ 29 h 80"/>
                  <a:gd name="T40" fmla="*/ 14 w 20"/>
                  <a:gd name="T41" fmla="*/ 48 h 80"/>
                  <a:gd name="T42" fmla="*/ 8 w 20"/>
                  <a:gd name="T43" fmla="*/ 64 h 80"/>
                  <a:gd name="T44" fmla="*/ 0 w 20"/>
                  <a:gd name="T45" fmla="*/ 80 h 80"/>
                  <a:gd name="T46" fmla="*/ 0 w 20"/>
                  <a:gd name="T47" fmla="*/ 80 h 8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20"/>
                  <a:gd name="T73" fmla="*/ 0 h 80"/>
                  <a:gd name="T74" fmla="*/ 20 w 20"/>
                  <a:gd name="T75" fmla="*/ 80 h 80"/>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20" h="80">
                    <a:moveTo>
                      <a:pt x="0" y="80"/>
                    </a:moveTo>
                    <a:lnTo>
                      <a:pt x="0" y="80"/>
                    </a:lnTo>
                    <a:lnTo>
                      <a:pt x="0" y="76"/>
                    </a:lnTo>
                    <a:lnTo>
                      <a:pt x="1" y="69"/>
                    </a:lnTo>
                    <a:lnTo>
                      <a:pt x="6" y="53"/>
                    </a:lnTo>
                    <a:lnTo>
                      <a:pt x="11" y="36"/>
                    </a:lnTo>
                    <a:lnTo>
                      <a:pt x="13" y="22"/>
                    </a:lnTo>
                    <a:lnTo>
                      <a:pt x="13" y="13"/>
                    </a:lnTo>
                    <a:lnTo>
                      <a:pt x="10" y="7"/>
                    </a:lnTo>
                    <a:lnTo>
                      <a:pt x="8" y="0"/>
                    </a:lnTo>
                    <a:lnTo>
                      <a:pt x="10" y="1"/>
                    </a:lnTo>
                    <a:lnTo>
                      <a:pt x="13" y="3"/>
                    </a:lnTo>
                    <a:lnTo>
                      <a:pt x="15" y="6"/>
                    </a:lnTo>
                    <a:lnTo>
                      <a:pt x="18" y="10"/>
                    </a:lnTo>
                    <a:lnTo>
                      <a:pt x="19" y="15"/>
                    </a:lnTo>
                    <a:lnTo>
                      <a:pt x="20" y="22"/>
                    </a:lnTo>
                    <a:lnTo>
                      <a:pt x="19" y="29"/>
                    </a:lnTo>
                    <a:lnTo>
                      <a:pt x="14" y="48"/>
                    </a:lnTo>
                    <a:lnTo>
                      <a:pt x="8" y="64"/>
                    </a:lnTo>
                    <a:lnTo>
                      <a:pt x="0" y="8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sp>
        <p:nvSpPr>
          <p:cNvPr id="7178" name="Freeform 57"/>
          <p:cNvSpPr>
            <a:spLocks/>
          </p:cNvSpPr>
          <p:nvPr/>
        </p:nvSpPr>
        <p:spPr bwMode="auto">
          <a:xfrm>
            <a:off x="881063" y="2709863"/>
            <a:ext cx="476250" cy="414337"/>
          </a:xfrm>
          <a:custGeom>
            <a:avLst/>
            <a:gdLst>
              <a:gd name="T0" fmla="*/ 2147483647 w 300"/>
              <a:gd name="T1" fmla="*/ 0 h 261"/>
              <a:gd name="T2" fmla="*/ 2147483647 w 300"/>
              <a:gd name="T3" fmla="*/ 2147483647 h 261"/>
              <a:gd name="T4" fmla="*/ 0 w 300"/>
              <a:gd name="T5" fmla="*/ 2147483647 h 261"/>
              <a:gd name="T6" fmla="*/ 2147483647 w 300"/>
              <a:gd name="T7" fmla="*/ 2147483647 h 261"/>
              <a:gd name="T8" fmla="*/ 2147483647 w 300"/>
              <a:gd name="T9" fmla="*/ 2147483647 h 261"/>
              <a:gd name="T10" fmla="*/ 2147483647 w 300"/>
              <a:gd name="T11" fmla="*/ 2147483647 h 261"/>
              <a:gd name="T12" fmla="*/ 2147483647 w 300"/>
              <a:gd name="T13" fmla="*/ 2147483647 h 261"/>
              <a:gd name="T14" fmla="*/ 2147483647 w 300"/>
              <a:gd name="T15" fmla="*/ 2147483647 h 261"/>
              <a:gd name="T16" fmla="*/ 2147483647 w 300"/>
              <a:gd name="T17" fmla="*/ 2147483647 h 26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00"/>
              <a:gd name="T28" fmla="*/ 0 h 261"/>
              <a:gd name="T29" fmla="*/ 300 w 300"/>
              <a:gd name="T30" fmla="*/ 261 h 26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00" h="261">
                <a:moveTo>
                  <a:pt x="138" y="0"/>
                </a:moveTo>
                <a:lnTo>
                  <a:pt x="33" y="141"/>
                </a:lnTo>
                <a:lnTo>
                  <a:pt x="0" y="216"/>
                </a:lnTo>
                <a:lnTo>
                  <a:pt x="30" y="246"/>
                </a:lnTo>
                <a:lnTo>
                  <a:pt x="69" y="255"/>
                </a:lnTo>
                <a:lnTo>
                  <a:pt x="300" y="261"/>
                </a:lnTo>
                <a:lnTo>
                  <a:pt x="288" y="189"/>
                </a:lnTo>
                <a:lnTo>
                  <a:pt x="87" y="174"/>
                </a:lnTo>
                <a:lnTo>
                  <a:pt x="204" y="23"/>
                </a:lnTo>
              </a:path>
            </a:pathLst>
          </a:custGeom>
          <a:solidFill>
            <a:schemeClr val="bg1"/>
          </a:solidFill>
          <a:ln>
            <a:noFill/>
          </a:ln>
          <a:extLst>
            <a:ext uri="{91240B29-F687-4F45-9708-019B960494DF}">
              <a14:hiddenLine xmlns:a14="http://schemas.microsoft.com/office/drawing/2010/main" w="28575">
                <a:solidFill>
                  <a:srgbClr val="000000"/>
                </a:solidFill>
                <a:round/>
                <a:headEnd/>
                <a:tailEnd/>
              </a14:hiddenLine>
            </a:ext>
          </a:extLst>
        </p:spPr>
        <p:txBody>
          <a:bodyPr lIns="0" tIns="0" rIns="0" bIns="0" anchor="ctr">
            <a:spAutoFit/>
          </a:bodyPr>
          <a:lstStyle/>
          <a:p>
            <a:endParaRPr lang="en-US"/>
          </a:p>
        </p:txBody>
      </p:sp>
      <p:grpSp>
        <p:nvGrpSpPr>
          <p:cNvPr id="7179" name="Group 58"/>
          <p:cNvGrpSpPr>
            <a:grpSpLocks/>
          </p:cNvGrpSpPr>
          <p:nvPr/>
        </p:nvGrpSpPr>
        <p:grpSpPr bwMode="auto">
          <a:xfrm>
            <a:off x="949325" y="2025650"/>
            <a:ext cx="1341438" cy="903288"/>
            <a:chOff x="2984" y="3331"/>
            <a:chExt cx="845" cy="569"/>
          </a:xfrm>
        </p:grpSpPr>
        <p:sp>
          <p:nvSpPr>
            <p:cNvPr id="7187" name="AutoShape 59"/>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7188" name="Group 60"/>
            <p:cNvGrpSpPr>
              <a:grpSpLocks/>
            </p:cNvGrpSpPr>
            <p:nvPr/>
          </p:nvGrpSpPr>
          <p:grpSpPr bwMode="auto">
            <a:xfrm>
              <a:off x="3386" y="3487"/>
              <a:ext cx="443" cy="398"/>
              <a:chOff x="4838" y="2218"/>
              <a:chExt cx="395" cy="355"/>
            </a:xfrm>
          </p:grpSpPr>
          <p:sp>
            <p:nvSpPr>
              <p:cNvPr id="7189" name="Freeform 61"/>
              <p:cNvSpPr>
                <a:spLocks/>
              </p:cNvSpPr>
              <p:nvPr/>
            </p:nvSpPr>
            <p:spPr bwMode="auto">
              <a:xfrm>
                <a:off x="4888" y="2251"/>
                <a:ext cx="294" cy="113"/>
              </a:xfrm>
              <a:custGeom>
                <a:avLst/>
                <a:gdLst>
                  <a:gd name="T0" fmla="*/ 36 w 839"/>
                  <a:gd name="T1" fmla="*/ 10 h 319"/>
                  <a:gd name="T2" fmla="*/ 35 w 839"/>
                  <a:gd name="T3" fmla="*/ 8 h 319"/>
                  <a:gd name="T4" fmla="*/ 33 w 839"/>
                  <a:gd name="T5" fmla="*/ 8 h 319"/>
                  <a:gd name="T6" fmla="*/ 32 w 839"/>
                  <a:gd name="T7" fmla="*/ 8 h 319"/>
                  <a:gd name="T8" fmla="*/ 31 w 839"/>
                  <a:gd name="T9" fmla="*/ 10 h 319"/>
                  <a:gd name="T10" fmla="*/ 31 w 839"/>
                  <a:gd name="T11" fmla="*/ 11 h 319"/>
                  <a:gd name="T12" fmla="*/ 31 w 839"/>
                  <a:gd name="T13" fmla="*/ 12 h 319"/>
                  <a:gd name="T14" fmla="*/ 30 w 839"/>
                  <a:gd name="T15" fmla="*/ 12 h 319"/>
                  <a:gd name="T16" fmla="*/ 28 w 839"/>
                  <a:gd name="T17" fmla="*/ 11 h 319"/>
                  <a:gd name="T18" fmla="*/ 27 w 839"/>
                  <a:gd name="T19" fmla="*/ 10 h 319"/>
                  <a:gd name="T20" fmla="*/ 26 w 839"/>
                  <a:gd name="T21" fmla="*/ 9 h 319"/>
                  <a:gd name="T22" fmla="*/ 25 w 839"/>
                  <a:gd name="T23" fmla="*/ 8 h 319"/>
                  <a:gd name="T24" fmla="*/ 23 w 839"/>
                  <a:gd name="T25" fmla="*/ 7 h 319"/>
                  <a:gd name="T26" fmla="*/ 21 w 839"/>
                  <a:gd name="T27" fmla="*/ 6 h 319"/>
                  <a:gd name="T28" fmla="*/ 18 w 839"/>
                  <a:gd name="T29" fmla="*/ 5 h 319"/>
                  <a:gd name="T30" fmla="*/ 16 w 839"/>
                  <a:gd name="T31" fmla="*/ 4 h 319"/>
                  <a:gd name="T32" fmla="*/ 13 w 839"/>
                  <a:gd name="T33" fmla="*/ 4 h 319"/>
                  <a:gd name="T34" fmla="*/ 11 w 839"/>
                  <a:gd name="T35" fmla="*/ 4 h 319"/>
                  <a:gd name="T36" fmla="*/ 9 w 839"/>
                  <a:gd name="T37" fmla="*/ 5 h 319"/>
                  <a:gd name="T38" fmla="*/ 8 w 839"/>
                  <a:gd name="T39" fmla="*/ 5 h 319"/>
                  <a:gd name="T40" fmla="*/ 7 w 839"/>
                  <a:gd name="T41" fmla="*/ 5 h 319"/>
                  <a:gd name="T42" fmla="*/ 6 w 839"/>
                  <a:gd name="T43" fmla="*/ 5 h 319"/>
                  <a:gd name="T44" fmla="*/ 5 w 839"/>
                  <a:gd name="T45" fmla="*/ 5 h 319"/>
                  <a:gd name="T46" fmla="*/ 5 w 839"/>
                  <a:gd name="T47" fmla="*/ 4 h 319"/>
                  <a:gd name="T48" fmla="*/ 5 w 839"/>
                  <a:gd name="T49" fmla="*/ 2 h 319"/>
                  <a:gd name="T50" fmla="*/ 4 w 839"/>
                  <a:gd name="T51" fmla="*/ 0 h 319"/>
                  <a:gd name="T52" fmla="*/ 3 w 839"/>
                  <a:gd name="T53" fmla="*/ 0 h 319"/>
                  <a:gd name="T54" fmla="*/ 1 w 839"/>
                  <a:gd name="T55" fmla="*/ 0 h 319"/>
                  <a:gd name="T56" fmla="*/ 0 w 839"/>
                  <a:gd name="T57" fmla="*/ 2 h 319"/>
                  <a:gd name="T58" fmla="*/ 0 w 839"/>
                  <a:gd name="T59" fmla="*/ 4 h 319"/>
                  <a:gd name="T60" fmla="*/ 2 w 839"/>
                  <a:gd name="T61" fmla="*/ 6 h 319"/>
                  <a:gd name="T62" fmla="*/ 3 w 839"/>
                  <a:gd name="T63" fmla="*/ 6 h 319"/>
                  <a:gd name="T64" fmla="*/ 4 w 839"/>
                  <a:gd name="T65" fmla="*/ 7 h 319"/>
                  <a:gd name="T66" fmla="*/ 6 w 839"/>
                  <a:gd name="T67" fmla="*/ 7 h 319"/>
                  <a:gd name="T68" fmla="*/ 8 w 839"/>
                  <a:gd name="T69" fmla="*/ 7 h 319"/>
                  <a:gd name="T70" fmla="*/ 11 w 839"/>
                  <a:gd name="T71" fmla="*/ 7 h 319"/>
                  <a:gd name="T72" fmla="*/ 12 w 839"/>
                  <a:gd name="T73" fmla="*/ 7 h 319"/>
                  <a:gd name="T74" fmla="*/ 14 w 839"/>
                  <a:gd name="T75" fmla="*/ 7 h 319"/>
                  <a:gd name="T76" fmla="*/ 18 w 839"/>
                  <a:gd name="T77" fmla="*/ 8 h 319"/>
                  <a:gd name="T78" fmla="*/ 21 w 839"/>
                  <a:gd name="T79" fmla="*/ 9 h 319"/>
                  <a:gd name="T80" fmla="*/ 23 w 839"/>
                  <a:gd name="T81" fmla="*/ 10 h 319"/>
                  <a:gd name="T82" fmla="*/ 25 w 839"/>
                  <a:gd name="T83" fmla="*/ 11 h 319"/>
                  <a:gd name="T84" fmla="*/ 27 w 839"/>
                  <a:gd name="T85" fmla="*/ 12 h 319"/>
                  <a:gd name="T86" fmla="*/ 29 w 839"/>
                  <a:gd name="T87" fmla="*/ 13 h 319"/>
                  <a:gd name="T88" fmla="*/ 31 w 839"/>
                  <a:gd name="T89" fmla="*/ 14 h 319"/>
                  <a:gd name="T90" fmla="*/ 33 w 839"/>
                  <a:gd name="T91" fmla="*/ 14 h 319"/>
                  <a:gd name="T92" fmla="*/ 34 w 839"/>
                  <a:gd name="T93" fmla="*/ 13 h 319"/>
                  <a:gd name="T94" fmla="*/ 36 w 839"/>
                  <a:gd name="T95" fmla="*/ 12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90" name="Freeform 62"/>
              <p:cNvSpPr>
                <a:spLocks/>
              </p:cNvSpPr>
              <p:nvPr/>
            </p:nvSpPr>
            <p:spPr bwMode="auto">
              <a:xfrm>
                <a:off x="4838" y="2408"/>
                <a:ext cx="145" cy="55"/>
              </a:xfrm>
              <a:custGeom>
                <a:avLst/>
                <a:gdLst>
                  <a:gd name="T0" fmla="*/ 0 w 413"/>
                  <a:gd name="T1" fmla="*/ 0 h 156"/>
                  <a:gd name="T2" fmla="*/ 0 w 413"/>
                  <a:gd name="T3" fmla="*/ 1 h 156"/>
                  <a:gd name="T4" fmla="*/ 1 w 413"/>
                  <a:gd name="T5" fmla="*/ 3 h 156"/>
                  <a:gd name="T6" fmla="*/ 2 w 413"/>
                  <a:gd name="T7" fmla="*/ 4 h 156"/>
                  <a:gd name="T8" fmla="*/ 3 w 413"/>
                  <a:gd name="T9" fmla="*/ 5 h 156"/>
                  <a:gd name="T10" fmla="*/ 4 w 413"/>
                  <a:gd name="T11" fmla="*/ 6 h 156"/>
                  <a:gd name="T12" fmla="*/ 6 w 413"/>
                  <a:gd name="T13" fmla="*/ 6 h 156"/>
                  <a:gd name="T14" fmla="*/ 7 w 413"/>
                  <a:gd name="T15" fmla="*/ 7 h 156"/>
                  <a:gd name="T16" fmla="*/ 9 w 413"/>
                  <a:gd name="T17" fmla="*/ 7 h 156"/>
                  <a:gd name="T18" fmla="*/ 11 w 413"/>
                  <a:gd name="T19" fmla="*/ 7 h 156"/>
                  <a:gd name="T20" fmla="*/ 12 w 413"/>
                  <a:gd name="T21" fmla="*/ 6 h 156"/>
                  <a:gd name="T22" fmla="*/ 14 w 413"/>
                  <a:gd name="T23" fmla="*/ 6 h 156"/>
                  <a:gd name="T24" fmla="*/ 15 w 413"/>
                  <a:gd name="T25" fmla="*/ 5 h 156"/>
                  <a:gd name="T26" fmla="*/ 16 w 413"/>
                  <a:gd name="T27" fmla="*/ 4 h 156"/>
                  <a:gd name="T28" fmla="*/ 17 w 413"/>
                  <a:gd name="T29" fmla="*/ 3 h 156"/>
                  <a:gd name="T30" fmla="*/ 18 w 413"/>
                  <a:gd name="T31" fmla="*/ 1 h 156"/>
                  <a:gd name="T32" fmla="*/ 18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91" name="Freeform 63"/>
              <p:cNvSpPr>
                <a:spLocks/>
              </p:cNvSpPr>
              <p:nvPr/>
            </p:nvSpPr>
            <p:spPr bwMode="auto">
              <a:xfrm>
                <a:off x="4854" y="2282"/>
                <a:ext cx="60" cy="131"/>
              </a:xfrm>
              <a:custGeom>
                <a:avLst/>
                <a:gdLst>
                  <a:gd name="T0" fmla="*/ 1 w 170"/>
                  <a:gd name="T1" fmla="*/ 16 h 373"/>
                  <a:gd name="T2" fmla="*/ 7 w 170"/>
                  <a:gd name="T3" fmla="*/ 0 h 373"/>
                  <a:gd name="T4" fmla="*/ 6 w 170"/>
                  <a:gd name="T5" fmla="*/ 0 h 373"/>
                  <a:gd name="T6" fmla="*/ 0 w 170"/>
                  <a:gd name="T7" fmla="*/ 16 h 373"/>
                  <a:gd name="T8" fmla="*/ 1 w 170"/>
                  <a:gd name="T9" fmla="*/ 16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92" name="Freeform 64"/>
              <p:cNvSpPr>
                <a:spLocks/>
              </p:cNvSpPr>
              <p:nvPr/>
            </p:nvSpPr>
            <p:spPr bwMode="auto">
              <a:xfrm>
                <a:off x="4908" y="2282"/>
                <a:ext cx="59" cy="131"/>
              </a:xfrm>
              <a:custGeom>
                <a:avLst/>
                <a:gdLst>
                  <a:gd name="T0" fmla="*/ 6 w 168"/>
                  <a:gd name="T1" fmla="*/ 16 h 373"/>
                  <a:gd name="T2" fmla="*/ 0 w 168"/>
                  <a:gd name="T3" fmla="*/ 0 h 373"/>
                  <a:gd name="T4" fmla="*/ 1 w 168"/>
                  <a:gd name="T5" fmla="*/ 0 h 373"/>
                  <a:gd name="T6" fmla="*/ 7 w 168"/>
                  <a:gd name="T7" fmla="*/ 16 h 373"/>
                  <a:gd name="T8" fmla="*/ 6 w 168"/>
                  <a:gd name="T9" fmla="*/ 16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93" name="Freeform 65"/>
              <p:cNvSpPr>
                <a:spLocks/>
              </p:cNvSpPr>
              <p:nvPr/>
            </p:nvSpPr>
            <p:spPr bwMode="auto">
              <a:xfrm>
                <a:off x="5087" y="2464"/>
                <a:ext cx="146" cy="55"/>
              </a:xfrm>
              <a:custGeom>
                <a:avLst/>
                <a:gdLst>
                  <a:gd name="T0" fmla="*/ 0 w 413"/>
                  <a:gd name="T1" fmla="*/ 0 h 158"/>
                  <a:gd name="T2" fmla="*/ 0 w 413"/>
                  <a:gd name="T3" fmla="*/ 1 h 158"/>
                  <a:gd name="T4" fmla="*/ 1 w 413"/>
                  <a:gd name="T5" fmla="*/ 3 h 158"/>
                  <a:gd name="T6" fmla="*/ 2 w 413"/>
                  <a:gd name="T7" fmla="*/ 4 h 158"/>
                  <a:gd name="T8" fmla="*/ 3 w 413"/>
                  <a:gd name="T9" fmla="*/ 5 h 158"/>
                  <a:gd name="T10" fmla="*/ 4 w 413"/>
                  <a:gd name="T11" fmla="*/ 6 h 158"/>
                  <a:gd name="T12" fmla="*/ 6 w 413"/>
                  <a:gd name="T13" fmla="*/ 6 h 158"/>
                  <a:gd name="T14" fmla="*/ 7 w 413"/>
                  <a:gd name="T15" fmla="*/ 7 h 158"/>
                  <a:gd name="T16" fmla="*/ 9 w 413"/>
                  <a:gd name="T17" fmla="*/ 7 h 158"/>
                  <a:gd name="T18" fmla="*/ 11 w 413"/>
                  <a:gd name="T19" fmla="*/ 7 h 158"/>
                  <a:gd name="T20" fmla="*/ 12 w 413"/>
                  <a:gd name="T21" fmla="*/ 6 h 158"/>
                  <a:gd name="T22" fmla="*/ 14 w 413"/>
                  <a:gd name="T23" fmla="*/ 6 h 158"/>
                  <a:gd name="T24" fmla="*/ 15 w 413"/>
                  <a:gd name="T25" fmla="*/ 5 h 158"/>
                  <a:gd name="T26" fmla="*/ 16 w 413"/>
                  <a:gd name="T27" fmla="*/ 4 h 158"/>
                  <a:gd name="T28" fmla="*/ 17 w 413"/>
                  <a:gd name="T29" fmla="*/ 3 h 158"/>
                  <a:gd name="T30" fmla="*/ 18 w 413"/>
                  <a:gd name="T31" fmla="*/ 1 h 158"/>
                  <a:gd name="T32" fmla="*/ 18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94" name="Freeform 66"/>
              <p:cNvSpPr>
                <a:spLocks/>
              </p:cNvSpPr>
              <p:nvPr/>
            </p:nvSpPr>
            <p:spPr bwMode="auto">
              <a:xfrm>
                <a:off x="5103" y="2338"/>
                <a:ext cx="60" cy="130"/>
              </a:xfrm>
              <a:custGeom>
                <a:avLst/>
                <a:gdLst>
                  <a:gd name="T0" fmla="*/ 1 w 170"/>
                  <a:gd name="T1" fmla="*/ 16 h 370"/>
                  <a:gd name="T2" fmla="*/ 7 w 170"/>
                  <a:gd name="T3" fmla="*/ 0 h 370"/>
                  <a:gd name="T4" fmla="*/ 6 w 170"/>
                  <a:gd name="T5" fmla="*/ 0 h 370"/>
                  <a:gd name="T6" fmla="*/ 0 w 170"/>
                  <a:gd name="T7" fmla="*/ 15 h 370"/>
                  <a:gd name="T8" fmla="*/ 1 w 170"/>
                  <a:gd name="T9" fmla="*/ 16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95" name="Freeform 67"/>
              <p:cNvSpPr>
                <a:spLocks/>
              </p:cNvSpPr>
              <p:nvPr/>
            </p:nvSpPr>
            <p:spPr bwMode="auto">
              <a:xfrm>
                <a:off x="5157" y="2338"/>
                <a:ext cx="60" cy="130"/>
              </a:xfrm>
              <a:custGeom>
                <a:avLst/>
                <a:gdLst>
                  <a:gd name="T0" fmla="*/ 6 w 170"/>
                  <a:gd name="T1" fmla="*/ 16 h 370"/>
                  <a:gd name="T2" fmla="*/ 0 w 170"/>
                  <a:gd name="T3" fmla="*/ 0 h 370"/>
                  <a:gd name="T4" fmla="*/ 1 w 170"/>
                  <a:gd name="T5" fmla="*/ 0 h 370"/>
                  <a:gd name="T6" fmla="*/ 7 w 170"/>
                  <a:gd name="T7" fmla="*/ 15 h 370"/>
                  <a:gd name="T8" fmla="*/ 6 w 170"/>
                  <a:gd name="T9" fmla="*/ 16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96" name="Rectangle 68"/>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7197" name="Rectangle 69"/>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7198" name="Freeform 70"/>
              <p:cNvSpPr>
                <a:spLocks/>
              </p:cNvSpPr>
              <p:nvPr/>
            </p:nvSpPr>
            <p:spPr bwMode="auto">
              <a:xfrm>
                <a:off x="5008" y="2218"/>
                <a:ext cx="45" cy="46"/>
              </a:xfrm>
              <a:custGeom>
                <a:avLst/>
                <a:gdLst>
                  <a:gd name="T0" fmla="*/ 3 w 129"/>
                  <a:gd name="T1" fmla="*/ 6 h 128"/>
                  <a:gd name="T2" fmla="*/ 3 w 129"/>
                  <a:gd name="T3" fmla="*/ 6 h 128"/>
                  <a:gd name="T4" fmla="*/ 4 w 129"/>
                  <a:gd name="T5" fmla="*/ 6 h 128"/>
                  <a:gd name="T6" fmla="*/ 4 w 129"/>
                  <a:gd name="T7" fmla="*/ 5 h 128"/>
                  <a:gd name="T8" fmla="*/ 5 w 129"/>
                  <a:gd name="T9" fmla="*/ 5 h 128"/>
                  <a:gd name="T10" fmla="*/ 5 w 129"/>
                  <a:gd name="T11" fmla="*/ 5 h 128"/>
                  <a:gd name="T12" fmla="*/ 5 w 129"/>
                  <a:gd name="T13" fmla="*/ 4 h 128"/>
                  <a:gd name="T14" fmla="*/ 6 w 129"/>
                  <a:gd name="T15" fmla="*/ 4 h 128"/>
                  <a:gd name="T16" fmla="*/ 6 w 129"/>
                  <a:gd name="T17" fmla="*/ 3 h 128"/>
                  <a:gd name="T18" fmla="*/ 6 w 129"/>
                  <a:gd name="T19" fmla="*/ 2 h 128"/>
                  <a:gd name="T20" fmla="*/ 5 w 129"/>
                  <a:gd name="T21" fmla="*/ 2 h 128"/>
                  <a:gd name="T22" fmla="*/ 5 w 129"/>
                  <a:gd name="T23" fmla="*/ 1 h 128"/>
                  <a:gd name="T24" fmla="*/ 5 w 129"/>
                  <a:gd name="T25" fmla="*/ 1 h 128"/>
                  <a:gd name="T26" fmla="*/ 4 w 129"/>
                  <a:gd name="T27" fmla="*/ 0 h 128"/>
                  <a:gd name="T28" fmla="*/ 4 w 129"/>
                  <a:gd name="T29" fmla="*/ 0 h 128"/>
                  <a:gd name="T30" fmla="*/ 3 w 129"/>
                  <a:gd name="T31" fmla="*/ 0 h 128"/>
                  <a:gd name="T32" fmla="*/ 3 w 129"/>
                  <a:gd name="T33" fmla="*/ 0 h 128"/>
                  <a:gd name="T34" fmla="*/ 2 w 129"/>
                  <a:gd name="T35" fmla="*/ 0 h 128"/>
                  <a:gd name="T36" fmla="*/ 2 w 129"/>
                  <a:gd name="T37" fmla="*/ 0 h 128"/>
                  <a:gd name="T38" fmla="*/ 1 w 129"/>
                  <a:gd name="T39" fmla="*/ 0 h 128"/>
                  <a:gd name="T40" fmla="*/ 1 w 129"/>
                  <a:gd name="T41" fmla="*/ 1 h 128"/>
                  <a:gd name="T42" fmla="*/ 0 w 129"/>
                  <a:gd name="T43" fmla="*/ 1 h 128"/>
                  <a:gd name="T44" fmla="*/ 0 w 129"/>
                  <a:gd name="T45" fmla="*/ 2 h 128"/>
                  <a:gd name="T46" fmla="*/ 0 w 129"/>
                  <a:gd name="T47" fmla="*/ 2 h 128"/>
                  <a:gd name="T48" fmla="*/ 0 w 129"/>
                  <a:gd name="T49" fmla="*/ 3 h 128"/>
                  <a:gd name="T50" fmla="*/ 0 w 129"/>
                  <a:gd name="T51" fmla="*/ 4 h 128"/>
                  <a:gd name="T52" fmla="*/ 0 w 129"/>
                  <a:gd name="T53" fmla="*/ 4 h 128"/>
                  <a:gd name="T54" fmla="*/ 0 w 129"/>
                  <a:gd name="T55" fmla="*/ 5 h 128"/>
                  <a:gd name="T56" fmla="*/ 1 w 129"/>
                  <a:gd name="T57" fmla="*/ 5 h 128"/>
                  <a:gd name="T58" fmla="*/ 1 w 129"/>
                  <a:gd name="T59" fmla="*/ 5 h 128"/>
                  <a:gd name="T60" fmla="*/ 2 w 129"/>
                  <a:gd name="T61" fmla="*/ 6 h 128"/>
                  <a:gd name="T62" fmla="*/ 2 w 129"/>
                  <a:gd name="T63" fmla="*/ 6 h 128"/>
                  <a:gd name="T64" fmla="*/ 3 w 129"/>
                  <a:gd name="T65" fmla="*/ 6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99" name="Rectangle 71"/>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grpSp>
        <p:nvGrpSpPr>
          <p:cNvPr id="7180" name="Group 72"/>
          <p:cNvGrpSpPr>
            <a:grpSpLocks/>
          </p:cNvGrpSpPr>
          <p:nvPr/>
        </p:nvGrpSpPr>
        <p:grpSpPr bwMode="auto">
          <a:xfrm>
            <a:off x="3921125" y="2197100"/>
            <a:ext cx="1125538" cy="1268413"/>
            <a:chOff x="2470" y="1384"/>
            <a:chExt cx="709" cy="799"/>
          </a:xfrm>
        </p:grpSpPr>
        <p:sp>
          <p:nvSpPr>
            <p:cNvPr id="7181" name="AutoShape 73"/>
            <p:cNvSpPr>
              <a:spLocks noChangeArrowheads="1"/>
            </p:cNvSpPr>
            <p:nvPr/>
          </p:nvSpPr>
          <p:spPr bwMode="auto">
            <a:xfrm rot="10800000" flipH="1">
              <a:off x="2470" y="1384"/>
              <a:ext cx="709" cy="799"/>
            </a:xfrm>
            <a:prstGeom prst="foldedCorner">
              <a:avLst>
                <a:gd name="adj" fmla="val 26509"/>
              </a:avLst>
            </a:prstGeom>
            <a:solidFill>
              <a:srgbClr val="FFFFCC"/>
            </a:solidFill>
            <a:ln w="12700">
              <a:solidFill>
                <a:schemeClr val="bg1"/>
              </a:solidFill>
              <a:round/>
              <a:headEnd/>
              <a:tailEnd/>
            </a:ln>
          </p:spPr>
          <p:txBody>
            <a:bodyPr lIns="0" tIns="0" rIns="0" bIns="0" anchor="ctr">
              <a:spAutoFit/>
            </a:bodyPr>
            <a:lstStyle/>
            <a:p>
              <a:endParaRPr lang="en-US"/>
            </a:p>
          </p:txBody>
        </p:sp>
        <p:sp>
          <p:nvSpPr>
            <p:cNvPr id="7182" name="Line 74"/>
            <p:cNvSpPr>
              <a:spLocks noChangeShapeType="1"/>
            </p:cNvSpPr>
            <p:nvPr/>
          </p:nvSpPr>
          <p:spPr bwMode="auto">
            <a:xfrm>
              <a:off x="2569" y="1721"/>
              <a:ext cx="511"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7183" name="Line 75"/>
            <p:cNvSpPr>
              <a:spLocks noChangeShapeType="1"/>
            </p:cNvSpPr>
            <p:nvPr/>
          </p:nvSpPr>
          <p:spPr bwMode="auto">
            <a:xfrm>
              <a:off x="2569" y="1839"/>
              <a:ext cx="511"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7184" name="Line 76"/>
            <p:cNvSpPr>
              <a:spLocks noChangeShapeType="1"/>
            </p:cNvSpPr>
            <p:nvPr/>
          </p:nvSpPr>
          <p:spPr bwMode="auto">
            <a:xfrm>
              <a:off x="2569" y="1956"/>
              <a:ext cx="511"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7185" name="Line 77"/>
            <p:cNvSpPr>
              <a:spLocks noChangeShapeType="1"/>
            </p:cNvSpPr>
            <p:nvPr/>
          </p:nvSpPr>
          <p:spPr bwMode="auto">
            <a:xfrm>
              <a:off x="2569" y="2073"/>
              <a:ext cx="511"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7186" name="Freeform 78"/>
            <p:cNvSpPr>
              <a:spLocks/>
            </p:cNvSpPr>
            <p:nvPr/>
          </p:nvSpPr>
          <p:spPr bwMode="auto">
            <a:xfrm>
              <a:off x="2563" y="1428"/>
              <a:ext cx="510" cy="231"/>
            </a:xfrm>
            <a:custGeom>
              <a:avLst/>
              <a:gdLst>
                <a:gd name="T0" fmla="*/ 0 w 609"/>
                <a:gd name="T1" fmla="*/ 123 h 275"/>
                <a:gd name="T2" fmla="*/ 39 w 609"/>
                <a:gd name="T3" fmla="*/ 43 h 275"/>
                <a:gd name="T4" fmla="*/ 49 w 609"/>
                <a:gd name="T5" fmla="*/ 157 h 275"/>
                <a:gd name="T6" fmla="*/ 59 w 609"/>
                <a:gd name="T7" fmla="*/ 78 h 275"/>
                <a:gd name="T8" fmla="*/ 83 w 609"/>
                <a:gd name="T9" fmla="*/ 147 h 275"/>
                <a:gd name="T10" fmla="*/ 93 w 609"/>
                <a:gd name="T11" fmla="*/ 9 h 275"/>
                <a:gd name="T12" fmla="*/ 117 w 609"/>
                <a:gd name="T13" fmla="*/ 93 h 275"/>
                <a:gd name="T14" fmla="*/ 176 w 609"/>
                <a:gd name="T15" fmla="*/ 78 h 275"/>
                <a:gd name="T16" fmla="*/ 191 w 609"/>
                <a:gd name="T17" fmla="*/ 132 h 275"/>
                <a:gd name="T18" fmla="*/ 220 w 609"/>
                <a:gd name="T19" fmla="*/ 113 h 275"/>
                <a:gd name="T20" fmla="*/ 270 w 609"/>
                <a:gd name="T21" fmla="*/ 98 h 275"/>
                <a:gd name="T22" fmla="*/ 318 w 609"/>
                <a:gd name="T23" fmla="*/ 138 h 275"/>
                <a:gd name="T24" fmla="*/ 358 w 609"/>
                <a:gd name="T25" fmla="*/ 117 h 27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09"/>
                <a:gd name="T40" fmla="*/ 0 h 275"/>
                <a:gd name="T41" fmla="*/ 609 w 609"/>
                <a:gd name="T42" fmla="*/ 275 h 27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09" h="275">
                  <a:moveTo>
                    <a:pt x="0" y="207"/>
                  </a:moveTo>
                  <a:cubicBezTo>
                    <a:pt x="26" y="135"/>
                    <a:pt x="52" y="63"/>
                    <a:pt x="66" y="73"/>
                  </a:cubicBezTo>
                  <a:cubicBezTo>
                    <a:pt x="80" y="83"/>
                    <a:pt x="77" y="255"/>
                    <a:pt x="83" y="265"/>
                  </a:cubicBezTo>
                  <a:cubicBezTo>
                    <a:pt x="89" y="275"/>
                    <a:pt x="90" y="135"/>
                    <a:pt x="100" y="132"/>
                  </a:cubicBezTo>
                  <a:cubicBezTo>
                    <a:pt x="110" y="129"/>
                    <a:pt x="131" y="267"/>
                    <a:pt x="141" y="248"/>
                  </a:cubicBezTo>
                  <a:cubicBezTo>
                    <a:pt x="151" y="229"/>
                    <a:pt x="148" y="30"/>
                    <a:pt x="158" y="15"/>
                  </a:cubicBezTo>
                  <a:cubicBezTo>
                    <a:pt x="168" y="0"/>
                    <a:pt x="176" y="137"/>
                    <a:pt x="200" y="157"/>
                  </a:cubicBezTo>
                  <a:cubicBezTo>
                    <a:pt x="224" y="177"/>
                    <a:pt x="279" y="121"/>
                    <a:pt x="300" y="132"/>
                  </a:cubicBezTo>
                  <a:cubicBezTo>
                    <a:pt x="321" y="143"/>
                    <a:pt x="312" y="213"/>
                    <a:pt x="325" y="223"/>
                  </a:cubicBezTo>
                  <a:cubicBezTo>
                    <a:pt x="338" y="233"/>
                    <a:pt x="353" y="200"/>
                    <a:pt x="375" y="190"/>
                  </a:cubicBezTo>
                  <a:cubicBezTo>
                    <a:pt x="397" y="180"/>
                    <a:pt x="431" y="158"/>
                    <a:pt x="459" y="165"/>
                  </a:cubicBezTo>
                  <a:cubicBezTo>
                    <a:pt x="487" y="172"/>
                    <a:pt x="517" y="227"/>
                    <a:pt x="542" y="232"/>
                  </a:cubicBezTo>
                  <a:cubicBezTo>
                    <a:pt x="567" y="237"/>
                    <a:pt x="598" y="204"/>
                    <a:pt x="609" y="198"/>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sp>
        <p:nvSpPr>
          <p:cNvPr id="81" name="TextBox 1"/>
          <p:cNvSpPr txBox="1">
            <a:spLocks noChangeArrowheads="1"/>
          </p:cNvSpPr>
          <p:nvPr/>
        </p:nvSpPr>
        <p:spPr bwMode="auto">
          <a:xfrm>
            <a:off x="8753475" y="33338"/>
            <a:ext cx="45085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800">
                <a:solidFill>
                  <a:srgbClr val="FFCC00"/>
                </a:solidFill>
                <a:latin typeface="Courier New" pitchFamily="49" charset="0"/>
                <a:cs typeface="Courier New" pitchFamily="49" charset="0"/>
              </a:rPr>
              <a:t>WCS</a:t>
            </a:r>
          </a:p>
        </p:txBody>
      </p:sp>
      <p:pic>
        <p:nvPicPr>
          <p:cNvPr id="82" name="Picture 6" descr="C:\Guidewire\ClaimCenter\modules\configuration\webresources\themes\Titanium\resources\images\app\infobar_wc.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23325" y="0"/>
            <a:ext cx="260350"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18" name="Group 40"/>
          <p:cNvGrpSpPr>
            <a:grpSpLocks/>
          </p:cNvGrpSpPr>
          <p:nvPr/>
        </p:nvGrpSpPr>
        <p:grpSpPr bwMode="auto">
          <a:xfrm>
            <a:off x="2431072" y="723941"/>
            <a:ext cx="1385278" cy="1021216"/>
            <a:chOff x="1760" y="442"/>
            <a:chExt cx="1054" cy="777"/>
          </a:xfrm>
        </p:grpSpPr>
        <p:sp>
          <p:nvSpPr>
            <p:cNvPr id="119" name="Rectangle 41"/>
            <p:cNvSpPr>
              <a:spLocks noChangeArrowheads="1"/>
            </p:cNvSpPr>
            <p:nvPr/>
          </p:nvSpPr>
          <p:spPr bwMode="auto">
            <a:xfrm>
              <a:off x="1760" y="442"/>
              <a:ext cx="1054" cy="777"/>
            </a:xfrm>
            <a:prstGeom prst="rect">
              <a:avLst/>
            </a:prstGeom>
            <a:solidFill>
              <a:srgbClr val="B2B2B2"/>
            </a:solidFill>
            <a:ln w="12700"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pPr>
                <a:buClr>
                  <a:srgbClr val="FFFFFF"/>
                </a:buClr>
                <a:defRPr/>
              </a:pPr>
              <a:endParaRPr lang="en-US" sz="2400" kern="0"/>
            </a:p>
          </p:txBody>
        </p:sp>
        <p:sp>
          <p:nvSpPr>
            <p:cNvPr id="120" name="AutoShape 42"/>
            <p:cNvSpPr>
              <a:spLocks noChangeArrowheads="1"/>
            </p:cNvSpPr>
            <p:nvPr/>
          </p:nvSpPr>
          <p:spPr bwMode="auto">
            <a:xfrm rot="2681173">
              <a:off x="1969" y="624"/>
              <a:ext cx="399" cy="409"/>
            </a:xfrm>
            <a:prstGeom prst="irregularSeal2">
              <a:avLst/>
            </a:prstGeom>
            <a:gradFill rotWithShape="1">
              <a:gsLst>
                <a:gs pos="0">
                  <a:srgbClr val="FFFF66"/>
                </a:gs>
                <a:gs pos="100000">
                  <a:srgbClr val="FF0000"/>
                </a:gs>
              </a:gsLst>
              <a:path path="shape">
                <a:fillToRect l="50000" t="50000" r="50000" b="50000"/>
              </a:path>
            </a:gradFill>
            <a:ln>
              <a:noFill/>
            </a:ln>
            <a:effectLst/>
            <a:extLst>
              <a:ext uri="{91240B29-F687-4F45-9708-019B960494DF}">
                <a14:hiddenLine xmlns:a14="http://schemas.microsoft.com/office/drawing/2010/main" w="12700" algn="ctr">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pPr>
                <a:buClr>
                  <a:srgbClr val="FFFFFF"/>
                </a:buClr>
                <a:defRPr/>
              </a:pPr>
              <a:endParaRPr lang="en-US" sz="2400" kern="0"/>
            </a:p>
          </p:txBody>
        </p:sp>
        <p:sp>
          <p:nvSpPr>
            <p:cNvPr id="121" name="Freeform 43"/>
            <p:cNvSpPr>
              <a:spLocks/>
            </p:cNvSpPr>
            <p:nvPr/>
          </p:nvSpPr>
          <p:spPr bwMode="auto">
            <a:xfrm>
              <a:off x="2021" y="743"/>
              <a:ext cx="19" cy="19"/>
            </a:xfrm>
            <a:custGeom>
              <a:avLst/>
              <a:gdLst>
                <a:gd name="T0" fmla="*/ 9 w 75"/>
                <a:gd name="T1" fmla="*/ 19 h 76"/>
                <a:gd name="T2" fmla="*/ 13 w 75"/>
                <a:gd name="T3" fmla="*/ 19 h 76"/>
                <a:gd name="T4" fmla="*/ 16 w 75"/>
                <a:gd name="T5" fmla="*/ 16 h 76"/>
                <a:gd name="T6" fmla="*/ 18 w 75"/>
                <a:gd name="T7" fmla="*/ 13 h 76"/>
                <a:gd name="T8" fmla="*/ 19 w 75"/>
                <a:gd name="T9" fmla="*/ 10 h 76"/>
                <a:gd name="T10" fmla="*/ 18 w 75"/>
                <a:gd name="T11" fmla="*/ 6 h 76"/>
                <a:gd name="T12" fmla="*/ 16 w 75"/>
                <a:gd name="T13" fmla="*/ 3 h 76"/>
                <a:gd name="T14" fmla="*/ 13 w 75"/>
                <a:gd name="T15" fmla="*/ 1 h 76"/>
                <a:gd name="T16" fmla="*/ 9 w 75"/>
                <a:gd name="T17" fmla="*/ 0 h 76"/>
                <a:gd name="T18" fmla="*/ 6 w 75"/>
                <a:gd name="T19" fmla="*/ 1 h 76"/>
                <a:gd name="T20" fmla="*/ 3 w 75"/>
                <a:gd name="T21" fmla="*/ 3 h 76"/>
                <a:gd name="T22" fmla="*/ 1 w 75"/>
                <a:gd name="T23" fmla="*/ 6 h 76"/>
                <a:gd name="T24" fmla="*/ 0 w 75"/>
                <a:gd name="T25" fmla="*/ 10 h 76"/>
                <a:gd name="T26" fmla="*/ 1 w 75"/>
                <a:gd name="T27" fmla="*/ 13 h 76"/>
                <a:gd name="T28" fmla="*/ 3 w 75"/>
                <a:gd name="T29" fmla="*/ 16 h 76"/>
                <a:gd name="T30" fmla="*/ 6 w 75"/>
                <a:gd name="T31" fmla="*/ 19 h 76"/>
                <a:gd name="T32" fmla="*/ 9 w 75"/>
                <a:gd name="T33" fmla="*/ 19 h 7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75" h="76">
                  <a:moveTo>
                    <a:pt x="37" y="76"/>
                  </a:moveTo>
                  <a:lnTo>
                    <a:pt x="52" y="74"/>
                  </a:lnTo>
                  <a:lnTo>
                    <a:pt x="65" y="65"/>
                  </a:lnTo>
                  <a:lnTo>
                    <a:pt x="72" y="53"/>
                  </a:lnTo>
                  <a:lnTo>
                    <a:pt x="75" y="38"/>
                  </a:lnTo>
                  <a:lnTo>
                    <a:pt x="72" y="23"/>
                  </a:lnTo>
                  <a:lnTo>
                    <a:pt x="65" y="12"/>
                  </a:lnTo>
                  <a:lnTo>
                    <a:pt x="52" y="3"/>
                  </a:lnTo>
                  <a:lnTo>
                    <a:pt x="37" y="0"/>
                  </a:lnTo>
                  <a:lnTo>
                    <a:pt x="23" y="3"/>
                  </a:lnTo>
                  <a:lnTo>
                    <a:pt x="11" y="12"/>
                  </a:lnTo>
                  <a:lnTo>
                    <a:pt x="3" y="23"/>
                  </a:lnTo>
                  <a:lnTo>
                    <a:pt x="0" y="38"/>
                  </a:lnTo>
                  <a:lnTo>
                    <a:pt x="3" y="53"/>
                  </a:lnTo>
                  <a:lnTo>
                    <a:pt x="11" y="65"/>
                  </a:lnTo>
                  <a:lnTo>
                    <a:pt x="23" y="74"/>
                  </a:lnTo>
                  <a:lnTo>
                    <a:pt x="37" y="7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buClr>
                  <a:srgbClr val="FFFFFF"/>
                </a:buClr>
                <a:defRPr/>
              </a:pPr>
              <a:endParaRPr lang="en-US" sz="2400" kern="0"/>
            </a:p>
          </p:txBody>
        </p:sp>
        <p:sp>
          <p:nvSpPr>
            <p:cNvPr id="122" name="Freeform 44"/>
            <p:cNvSpPr>
              <a:spLocks/>
            </p:cNvSpPr>
            <p:nvPr/>
          </p:nvSpPr>
          <p:spPr bwMode="auto">
            <a:xfrm>
              <a:off x="2054" y="743"/>
              <a:ext cx="20" cy="20"/>
            </a:xfrm>
            <a:custGeom>
              <a:avLst/>
              <a:gdLst>
                <a:gd name="T0" fmla="*/ 10 w 77"/>
                <a:gd name="T1" fmla="*/ 20 h 76"/>
                <a:gd name="T2" fmla="*/ 14 w 77"/>
                <a:gd name="T3" fmla="*/ 19 h 76"/>
                <a:gd name="T4" fmla="*/ 17 w 77"/>
                <a:gd name="T5" fmla="*/ 17 h 76"/>
                <a:gd name="T6" fmla="*/ 19 w 77"/>
                <a:gd name="T7" fmla="*/ 14 h 76"/>
                <a:gd name="T8" fmla="*/ 20 w 77"/>
                <a:gd name="T9" fmla="*/ 10 h 76"/>
                <a:gd name="T10" fmla="*/ 19 w 77"/>
                <a:gd name="T11" fmla="*/ 6 h 76"/>
                <a:gd name="T12" fmla="*/ 17 w 77"/>
                <a:gd name="T13" fmla="*/ 3 h 76"/>
                <a:gd name="T14" fmla="*/ 14 w 77"/>
                <a:gd name="T15" fmla="*/ 1 h 76"/>
                <a:gd name="T16" fmla="*/ 10 w 77"/>
                <a:gd name="T17" fmla="*/ 0 h 76"/>
                <a:gd name="T18" fmla="*/ 6 w 77"/>
                <a:gd name="T19" fmla="*/ 1 h 76"/>
                <a:gd name="T20" fmla="*/ 3 w 77"/>
                <a:gd name="T21" fmla="*/ 3 h 76"/>
                <a:gd name="T22" fmla="*/ 1 w 77"/>
                <a:gd name="T23" fmla="*/ 6 h 76"/>
                <a:gd name="T24" fmla="*/ 0 w 77"/>
                <a:gd name="T25" fmla="*/ 10 h 76"/>
                <a:gd name="T26" fmla="*/ 1 w 77"/>
                <a:gd name="T27" fmla="*/ 14 h 76"/>
                <a:gd name="T28" fmla="*/ 3 w 77"/>
                <a:gd name="T29" fmla="*/ 17 h 76"/>
                <a:gd name="T30" fmla="*/ 6 w 77"/>
                <a:gd name="T31" fmla="*/ 19 h 76"/>
                <a:gd name="T32" fmla="*/ 10 w 77"/>
                <a:gd name="T33" fmla="*/ 20 h 7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77" h="76">
                  <a:moveTo>
                    <a:pt x="38" y="76"/>
                  </a:moveTo>
                  <a:lnTo>
                    <a:pt x="54" y="73"/>
                  </a:lnTo>
                  <a:lnTo>
                    <a:pt x="65" y="65"/>
                  </a:lnTo>
                  <a:lnTo>
                    <a:pt x="74" y="53"/>
                  </a:lnTo>
                  <a:lnTo>
                    <a:pt x="77" y="39"/>
                  </a:lnTo>
                  <a:lnTo>
                    <a:pt x="74" y="23"/>
                  </a:lnTo>
                  <a:lnTo>
                    <a:pt x="65" y="11"/>
                  </a:lnTo>
                  <a:lnTo>
                    <a:pt x="54" y="3"/>
                  </a:lnTo>
                  <a:lnTo>
                    <a:pt x="38" y="0"/>
                  </a:lnTo>
                  <a:lnTo>
                    <a:pt x="24" y="3"/>
                  </a:lnTo>
                  <a:lnTo>
                    <a:pt x="12" y="11"/>
                  </a:lnTo>
                  <a:lnTo>
                    <a:pt x="3" y="23"/>
                  </a:lnTo>
                  <a:lnTo>
                    <a:pt x="0" y="39"/>
                  </a:lnTo>
                  <a:lnTo>
                    <a:pt x="3" y="53"/>
                  </a:lnTo>
                  <a:lnTo>
                    <a:pt x="12" y="65"/>
                  </a:lnTo>
                  <a:lnTo>
                    <a:pt x="24" y="73"/>
                  </a:lnTo>
                  <a:lnTo>
                    <a:pt x="38" y="7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buClr>
                  <a:srgbClr val="FFFFFF"/>
                </a:buClr>
                <a:defRPr/>
              </a:pPr>
              <a:endParaRPr lang="en-US" sz="2400" kern="0"/>
            </a:p>
          </p:txBody>
        </p:sp>
        <p:sp>
          <p:nvSpPr>
            <p:cNvPr id="123" name="Freeform 45"/>
            <p:cNvSpPr>
              <a:spLocks/>
            </p:cNvSpPr>
            <p:nvPr/>
          </p:nvSpPr>
          <p:spPr bwMode="auto">
            <a:xfrm>
              <a:off x="2109" y="787"/>
              <a:ext cx="19" cy="19"/>
            </a:xfrm>
            <a:custGeom>
              <a:avLst/>
              <a:gdLst>
                <a:gd name="T0" fmla="*/ 14 w 74"/>
                <a:gd name="T1" fmla="*/ 18 h 75"/>
                <a:gd name="T2" fmla="*/ 17 w 74"/>
                <a:gd name="T3" fmla="*/ 15 h 75"/>
                <a:gd name="T4" fmla="*/ 19 w 74"/>
                <a:gd name="T5" fmla="*/ 12 h 75"/>
                <a:gd name="T6" fmla="*/ 19 w 74"/>
                <a:gd name="T7" fmla="*/ 9 h 75"/>
                <a:gd name="T8" fmla="*/ 18 w 74"/>
                <a:gd name="T9" fmla="*/ 5 h 75"/>
                <a:gd name="T10" fmla="*/ 17 w 74"/>
                <a:gd name="T11" fmla="*/ 3 h 75"/>
                <a:gd name="T12" fmla="*/ 15 w 74"/>
                <a:gd name="T13" fmla="*/ 2 h 75"/>
                <a:gd name="T14" fmla="*/ 14 w 74"/>
                <a:gd name="T15" fmla="*/ 1 h 75"/>
                <a:gd name="T16" fmla="*/ 12 w 74"/>
                <a:gd name="T17" fmla="*/ 0 h 75"/>
                <a:gd name="T18" fmla="*/ 10 w 74"/>
                <a:gd name="T19" fmla="*/ 0 h 75"/>
                <a:gd name="T20" fmla="*/ 8 w 74"/>
                <a:gd name="T21" fmla="*/ 0 h 75"/>
                <a:gd name="T22" fmla="*/ 6 w 74"/>
                <a:gd name="T23" fmla="*/ 1 h 75"/>
                <a:gd name="T24" fmla="*/ 5 w 74"/>
                <a:gd name="T25" fmla="*/ 1 h 75"/>
                <a:gd name="T26" fmla="*/ 2 w 74"/>
                <a:gd name="T27" fmla="*/ 4 h 75"/>
                <a:gd name="T28" fmla="*/ 0 w 74"/>
                <a:gd name="T29" fmla="*/ 7 h 75"/>
                <a:gd name="T30" fmla="*/ 0 w 74"/>
                <a:gd name="T31" fmla="*/ 11 h 75"/>
                <a:gd name="T32" fmla="*/ 1 w 74"/>
                <a:gd name="T33" fmla="*/ 14 h 75"/>
                <a:gd name="T34" fmla="*/ 3 w 74"/>
                <a:gd name="T35" fmla="*/ 16 h 75"/>
                <a:gd name="T36" fmla="*/ 4 w 74"/>
                <a:gd name="T37" fmla="*/ 17 h 75"/>
                <a:gd name="T38" fmla="*/ 5 w 74"/>
                <a:gd name="T39" fmla="*/ 18 h 75"/>
                <a:gd name="T40" fmla="*/ 7 w 74"/>
                <a:gd name="T41" fmla="*/ 19 h 75"/>
                <a:gd name="T42" fmla="*/ 9 w 74"/>
                <a:gd name="T43" fmla="*/ 19 h 75"/>
                <a:gd name="T44" fmla="*/ 11 w 74"/>
                <a:gd name="T45" fmla="*/ 19 h 75"/>
                <a:gd name="T46" fmla="*/ 13 w 74"/>
                <a:gd name="T47" fmla="*/ 19 h 75"/>
                <a:gd name="T48" fmla="*/ 14 w 74"/>
                <a:gd name="T49" fmla="*/ 18 h 7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74" h="75">
                  <a:moveTo>
                    <a:pt x="56" y="71"/>
                  </a:moveTo>
                  <a:lnTo>
                    <a:pt x="67" y="61"/>
                  </a:lnTo>
                  <a:lnTo>
                    <a:pt x="74" y="47"/>
                  </a:lnTo>
                  <a:lnTo>
                    <a:pt x="74" y="34"/>
                  </a:lnTo>
                  <a:lnTo>
                    <a:pt x="70" y="19"/>
                  </a:lnTo>
                  <a:lnTo>
                    <a:pt x="66" y="13"/>
                  </a:lnTo>
                  <a:lnTo>
                    <a:pt x="60" y="8"/>
                  </a:lnTo>
                  <a:lnTo>
                    <a:pt x="54" y="3"/>
                  </a:lnTo>
                  <a:lnTo>
                    <a:pt x="47" y="0"/>
                  </a:lnTo>
                  <a:lnTo>
                    <a:pt x="40" y="0"/>
                  </a:lnTo>
                  <a:lnTo>
                    <a:pt x="33" y="0"/>
                  </a:lnTo>
                  <a:lnTo>
                    <a:pt x="25" y="2"/>
                  </a:lnTo>
                  <a:lnTo>
                    <a:pt x="18" y="5"/>
                  </a:lnTo>
                  <a:lnTo>
                    <a:pt x="7" y="15"/>
                  </a:lnTo>
                  <a:lnTo>
                    <a:pt x="1" y="28"/>
                  </a:lnTo>
                  <a:lnTo>
                    <a:pt x="0" y="42"/>
                  </a:lnTo>
                  <a:lnTo>
                    <a:pt x="5" y="57"/>
                  </a:lnTo>
                  <a:lnTo>
                    <a:pt x="10" y="62"/>
                  </a:lnTo>
                  <a:lnTo>
                    <a:pt x="15" y="68"/>
                  </a:lnTo>
                  <a:lnTo>
                    <a:pt x="21" y="73"/>
                  </a:lnTo>
                  <a:lnTo>
                    <a:pt x="28" y="74"/>
                  </a:lnTo>
                  <a:lnTo>
                    <a:pt x="34" y="75"/>
                  </a:lnTo>
                  <a:lnTo>
                    <a:pt x="41" y="75"/>
                  </a:lnTo>
                  <a:lnTo>
                    <a:pt x="49" y="74"/>
                  </a:lnTo>
                  <a:lnTo>
                    <a:pt x="56" y="7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buClr>
                  <a:srgbClr val="FFFFFF"/>
                </a:buClr>
                <a:defRPr/>
              </a:pPr>
              <a:endParaRPr lang="en-US" sz="2400" kern="0"/>
            </a:p>
          </p:txBody>
        </p:sp>
        <p:sp>
          <p:nvSpPr>
            <p:cNvPr id="124" name="Freeform 46"/>
            <p:cNvSpPr>
              <a:spLocks/>
            </p:cNvSpPr>
            <p:nvPr/>
          </p:nvSpPr>
          <p:spPr bwMode="auto">
            <a:xfrm>
              <a:off x="2081" y="761"/>
              <a:ext cx="19" cy="19"/>
            </a:xfrm>
            <a:custGeom>
              <a:avLst/>
              <a:gdLst>
                <a:gd name="T0" fmla="*/ 16 w 75"/>
                <a:gd name="T1" fmla="*/ 16 h 77"/>
                <a:gd name="T2" fmla="*/ 18 w 75"/>
                <a:gd name="T3" fmla="*/ 13 h 77"/>
                <a:gd name="T4" fmla="*/ 19 w 75"/>
                <a:gd name="T5" fmla="*/ 9 h 77"/>
                <a:gd name="T6" fmla="*/ 18 w 75"/>
                <a:gd name="T7" fmla="*/ 6 h 77"/>
                <a:gd name="T8" fmla="*/ 16 w 75"/>
                <a:gd name="T9" fmla="*/ 2 h 77"/>
                <a:gd name="T10" fmla="*/ 14 w 75"/>
                <a:gd name="T11" fmla="*/ 1 h 77"/>
                <a:gd name="T12" fmla="*/ 13 w 75"/>
                <a:gd name="T13" fmla="*/ 1 h 77"/>
                <a:gd name="T14" fmla="*/ 11 w 75"/>
                <a:gd name="T15" fmla="*/ 0 h 77"/>
                <a:gd name="T16" fmla="*/ 9 w 75"/>
                <a:gd name="T17" fmla="*/ 0 h 77"/>
                <a:gd name="T18" fmla="*/ 7 w 75"/>
                <a:gd name="T19" fmla="*/ 0 h 77"/>
                <a:gd name="T20" fmla="*/ 5 w 75"/>
                <a:gd name="T21" fmla="*/ 1 h 77"/>
                <a:gd name="T22" fmla="*/ 4 w 75"/>
                <a:gd name="T23" fmla="*/ 2 h 77"/>
                <a:gd name="T24" fmla="*/ 3 w 75"/>
                <a:gd name="T25" fmla="*/ 3 h 77"/>
                <a:gd name="T26" fmla="*/ 0 w 75"/>
                <a:gd name="T27" fmla="*/ 6 h 77"/>
                <a:gd name="T28" fmla="*/ 0 w 75"/>
                <a:gd name="T29" fmla="*/ 10 h 77"/>
                <a:gd name="T30" fmla="*/ 1 w 75"/>
                <a:gd name="T31" fmla="*/ 13 h 77"/>
                <a:gd name="T32" fmla="*/ 3 w 75"/>
                <a:gd name="T33" fmla="*/ 16 h 77"/>
                <a:gd name="T34" fmla="*/ 4 w 75"/>
                <a:gd name="T35" fmla="*/ 18 h 77"/>
                <a:gd name="T36" fmla="*/ 6 w 75"/>
                <a:gd name="T37" fmla="*/ 18 h 77"/>
                <a:gd name="T38" fmla="*/ 8 w 75"/>
                <a:gd name="T39" fmla="*/ 19 h 77"/>
                <a:gd name="T40" fmla="*/ 10 w 75"/>
                <a:gd name="T41" fmla="*/ 19 h 77"/>
                <a:gd name="T42" fmla="*/ 12 w 75"/>
                <a:gd name="T43" fmla="*/ 19 h 77"/>
                <a:gd name="T44" fmla="*/ 13 w 75"/>
                <a:gd name="T45" fmla="*/ 18 h 77"/>
                <a:gd name="T46" fmla="*/ 15 w 75"/>
                <a:gd name="T47" fmla="*/ 17 h 77"/>
                <a:gd name="T48" fmla="*/ 16 w 75"/>
                <a:gd name="T49" fmla="*/ 16 h 7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75" h="77">
                  <a:moveTo>
                    <a:pt x="64" y="64"/>
                  </a:moveTo>
                  <a:lnTo>
                    <a:pt x="72" y="51"/>
                  </a:lnTo>
                  <a:lnTo>
                    <a:pt x="75" y="36"/>
                  </a:lnTo>
                  <a:lnTo>
                    <a:pt x="72" y="23"/>
                  </a:lnTo>
                  <a:lnTo>
                    <a:pt x="63" y="10"/>
                  </a:lnTo>
                  <a:lnTo>
                    <a:pt x="57" y="6"/>
                  </a:lnTo>
                  <a:lnTo>
                    <a:pt x="50" y="3"/>
                  </a:lnTo>
                  <a:lnTo>
                    <a:pt x="43" y="0"/>
                  </a:lnTo>
                  <a:lnTo>
                    <a:pt x="36" y="0"/>
                  </a:lnTo>
                  <a:lnTo>
                    <a:pt x="28" y="2"/>
                  </a:lnTo>
                  <a:lnTo>
                    <a:pt x="21" y="4"/>
                  </a:lnTo>
                  <a:lnTo>
                    <a:pt x="15" y="7"/>
                  </a:lnTo>
                  <a:lnTo>
                    <a:pt x="10" y="13"/>
                  </a:lnTo>
                  <a:lnTo>
                    <a:pt x="1" y="26"/>
                  </a:lnTo>
                  <a:lnTo>
                    <a:pt x="0" y="39"/>
                  </a:lnTo>
                  <a:lnTo>
                    <a:pt x="3" y="53"/>
                  </a:lnTo>
                  <a:lnTo>
                    <a:pt x="11" y="66"/>
                  </a:lnTo>
                  <a:lnTo>
                    <a:pt x="17" y="71"/>
                  </a:lnTo>
                  <a:lnTo>
                    <a:pt x="24" y="74"/>
                  </a:lnTo>
                  <a:lnTo>
                    <a:pt x="31" y="77"/>
                  </a:lnTo>
                  <a:lnTo>
                    <a:pt x="39" y="77"/>
                  </a:lnTo>
                  <a:lnTo>
                    <a:pt x="46" y="75"/>
                  </a:lnTo>
                  <a:lnTo>
                    <a:pt x="53" y="72"/>
                  </a:lnTo>
                  <a:lnTo>
                    <a:pt x="59" y="69"/>
                  </a:lnTo>
                  <a:lnTo>
                    <a:pt x="64" y="6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buClr>
                  <a:srgbClr val="FFFFFF"/>
                </a:buClr>
                <a:defRPr/>
              </a:pPr>
              <a:endParaRPr lang="en-US" sz="2400" kern="0"/>
            </a:p>
          </p:txBody>
        </p:sp>
        <p:grpSp>
          <p:nvGrpSpPr>
            <p:cNvPr id="125" name="Group 47"/>
            <p:cNvGrpSpPr>
              <a:grpSpLocks/>
            </p:cNvGrpSpPr>
            <p:nvPr/>
          </p:nvGrpSpPr>
          <p:grpSpPr bwMode="auto">
            <a:xfrm>
              <a:off x="1779" y="671"/>
              <a:ext cx="234" cy="219"/>
              <a:chOff x="3323" y="2342"/>
              <a:chExt cx="463" cy="432"/>
            </a:xfrm>
          </p:grpSpPr>
          <p:sp>
            <p:nvSpPr>
              <p:cNvPr id="149" name="Freeform 48"/>
              <p:cNvSpPr>
                <a:spLocks/>
              </p:cNvSpPr>
              <p:nvPr/>
            </p:nvSpPr>
            <p:spPr bwMode="auto">
              <a:xfrm>
                <a:off x="3323" y="2342"/>
                <a:ext cx="463" cy="432"/>
              </a:xfrm>
              <a:custGeom>
                <a:avLst/>
                <a:gdLst>
                  <a:gd name="T0" fmla="*/ 463 w 926"/>
                  <a:gd name="T1" fmla="*/ 160 h 865"/>
                  <a:gd name="T2" fmla="*/ 332 w 926"/>
                  <a:gd name="T3" fmla="*/ 0 h 865"/>
                  <a:gd name="T4" fmla="*/ 0 w 926"/>
                  <a:gd name="T5" fmla="*/ 271 h 865"/>
                  <a:gd name="T6" fmla="*/ 132 w 926"/>
                  <a:gd name="T7" fmla="*/ 432 h 865"/>
                  <a:gd name="T8" fmla="*/ 463 w 926"/>
                  <a:gd name="T9" fmla="*/ 160 h 86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26" h="865">
                    <a:moveTo>
                      <a:pt x="926" y="321"/>
                    </a:moveTo>
                    <a:lnTo>
                      <a:pt x="663" y="0"/>
                    </a:lnTo>
                    <a:lnTo>
                      <a:pt x="0" y="543"/>
                    </a:lnTo>
                    <a:lnTo>
                      <a:pt x="264" y="865"/>
                    </a:lnTo>
                    <a:lnTo>
                      <a:pt x="926" y="321"/>
                    </a:lnTo>
                    <a:close/>
                  </a:path>
                </a:pathLst>
              </a:custGeom>
              <a:solidFill>
                <a:srgbClr val="FF0000"/>
              </a:solidFill>
              <a:ln w="12700" cmpd="sng">
                <a:solidFill>
                  <a:srgbClr val="000000"/>
                </a:solidFill>
                <a:round/>
                <a:headEnd/>
                <a:tailEnd/>
              </a:ln>
            </p:spPr>
            <p:txBody>
              <a:bodyPr/>
              <a:lstStyle/>
              <a:p>
                <a:pPr>
                  <a:buClr>
                    <a:srgbClr val="FFFFFF"/>
                  </a:buClr>
                  <a:defRPr/>
                </a:pPr>
                <a:endParaRPr lang="en-US" sz="2400" kern="0"/>
              </a:p>
            </p:txBody>
          </p:sp>
          <p:sp>
            <p:nvSpPr>
              <p:cNvPr id="150" name="Freeform 49"/>
              <p:cNvSpPr>
                <a:spLocks/>
              </p:cNvSpPr>
              <p:nvPr/>
            </p:nvSpPr>
            <p:spPr bwMode="auto">
              <a:xfrm>
                <a:off x="3416" y="2608"/>
                <a:ext cx="59" cy="59"/>
              </a:xfrm>
              <a:custGeom>
                <a:avLst/>
                <a:gdLst>
                  <a:gd name="T0" fmla="*/ 30 w 121"/>
                  <a:gd name="T1" fmla="*/ 59 h 120"/>
                  <a:gd name="T2" fmla="*/ 36 w 121"/>
                  <a:gd name="T3" fmla="*/ 59 h 120"/>
                  <a:gd name="T4" fmla="*/ 41 w 121"/>
                  <a:gd name="T5" fmla="*/ 57 h 120"/>
                  <a:gd name="T6" fmla="*/ 46 w 121"/>
                  <a:gd name="T7" fmla="*/ 54 h 120"/>
                  <a:gd name="T8" fmla="*/ 52 w 121"/>
                  <a:gd name="T9" fmla="*/ 51 h 120"/>
                  <a:gd name="T10" fmla="*/ 55 w 121"/>
                  <a:gd name="T11" fmla="*/ 46 h 120"/>
                  <a:gd name="T12" fmla="*/ 58 w 121"/>
                  <a:gd name="T13" fmla="*/ 41 h 120"/>
                  <a:gd name="T14" fmla="*/ 59 w 121"/>
                  <a:gd name="T15" fmla="*/ 35 h 120"/>
                  <a:gd name="T16" fmla="*/ 60 w 121"/>
                  <a:gd name="T17" fmla="*/ 29 h 120"/>
                  <a:gd name="T18" fmla="*/ 59 w 121"/>
                  <a:gd name="T19" fmla="*/ 24 h 120"/>
                  <a:gd name="T20" fmla="*/ 58 w 121"/>
                  <a:gd name="T21" fmla="*/ 18 h 120"/>
                  <a:gd name="T22" fmla="*/ 55 w 121"/>
                  <a:gd name="T23" fmla="*/ 13 h 120"/>
                  <a:gd name="T24" fmla="*/ 52 w 121"/>
                  <a:gd name="T25" fmla="*/ 9 h 120"/>
                  <a:gd name="T26" fmla="*/ 46 w 121"/>
                  <a:gd name="T27" fmla="*/ 5 h 120"/>
                  <a:gd name="T28" fmla="*/ 41 w 121"/>
                  <a:gd name="T29" fmla="*/ 2 h 120"/>
                  <a:gd name="T30" fmla="*/ 36 w 121"/>
                  <a:gd name="T31" fmla="*/ 1 h 120"/>
                  <a:gd name="T32" fmla="*/ 30 w 121"/>
                  <a:gd name="T33" fmla="*/ 0 h 120"/>
                  <a:gd name="T34" fmla="*/ 24 w 121"/>
                  <a:gd name="T35" fmla="*/ 1 h 120"/>
                  <a:gd name="T36" fmla="*/ 18 w 121"/>
                  <a:gd name="T37" fmla="*/ 2 h 120"/>
                  <a:gd name="T38" fmla="*/ 13 w 121"/>
                  <a:gd name="T39" fmla="*/ 5 h 120"/>
                  <a:gd name="T40" fmla="*/ 8 w 121"/>
                  <a:gd name="T41" fmla="*/ 9 h 120"/>
                  <a:gd name="T42" fmla="*/ 5 w 121"/>
                  <a:gd name="T43" fmla="*/ 13 h 120"/>
                  <a:gd name="T44" fmla="*/ 2 w 121"/>
                  <a:gd name="T45" fmla="*/ 18 h 120"/>
                  <a:gd name="T46" fmla="*/ 0 w 121"/>
                  <a:gd name="T47" fmla="*/ 24 h 120"/>
                  <a:gd name="T48" fmla="*/ 0 w 121"/>
                  <a:gd name="T49" fmla="*/ 29 h 120"/>
                  <a:gd name="T50" fmla="*/ 0 w 121"/>
                  <a:gd name="T51" fmla="*/ 35 h 120"/>
                  <a:gd name="T52" fmla="*/ 2 w 121"/>
                  <a:gd name="T53" fmla="*/ 41 h 120"/>
                  <a:gd name="T54" fmla="*/ 5 w 121"/>
                  <a:gd name="T55" fmla="*/ 46 h 120"/>
                  <a:gd name="T56" fmla="*/ 8 w 121"/>
                  <a:gd name="T57" fmla="*/ 51 h 120"/>
                  <a:gd name="T58" fmla="*/ 13 w 121"/>
                  <a:gd name="T59" fmla="*/ 54 h 120"/>
                  <a:gd name="T60" fmla="*/ 18 w 121"/>
                  <a:gd name="T61" fmla="*/ 57 h 120"/>
                  <a:gd name="T62" fmla="*/ 24 w 121"/>
                  <a:gd name="T63" fmla="*/ 59 h 120"/>
                  <a:gd name="T64" fmla="*/ 30 w 121"/>
                  <a:gd name="T65" fmla="*/ 59 h 12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21" h="120">
                    <a:moveTo>
                      <a:pt x="60" y="120"/>
                    </a:moveTo>
                    <a:lnTo>
                      <a:pt x="72" y="119"/>
                    </a:lnTo>
                    <a:lnTo>
                      <a:pt x="83" y="116"/>
                    </a:lnTo>
                    <a:lnTo>
                      <a:pt x="93" y="110"/>
                    </a:lnTo>
                    <a:lnTo>
                      <a:pt x="104" y="103"/>
                    </a:lnTo>
                    <a:lnTo>
                      <a:pt x="111" y="94"/>
                    </a:lnTo>
                    <a:lnTo>
                      <a:pt x="117" y="84"/>
                    </a:lnTo>
                    <a:lnTo>
                      <a:pt x="119" y="72"/>
                    </a:lnTo>
                    <a:lnTo>
                      <a:pt x="121" y="59"/>
                    </a:lnTo>
                    <a:lnTo>
                      <a:pt x="119" y="48"/>
                    </a:lnTo>
                    <a:lnTo>
                      <a:pt x="117" y="36"/>
                    </a:lnTo>
                    <a:lnTo>
                      <a:pt x="111" y="26"/>
                    </a:lnTo>
                    <a:lnTo>
                      <a:pt x="104" y="18"/>
                    </a:lnTo>
                    <a:lnTo>
                      <a:pt x="93" y="10"/>
                    </a:lnTo>
                    <a:lnTo>
                      <a:pt x="83" y="5"/>
                    </a:lnTo>
                    <a:lnTo>
                      <a:pt x="72" y="2"/>
                    </a:lnTo>
                    <a:lnTo>
                      <a:pt x="60" y="0"/>
                    </a:lnTo>
                    <a:lnTo>
                      <a:pt x="49" y="2"/>
                    </a:lnTo>
                    <a:lnTo>
                      <a:pt x="37" y="5"/>
                    </a:lnTo>
                    <a:lnTo>
                      <a:pt x="27" y="10"/>
                    </a:lnTo>
                    <a:lnTo>
                      <a:pt x="17" y="18"/>
                    </a:lnTo>
                    <a:lnTo>
                      <a:pt x="10" y="26"/>
                    </a:lnTo>
                    <a:lnTo>
                      <a:pt x="4" y="36"/>
                    </a:lnTo>
                    <a:lnTo>
                      <a:pt x="1" y="48"/>
                    </a:lnTo>
                    <a:lnTo>
                      <a:pt x="0" y="59"/>
                    </a:lnTo>
                    <a:lnTo>
                      <a:pt x="1" y="72"/>
                    </a:lnTo>
                    <a:lnTo>
                      <a:pt x="4" y="84"/>
                    </a:lnTo>
                    <a:lnTo>
                      <a:pt x="10" y="94"/>
                    </a:lnTo>
                    <a:lnTo>
                      <a:pt x="17" y="103"/>
                    </a:lnTo>
                    <a:lnTo>
                      <a:pt x="27" y="110"/>
                    </a:lnTo>
                    <a:lnTo>
                      <a:pt x="37" y="116"/>
                    </a:lnTo>
                    <a:lnTo>
                      <a:pt x="49" y="119"/>
                    </a:lnTo>
                    <a:lnTo>
                      <a:pt x="60" y="1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buClr>
                    <a:srgbClr val="FFFFFF"/>
                  </a:buClr>
                  <a:defRPr/>
                </a:pPr>
                <a:endParaRPr lang="en-US" sz="2400" kern="0"/>
              </a:p>
            </p:txBody>
          </p:sp>
          <p:sp>
            <p:nvSpPr>
              <p:cNvPr id="151" name="Freeform 50"/>
              <p:cNvSpPr>
                <a:spLocks/>
              </p:cNvSpPr>
              <p:nvPr/>
            </p:nvSpPr>
            <p:spPr bwMode="auto">
              <a:xfrm>
                <a:off x="3521" y="2527"/>
                <a:ext cx="59" cy="59"/>
              </a:xfrm>
              <a:custGeom>
                <a:avLst/>
                <a:gdLst>
                  <a:gd name="T0" fmla="*/ 30 w 121"/>
                  <a:gd name="T1" fmla="*/ 60 h 120"/>
                  <a:gd name="T2" fmla="*/ 36 w 121"/>
                  <a:gd name="T3" fmla="*/ 60 h 120"/>
                  <a:gd name="T4" fmla="*/ 42 w 121"/>
                  <a:gd name="T5" fmla="*/ 58 h 120"/>
                  <a:gd name="T6" fmla="*/ 47 w 121"/>
                  <a:gd name="T7" fmla="*/ 55 h 120"/>
                  <a:gd name="T8" fmla="*/ 52 w 121"/>
                  <a:gd name="T9" fmla="*/ 52 h 120"/>
                  <a:gd name="T10" fmla="*/ 55 w 121"/>
                  <a:gd name="T11" fmla="*/ 47 h 120"/>
                  <a:gd name="T12" fmla="*/ 58 w 121"/>
                  <a:gd name="T13" fmla="*/ 42 h 120"/>
                  <a:gd name="T14" fmla="*/ 60 w 121"/>
                  <a:gd name="T15" fmla="*/ 37 h 120"/>
                  <a:gd name="T16" fmla="*/ 60 w 121"/>
                  <a:gd name="T17" fmla="*/ 31 h 120"/>
                  <a:gd name="T18" fmla="*/ 60 w 121"/>
                  <a:gd name="T19" fmla="*/ 25 h 120"/>
                  <a:gd name="T20" fmla="*/ 58 w 121"/>
                  <a:gd name="T21" fmla="*/ 19 h 120"/>
                  <a:gd name="T22" fmla="*/ 55 w 121"/>
                  <a:gd name="T23" fmla="*/ 14 h 120"/>
                  <a:gd name="T24" fmla="*/ 52 w 121"/>
                  <a:gd name="T25" fmla="*/ 9 h 120"/>
                  <a:gd name="T26" fmla="*/ 47 w 121"/>
                  <a:gd name="T27" fmla="*/ 6 h 120"/>
                  <a:gd name="T28" fmla="*/ 42 w 121"/>
                  <a:gd name="T29" fmla="*/ 3 h 120"/>
                  <a:gd name="T30" fmla="*/ 36 w 121"/>
                  <a:gd name="T31" fmla="*/ 1 h 120"/>
                  <a:gd name="T32" fmla="*/ 30 w 121"/>
                  <a:gd name="T33" fmla="*/ 0 h 120"/>
                  <a:gd name="T34" fmla="*/ 24 w 121"/>
                  <a:gd name="T35" fmla="*/ 1 h 120"/>
                  <a:gd name="T36" fmla="*/ 19 w 121"/>
                  <a:gd name="T37" fmla="*/ 3 h 120"/>
                  <a:gd name="T38" fmla="*/ 14 w 121"/>
                  <a:gd name="T39" fmla="*/ 6 h 120"/>
                  <a:gd name="T40" fmla="*/ 9 w 121"/>
                  <a:gd name="T41" fmla="*/ 9 h 120"/>
                  <a:gd name="T42" fmla="*/ 5 w 121"/>
                  <a:gd name="T43" fmla="*/ 14 h 120"/>
                  <a:gd name="T44" fmla="*/ 2 w 121"/>
                  <a:gd name="T45" fmla="*/ 19 h 120"/>
                  <a:gd name="T46" fmla="*/ 1 w 121"/>
                  <a:gd name="T47" fmla="*/ 25 h 120"/>
                  <a:gd name="T48" fmla="*/ 0 w 121"/>
                  <a:gd name="T49" fmla="*/ 31 h 120"/>
                  <a:gd name="T50" fmla="*/ 1 w 121"/>
                  <a:gd name="T51" fmla="*/ 37 h 120"/>
                  <a:gd name="T52" fmla="*/ 2 w 121"/>
                  <a:gd name="T53" fmla="*/ 42 h 120"/>
                  <a:gd name="T54" fmla="*/ 5 w 121"/>
                  <a:gd name="T55" fmla="*/ 47 h 120"/>
                  <a:gd name="T56" fmla="*/ 9 w 121"/>
                  <a:gd name="T57" fmla="*/ 52 h 120"/>
                  <a:gd name="T58" fmla="*/ 14 w 121"/>
                  <a:gd name="T59" fmla="*/ 55 h 120"/>
                  <a:gd name="T60" fmla="*/ 19 w 121"/>
                  <a:gd name="T61" fmla="*/ 58 h 120"/>
                  <a:gd name="T62" fmla="*/ 24 w 121"/>
                  <a:gd name="T63" fmla="*/ 60 h 120"/>
                  <a:gd name="T64" fmla="*/ 30 w 121"/>
                  <a:gd name="T65" fmla="*/ 60 h 12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21" h="120">
                    <a:moveTo>
                      <a:pt x="61" y="120"/>
                    </a:moveTo>
                    <a:lnTo>
                      <a:pt x="72" y="119"/>
                    </a:lnTo>
                    <a:lnTo>
                      <a:pt x="84" y="116"/>
                    </a:lnTo>
                    <a:lnTo>
                      <a:pt x="94" y="110"/>
                    </a:lnTo>
                    <a:lnTo>
                      <a:pt x="104" y="103"/>
                    </a:lnTo>
                    <a:lnTo>
                      <a:pt x="111" y="94"/>
                    </a:lnTo>
                    <a:lnTo>
                      <a:pt x="117" y="84"/>
                    </a:lnTo>
                    <a:lnTo>
                      <a:pt x="120" y="73"/>
                    </a:lnTo>
                    <a:lnTo>
                      <a:pt x="121" y="61"/>
                    </a:lnTo>
                    <a:lnTo>
                      <a:pt x="120" y="49"/>
                    </a:lnTo>
                    <a:lnTo>
                      <a:pt x="117" y="38"/>
                    </a:lnTo>
                    <a:lnTo>
                      <a:pt x="111" y="28"/>
                    </a:lnTo>
                    <a:lnTo>
                      <a:pt x="104" y="18"/>
                    </a:lnTo>
                    <a:lnTo>
                      <a:pt x="94" y="11"/>
                    </a:lnTo>
                    <a:lnTo>
                      <a:pt x="84" y="5"/>
                    </a:lnTo>
                    <a:lnTo>
                      <a:pt x="72" y="2"/>
                    </a:lnTo>
                    <a:lnTo>
                      <a:pt x="61" y="0"/>
                    </a:lnTo>
                    <a:lnTo>
                      <a:pt x="49" y="2"/>
                    </a:lnTo>
                    <a:lnTo>
                      <a:pt x="38" y="5"/>
                    </a:lnTo>
                    <a:lnTo>
                      <a:pt x="28" y="11"/>
                    </a:lnTo>
                    <a:lnTo>
                      <a:pt x="18" y="18"/>
                    </a:lnTo>
                    <a:lnTo>
                      <a:pt x="10" y="28"/>
                    </a:lnTo>
                    <a:lnTo>
                      <a:pt x="5" y="38"/>
                    </a:lnTo>
                    <a:lnTo>
                      <a:pt x="2" y="49"/>
                    </a:lnTo>
                    <a:lnTo>
                      <a:pt x="0" y="61"/>
                    </a:lnTo>
                    <a:lnTo>
                      <a:pt x="2" y="73"/>
                    </a:lnTo>
                    <a:lnTo>
                      <a:pt x="5" y="84"/>
                    </a:lnTo>
                    <a:lnTo>
                      <a:pt x="10" y="94"/>
                    </a:lnTo>
                    <a:lnTo>
                      <a:pt x="18" y="103"/>
                    </a:lnTo>
                    <a:lnTo>
                      <a:pt x="28" y="110"/>
                    </a:lnTo>
                    <a:lnTo>
                      <a:pt x="38" y="116"/>
                    </a:lnTo>
                    <a:lnTo>
                      <a:pt x="49" y="119"/>
                    </a:lnTo>
                    <a:lnTo>
                      <a:pt x="61" y="1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buClr>
                    <a:srgbClr val="FFFFFF"/>
                  </a:buClr>
                  <a:defRPr/>
                </a:pPr>
                <a:endParaRPr lang="en-US" sz="2400" kern="0"/>
              </a:p>
            </p:txBody>
          </p:sp>
          <p:sp>
            <p:nvSpPr>
              <p:cNvPr id="152" name="Freeform 51"/>
              <p:cNvSpPr>
                <a:spLocks/>
              </p:cNvSpPr>
              <p:nvPr/>
            </p:nvSpPr>
            <p:spPr bwMode="auto">
              <a:xfrm>
                <a:off x="3618" y="2449"/>
                <a:ext cx="59" cy="61"/>
              </a:xfrm>
              <a:custGeom>
                <a:avLst/>
                <a:gdLst>
                  <a:gd name="T0" fmla="*/ 30 w 120"/>
                  <a:gd name="T1" fmla="*/ 61 h 121"/>
                  <a:gd name="T2" fmla="*/ 35 w 120"/>
                  <a:gd name="T3" fmla="*/ 60 h 121"/>
                  <a:gd name="T4" fmla="*/ 41 w 120"/>
                  <a:gd name="T5" fmla="*/ 59 h 121"/>
                  <a:gd name="T6" fmla="*/ 46 w 120"/>
                  <a:gd name="T7" fmla="*/ 56 h 121"/>
                  <a:gd name="T8" fmla="*/ 50 w 120"/>
                  <a:gd name="T9" fmla="*/ 52 h 121"/>
                  <a:gd name="T10" fmla="*/ 54 w 120"/>
                  <a:gd name="T11" fmla="*/ 47 h 121"/>
                  <a:gd name="T12" fmla="*/ 57 w 120"/>
                  <a:gd name="T13" fmla="*/ 42 h 121"/>
                  <a:gd name="T14" fmla="*/ 58 w 120"/>
                  <a:gd name="T15" fmla="*/ 36 h 121"/>
                  <a:gd name="T16" fmla="*/ 59 w 120"/>
                  <a:gd name="T17" fmla="*/ 30 h 121"/>
                  <a:gd name="T18" fmla="*/ 58 w 120"/>
                  <a:gd name="T19" fmla="*/ 25 h 121"/>
                  <a:gd name="T20" fmla="*/ 57 w 120"/>
                  <a:gd name="T21" fmla="*/ 19 h 121"/>
                  <a:gd name="T22" fmla="*/ 54 w 120"/>
                  <a:gd name="T23" fmla="*/ 14 h 121"/>
                  <a:gd name="T24" fmla="*/ 50 w 120"/>
                  <a:gd name="T25" fmla="*/ 9 h 121"/>
                  <a:gd name="T26" fmla="*/ 46 w 120"/>
                  <a:gd name="T27" fmla="*/ 5 h 121"/>
                  <a:gd name="T28" fmla="*/ 41 w 120"/>
                  <a:gd name="T29" fmla="*/ 2 h 121"/>
                  <a:gd name="T30" fmla="*/ 35 w 120"/>
                  <a:gd name="T31" fmla="*/ 1 h 121"/>
                  <a:gd name="T32" fmla="*/ 30 w 120"/>
                  <a:gd name="T33" fmla="*/ 0 h 121"/>
                  <a:gd name="T34" fmla="*/ 24 w 120"/>
                  <a:gd name="T35" fmla="*/ 1 h 121"/>
                  <a:gd name="T36" fmla="*/ 19 w 120"/>
                  <a:gd name="T37" fmla="*/ 2 h 121"/>
                  <a:gd name="T38" fmla="*/ 14 w 120"/>
                  <a:gd name="T39" fmla="*/ 5 h 121"/>
                  <a:gd name="T40" fmla="*/ 8 w 120"/>
                  <a:gd name="T41" fmla="*/ 9 h 121"/>
                  <a:gd name="T42" fmla="*/ 5 w 120"/>
                  <a:gd name="T43" fmla="*/ 14 h 121"/>
                  <a:gd name="T44" fmla="*/ 2 w 120"/>
                  <a:gd name="T45" fmla="*/ 19 h 121"/>
                  <a:gd name="T46" fmla="*/ 1 w 120"/>
                  <a:gd name="T47" fmla="*/ 25 h 121"/>
                  <a:gd name="T48" fmla="*/ 0 w 120"/>
                  <a:gd name="T49" fmla="*/ 30 h 121"/>
                  <a:gd name="T50" fmla="*/ 1 w 120"/>
                  <a:gd name="T51" fmla="*/ 36 h 121"/>
                  <a:gd name="T52" fmla="*/ 2 w 120"/>
                  <a:gd name="T53" fmla="*/ 42 h 121"/>
                  <a:gd name="T54" fmla="*/ 5 w 120"/>
                  <a:gd name="T55" fmla="*/ 47 h 121"/>
                  <a:gd name="T56" fmla="*/ 8 w 120"/>
                  <a:gd name="T57" fmla="*/ 52 h 121"/>
                  <a:gd name="T58" fmla="*/ 14 w 120"/>
                  <a:gd name="T59" fmla="*/ 56 h 121"/>
                  <a:gd name="T60" fmla="*/ 19 w 120"/>
                  <a:gd name="T61" fmla="*/ 59 h 121"/>
                  <a:gd name="T62" fmla="*/ 24 w 120"/>
                  <a:gd name="T63" fmla="*/ 60 h 121"/>
                  <a:gd name="T64" fmla="*/ 30 w 120"/>
                  <a:gd name="T65" fmla="*/ 61 h 12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20" h="121">
                    <a:moveTo>
                      <a:pt x="61" y="121"/>
                    </a:moveTo>
                    <a:lnTo>
                      <a:pt x="72" y="119"/>
                    </a:lnTo>
                    <a:lnTo>
                      <a:pt x="84" y="117"/>
                    </a:lnTo>
                    <a:lnTo>
                      <a:pt x="94" y="111"/>
                    </a:lnTo>
                    <a:lnTo>
                      <a:pt x="102" y="104"/>
                    </a:lnTo>
                    <a:lnTo>
                      <a:pt x="110" y="93"/>
                    </a:lnTo>
                    <a:lnTo>
                      <a:pt x="115" y="83"/>
                    </a:lnTo>
                    <a:lnTo>
                      <a:pt x="118" y="72"/>
                    </a:lnTo>
                    <a:lnTo>
                      <a:pt x="120" y="60"/>
                    </a:lnTo>
                    <a:lnTo>
                      <a:pt x="118" y="49"/>
                    </a:lnTo>
                    <a:lnTo>
                      <a:pt x="115" y="37"/>
                    </a:lnTo>
                    <a:lnTo>
                      <a:pt x="110" y="27"/>
                    </a:lnTo>
                    <a:lnTo>
                      <a:pt x="102" y="17"/>
                    </a:lnTo>
                    <a:lnTo>
                      <a:pt x="94" y="10"/>
                    </a:lnTo>
                    <a:lnTo>
                      <a:pt x="84" y="4"/>
                    </a:lnTo>
                    <a:lnTo>
                      <a:pt x="72" y="1"/>
                    </a:lnTo>
                    <a:lnTo>
                      <a:pt x="61" y="0"/>
                    </a:lnTo>
                    <a:lnTo>
                      <a:pt x="49" y="1"/>
                    </a:lnTo>
                    <a:lnTo>
                      <a:pt x="38" y="4"/>
                    </a:lnTo>
                    <a:lnTo>
                      <a:pt x="28" y="10"/>
                    </a:lnTo>
                    <a:lnTo>
                      <a:pt x="17" y="17"/>
                    </a:lnTo>
                    <a:lnTo>
                      <a:pt x="10" y="27"/>
                    </a:lnTo>
                    <a:lnTo>
                      <a:pt x="5" y="37"/>
                    </a:lnTo>
                    <a:lnTo>
                      <a:pt x="2" y="49"/>
                    </a:lnTo>
                    <a:lnTo>
                      <a:pt x="0" y="60"/>
                    </a:lnTo>
                    <a:lnTo>
                      <a:pt x="2" y="72"/>
                    </a:lnTo>
                    <a:lnTo>
                      <a:pt x="5" y="83"/>
                    </a:lnTo>
                    <a:lnTo>
                      <a:pt x="10" y="93"/>
                    </a:lnTo>
                    <a:lnTo>
                      <a:pt x="17" y="104"/>
                    </a:lnTo>
                    <a:lnTo>
                      <a:pt x="28" y="111"/>
                    </a:lnTo>
                    <a:lnTo>
                      <a:pt x="38" y="117"/>
                    </a:lnTo>
                    <a:lnTo>
                      <a:pt x="49" y="119"/>
                    </a:lnTo>
                    <a:lnTo>
                      <a:pt x="61" y="12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buClr>
                    <a:srgbClr val="FFFFFF"/>
                  </a:buClr>
                  <a:defRPr/>
                </a:pPr>
                <a:endParaRPr lang="en-US" sz="2400" kern="0"/>
              </a:p>
            </p:txBody>
          </p:sp>
        </p:grpSp>
        <p:sp>
          <p:nvSpPr>
            <p:cNvPr id="126" name="Freeform 52"/>
            <p:cNvSpPr>
              <a:spLocks/>
            </p:cNvSpPr>
            <p:nvPr/>
          </p:nvSpPr>
          <p:spPr bwMode="auto">
            <a:xfrm>
              <a:off x="2137" y="664"/>
              <a:ext cx="19" cy="19"/>
            </a:xfrm>
            <a:custGeom>
              <a:avLst/>
              <a:gdLst>
                <a:gd name="T0" fmla="*/ 14 w 74"/>
                <a:gd name="T1" fmla="*/ 18 h 75"/>
                <a:gd name="T2" fmla="*/ 17 w 74"/>
                <a:gd name="T3" fmla="*/ 15 h 75"/>
                <a:gd name="T4" fmla="*/ 19 w 74"/>
                <a:gd name="T5" fmla="*/ 12 h 75"/>
                <a:gd name="T6" fmla="*/ 19 w 74"/>
                <a:gd name="T7" fmla="*/ 9 h 75"/>
                <a:gd name="T8" fmla="*/ 18 w 74"/>
                <a:gd name="T9" fmla="*/ 5 h 75"/>
                <a:gd name="T10" fmla="*/ 17 w 74"/>
                <a:gd name="T11" fmla="*/ 3 h 75"/>
                <a:gd name="T12" fmla="*/ 15 w 74"/>
                <a:gd name="T13" fmla="*/ 2 h 75"/>
                <a:gd name="T14" fmla="*/ 14 w 74"/>
                <a:gd name="T15" fmla="*/ 1 h 75"/>
                <a:gd name="T16" fmla="*/ 12 w 74"/>
                <a:gd name="T17" fmla="*/ 0 h 75"/>
                <a:gd name="T18" fmla="*/ 10 w 74"/>
                <a:gd name="T19" fmla="*/ 0 h 75"/>
                <a:gd name="T20" fmla="*/ 8 w 74"/>
                <a:gd name="T21" fmla="*/ 0 h 75"/>
                <a:gd name="T22" fmla="*/ 6 w 74"/>
                <a:gd name="T23" fmla="*/ 1 h 75"/>
                <a:gd name="T24" fmla="*/ 5 w 74"/>
                <a:gd name="T25" fmla="*/ 1 h 75"/>
                <a:gd name="T26" fmla="*/ 2 w 74"/>
                <a:gd name="T27" fmla="*/ 4 h 75"/>
                <a:gd name="T28" fmla="*/ 0 w 74"/>
                <a:gd name="T29" fmla="*/ 7 h 75"/>
                <a:gd name="T30" fmla="*/ 0 w 74"/>
                <a:gd name="T31" fmla="*/ 11 h 75"/>
                <a:gd name="T32" fmla="*/ 1 w 74"/>
                <a:gd name="T33" fmla="*/ 14 h 75"/>
                <a:gd name="T34" fmla="*/ 3 w 74"/>
                <a:gd name="T35" fmla="*/ 16 h 75"/>
                <a:gd name="T36" fmla="*/ 4 w 74"/>
                <a:gd name="T37" fmla="*/ 17 h 75"/>
                <a:gd name="T38" fmla="*/ 5 w 74"/>
                <a:gd name="T39" fmla="*/ 18 h 75"/>
                <a:gd name="T40" fmla="*/ 7 w 74"/>
                <a:gd name="T41" fmla="*/ 19 h 75"/>
                <a:gd name="T42" fmla="*/ 9 w 74"/>
                <a:gd name="T43" fmla="*/ 19 h 75"/>
                <a:gd name="T44" fmla="*/ 11 w 74"/>
                <a:gd name="T45" fmla="*/ 19 h 75"/>
                <a:gd name="T46" fmla="*/ 13 w 74"/>
                <a:gd name="T47" fmla="*/ 19 h 75"/>
                <a:gd name="T48" fmla="*/ 14 w 74"/>
                <a:gd name="T49" fmla="*/ 18 h 7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74" h="75">
                  <a:moveTo>
                    <a:pt x="56" y="71"/>
                  </a:moveTo>
                  <a:lnTo>
                    <a:pt x="67" y="61"/>
                  </a:lnTo>
                  <a:lnTo>
                    <a:pt x="74" y="47"/>
                  </a:lnTo>
                  <a:lnTo>
                    <a:pt x="74" y="34"/>
                  </a:lnTo>
                  <a:lnTo>
                    <a:pt x="70" y="19"/>
                  </a:lnTo>
                  <a:lnTo>
                    <a:pt x="66" y="13"/>
                  </a:lnTo>
                  <a:lnTo>
                    <a:pt x="60" y="8"/>
                  </a:lnTo>
                  <a:lnTo>
                    <a:pt x="54" y="3"/>
                  </a:lnTo>
                  <a:lnTo>
                    <a:pt x="47" y="0"/>
                  </a:lnTo>
                  <a:lnTo>
                    <a:pt x="40" y="0"/>
                  </a:lnTo>
                  <a:lnTo>
                    <a:pt x="33" y="0"/>
                  </a:lnTo>
                  <a:lnTo>
                    <a:pt x="25" y="2"/>
                  </a:lnTo>
                  <a:lnTo>
                    <a:pt x="18" y="5"/>
                  </a:lnTo>
                  <a:lnTo>
                    <a:pt x="7" y="15"/>
                  </a:lnTo>
                  <a:lnTo>
                    <a:pt x="1" y="28"/>
                  </a:lnTo>
                  <a:lnTo>
                    <a:pt x="0" y="42"/>
                  </a:lnTo>
                  <a:lnTo>
                    <a:pt x="5" y="57"/>
                  </a:lnTo>
                  <a:lnTo>
                    <a:pt x="10" y="62"/>
                  </a:lnTo>
                  <a:lnTo>
                    <a:pt x="15" y="68"/>
                  </a:lnTo>
                  <a:lnTo>
                    <a:pt x="21" y="73"/>
                  </a:lnTo>
                  <a:lnTo>
                    <a:pt x="28" y="74"/>
                  </a:lnTo>
                  <a:lnTo>
                    <a:pt x="34" y="75"/>
                  </a:lnTo>
                  <a:lnTo>
                    <a:pt x="41" y="75"/>
                  </a:lnTo>
                  <a:lnTo>
                    <a:pt x="49" y="74"/>
                  </a:lnTo>
                  <a:lnTo>
                    <a:pt x="56" y="7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buClr>
                  <a:srgbClr val="FFFFFF"/>
                </a:buClr>
                <a:defRPr/>
              </a:pPr>
              <a:endParaRPr lang="en-US" sz="2400" kern="0"/>
            </a:p>
          </p:txBody>
        </p:sp>
        <p:sp>
          <p:nvSpPr>
            <p:cNvPr id="127" name="Freeform 53"/>
            <p:cNvSpPr>
              <a:spLocks/>
            </p:cNvSpPr>
            <p:nvPr/>
          </p:nvSpPr>
          <p:spPr bwMode="auto">
            <a:xfrm>
              <a:off x="2137" y="629"/>
              <a:ext cx="19" cy="19"/>
            </a:xfrm>
            <a:custGeom>
              <a:avLst/>
              <a:gdLst>
                <a:gd name="T0" fmla="*/ 17 w 76"/>
                <a:gd name="T1" fmla="*/ 16 h 75"/>
                <a:gd name="T2" fmla="*/ 19 w 76"/>
                <a:gd name="T3" fmla="*/ 13 h 75"/>
                <a:gd name="T4" fmla="*/ 19 w 76"/>
                <a:gd name="T5" fmla="*/ 9 h 75"/>
                <a:gd name="T6" fmla="*/ 18 w 76"/>
                <a:gd name="T7" fmla="*/ 5 h 75"/>
                <a:gd name="T8" fmla="*/ 16 w 76"/>
                <a:gd name="T9" fmla="*/ 3 h 75"/>
                <a:gd name="T10" fmla="*/ 15 w 76"/>
                <a:gd name="T11" fmla="*/ 2 h 75"/>
                <a:gd name="T12" fmla="*/ 13 w 76"/>
                <a:gd name="T13" fmla="*/ 1 h 75"/>
                <a:gd name="T14" fmla="*/ 11 w 76"/>
                <a:gd name="T15" fmla="*/ 0 h 75"/>
                <a:gd name="T16" fmla="*/ 10 w 76"/>
                <a:gd name="T17" fmla="*/ 0 h 75"/>
                <a:gd name="T18" fmla="*/ 7 w 76"/>
                <a:gd name="T19" fmla="*/ 0 h 75"/>
                <a:gd name="T20" fmla="*/ 6 w 76"/>
                <a:gd name="T21" fmla="*/ 1 h 75"/>
                <a:gd name="T22" fmla="*/ 4 w 76"/>
                <a:gd name="T23" fmla="*/ 2 h 75"/>
                <a:gd name="T24" fmla="*/ 3 w 76"/>
                <a:gd name="T25" fmla="*/ 3 h 75"/>
                <a:gd name="T26" fmla="*/ 1 w 76"/>
                <a:gd name="T27" fmla="*/ 6 h 75"/>
                <a:gd name="T28" fmla="*/ 0 w 76"/>
                <a:gd name="T29" fmla="*/ 10 h 75"/>
                <a:gd name="T30" fmla="*/ 1 w 76"/>
                <a:gd name="T31" fmla="*/ 13 h 75"/>
                <a:gd name="T32" fmla="*/ 3 w 76"/>
                <a:gd name="T33" fmla="*/ 16 h 75"/>
                <a:gd name="T34" fmla="*/ 5 w 76"/>
                <a:gd name="T35" fmla="*/ 17 h 75"/>
                <a:gd name="T36" fmla="*/ 7 w 76"/>
                <a:gd name="T37" fmla="*/ 18 h 75"/>
                <a:gd name="T38" fmla="*/ 8 w 76"/>
                <a:gd name="T39" fmla="*/ 19 h 75"/>
                <a:gd name="T40" fmla="*/ 10 w 76"/>
                <a:gd name="T41" fmla="*/ 19 h 75"/>
                <a:gd name="T42" fmla="*/ 12 w 76"/>
                <a:gd name="T43" fmla="*/ 19 h 75"/>
                <a:gd name="T44" fmla="*/ 13 w 76"/>
                <a:gd name="T45" fmla="*/ 18 h 75"/>
                <a:gd name="T46" fmla="*/ 15 w 76"/>
                <a:gd name="T47" fmla="*/ 17 h 75"/>
                <a:gd name="T48" fmla="*/ 17 w 76"/>
                <a:gd name="T49" fmla="*/ 16 h 7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76" h="75">
                  <a:moveTo>
                    <a:pt x="66" y="63"/>
                  </a:moveTo>
                  <a:lnTo>
                    <a:pt x="74" y="50"/>
                  </a:lnTo>
                  <a:lnTo>
                    <a:pt x="76" y="36"/>
                  </a:lnTo>
                  <a:lnTo>
                    <a:pt x="72" y="21"/>
                  </a:lnTo>
                  <a:lnTo>
                    <a:pt x="63" y="10"/>
                  </a:lnTo>
                  <a:lnTo>
                    <a:pt x="58" y="6"/>
                  </a:lnTo>
                  <a:lnTo>
                    <a:pt x="51" y="3"/>
                  </a:lnTo>
                  <a:lnTo>
                    <a:pt x="45" y="0"/>
                  </a:lnTo>
                  <a:lnTo>
                    <a:pt x="38" y="0"/>
                  </a:lnTo>
                  <a:lnTo>
                    <a:pt x="29" y="1"/>
                  </a:lnTo>
                  <a:lnTo>
                    <a:pt x="23" y="3"/>
                  </a:lnTo>
                  <a:lnTo>
                    <a:pt x="16" y="7"/>
                  </a:lnTo>
                  <a:lnTo>
                    <a:pt x="10" y="11"/>
                  </a:lnTo>
                  <a:lnTo>
                    <a:pt x="3" y="24"/>
                  </a:lnTo>
                  <a:lnTo>
                    <a:pt x="0" y="39"/>
                  </a:lnTo>
                  <a:lnTo>
                    <a:pt x="4" y="53"/>
                  </a:lnTo>
                  <a:lnTo>
                    <a:pt x="13" y="65"/>
                  </a:lnTo>
                  <a:lnTo>
                    <a:pt x="19" y="69"/>
                  </a:lnTo>
                  <a:lnTo>
                    <a:pt x="26" y="73"/>
                  </a:lnTo>
                  <a:lnTo>
                    <a:pt x="32" y="75"/>
                  </a:lnTo>
                  <a:lnTo>
                    <a:pt x="40" y="75"/>
                  </a:lnTo>
                  <a:lnTo>
                    <a:pt x="48" y="75"/>
                  </a:lnTo>
                  <a:lnTo>
                    <a:pt x="53" y="72"/>
                  </a:lnTo>
                  <a:lnTo>
                    <a:pt x="61" y="69"/>
                  </a:lnTo>
                  <a:lnTo>
                    <a:pt x="66"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buClr>
                  <a:srgbClr val="FFFFFF"/>
                </a:buClr>
                <a:defRPr/>
              </a:pPr>
              <a:endParaRPr lang="en-US" sz="2400" kern="0"/>
            </a:p>
          </p:txBody>
        </p:sp>
        <p:sp>
          <p:nvSpPr>
            <p:cNvPr id="128" name="Freeform 54"/>
            <p:cNvSpPr>
              <a:spLocks/>
            </p:cNvSpPr>
            <p:nvPr/>
          </p:nvSpPr>
          <p:spPr bwMode="auto">
            <a:xfrm>
              <a:off x="2137" y="594"/>
              <a:ext cx="19" cy="19"/>
            </a:xfrm>
            <a:custGeom>
              <a:avLst/>
              <a:gdLst>
                <a:gd name="T0" fmla="*/ 17 w 76"/>
                <a:gd name="T1" fmla="*/ 16 h 75"/>
                <a:gd name="T2" fmla="*/ 19 w 76"/>
                <a:gd name="T3" fmla="*/ 13 h 75"/>
                <a:gd name="T4" fmla="*/ 19 w 76"/>
                <a:gd name="T5" fmla="*/ 9 h 75"/>
                <a:gd name="T6" fmla="*/ 18 w 76"/>
                <a:gd name="T7" fmla="*/ 5 h 75"/>
                <a:gd name="T8" fmla="*/ 16 w 76"/>
                <a:gd name="T9" fmla="*/ 3 h 75"/>
                <a:gd name="T10" fmla="*/ 15 w 76"/>
                <a:gd name="T11" fmla="*/ 2 h 75"/>
                <a:gd name="T12" fmla="*/ 13 w 76"/>
                <a:gd name="T13" fmla="*/ 1 h 75"/>
                <a:gd name="T14" fmla="*/ 11 w 76"/>
                <a:gd name="T15" fmla="*/ 0 h 75"/>
                <a:gd name="T16" fmla="*/ 10 w 76"/>
                <a:gd name="T17" fmla="*/ 0 h 75"/>
                <a:gd name="T18" fmla="*/ 7 w 76"/>
                <a:gd name="T19" fmla="*/ 0 h 75"/>
                <a:gd name="T20" fmla="*/ 6 w 76"/>
                <a:gd name="T21" fmla="*/ 1 h 75"/>
                <a:gd name="T22" fmla="*/ 4 w 76"/>
                <a:gd name="T23" fmla="*/ 2 h 75"/>
                <a:gd name="T24" fmla="*/ 3 w 76"/>
                <a:gd name="T25" fmla="*/ 3 h 75"/>
                <a:gd name="T26" fmla="*/ 1 w 76"/>
                <a:gd name="T27" fmla="*/ 6 h 75"/>
                <a:gd name="T28" fmla="*/ 0 w 76"/>
                <a:gd name="T29" fmla="*/ 10 h 75"/>
                <a:gd name="T30" fmla="*/ 1 w 76"/>
                <a:gd name="T31" fmla="*/ 13 h 75"/>
                <a:gd name="T32" fmla="*/ 3 w 76"/>
                <a:gd name="T33" fmla="*/ 16 h 75"/>
                <a:gd name="T34" fmla="*/ 5 w 76"/>
                <a:gd name="T35" fmla="*/ 17 h 75"/>
                <a:gd name="T36" fmla="*/ 7 w 76"/>
                <a:gd name="T37" fmla="*/ 18 h 75"/>
                <a:gd name="T38" fmla="*/ 8 w 76"/>
                <a:gd name="T39" fmla="*/ 19 h 75"/>
                <a:gd name="T40" fmla="*/ 10 w 76"/>
                <a:gd name="T41" fmla="*/ 19 h 75"/>
                <a:gd name="T42" fmla="*/ 12 w 76"/>
                <a:gd name="T43" fmla="*/ 19 h 75"/>
                <a:gd name="T44" fmla="*/ 13 w 76"/>
                <a:gd name="T45" fmla="*/ 18 h 75"/>
                <a:gd name="T46" fmla="*/ 15 w 76"/>
                <a:gd name="T47" fmla="*/ 17 h 75"/>
                <a:gd name="T48" fmla="*/ 17 w 76"/>
                <a:gd name="T49" fmla="*/ 16 h 7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76" h="75">
                  <a:moveTo>
                    <a:pt x="66" y="63"/>
                  </a:moveTo>
                  <a:lnTo>
                    <a:pt x="74" y="50"/>
                  </a:lnTo>
                  <a:lnTo>
                    <a:pt x="76" y="36"/>
                  </a:lnTo>
                  <a:lnTo>
                    <a:pt x="72" y="21"/>
                  </a:lnTo>
                  <a:lnTo>
                    <a:pt x="63" y="10"/>
                  </a:lnTo>
                  <a:lnTo>
                    <a:pt x="58" y="6"/>
                  </a:lnTo>
                  <a:lnTo>
                    <a:pt x="51" y="3"/>
                  </a:lnTo>
                  <a:lnTo>
                    <a:pt x="45" y="0"/>
                  </a:lnTo>
                  <a:lnTo>
                    <a:pt x="38" y="0"/>
                  </a:lnTo>
                  <a:lnTo>
                    <a:pt x="29" y="1"/>
                  </a:lnTo>
                  <a:lnTo>
                    <a:pt x="23" y="3"/>
                  </a:lnTo>
                  <a:lnTo>
                    <a:pt x="16" y="7"/>
                  </a:lnTo>
                  <a:lnTo>
                    <a:pt x="10" y="11"/>
                  </a:lnTo>
                  <a:lnTo>
                    <a:pt x="3" y="24"/>
                  </a:lnTo>
                  <a:lnTo>
                    <a:pt x="0" y="39"/>
                  </a:lnTo>
                  <a:lnTo>
                    <a:pt x="4" y="53"/>
                  </a:lnTo>
                  <a:lnTo>
                    <a:pt x="13" y="65"/>
                  </a:lnTo>
                  <a:lnTo>
                    <a:pt x="19" y="69"/>
                  </a:lnTo>
                  <a:lnTo>
                    <a:pt x="26" y="73"/>
                  </a:lnTo>
                  <a:lnTo>
                    <a:pt x="32" y="75"/>
                  </a:lnTo>
                  <a:lnTo>
                    <a:pt x="40" y="75"/>
                  </a:lnTo>
                  <a:lnTo>
                    <a:pt x="48" y="75"/>
                  </a:lnTo>
                  <a:lnTo>
                    <a:pt x="53" y="72"/>
                  </a:lnTo>
                  <a:lnTo>
                    <a:pt x="61" y="69"/>
                  </a:lnTo>
                  <a:lnTo>
                    <a:pt x="66"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buClr>
                  <a:srgbClr val="FFFFFF"/>
                </a:buClr>
                <a:defRPr/>
              </a:pPr>
              <a:endParaRPr lang="en-US" sz="2400" kern="0"/>
            </a:p>
          </p:txBody>
        </p:sp>
        <p:sp>
          <p:nvSpPr>
            <p:cNvPr id="129" name="Freeform 55"/>
            <p:cNvSpPr>
              <a:spLocks/>
            </p:cNvSpPr>
            <p:nvPr/>
          </p:nvSpPr>
          <p:spPr bwMode="auto">
            <a:xfrm>
              <a:off x="2137" y="559"/>
              <a:ext cx="19" cy="18"/>
            </a:xfrm>
            <a:custGeom>
              <a:avLst/>
              <a:gdLst>
                <a:gd name="T0" fmla="*/ 17 w 76"/>
                <a:gd name="T1" fmla="*/ 15 h 75"/>
                <a:gd name="T2" fmla="*/ 19 w 76"/>
                <a:gd name="T3" fmla="*/ 12 h 75"/>
                <a:gd name="T4" fmla="*/ 19 w 76"/>
                <a:gd name="T5" fmla="*/ 9 h 75"/>
                <a:gd name="T6" fmla="*/ 18 w 76"/>
                <a:gd name="T7" fmla="*/ 6 h 75"/>
                <a:gd name="T8" fmla="*/ 16 w 76"/>
                <a:gd name="T9" fmla="*/ 2 h 75"/>
                <a:gd name="T10" fmla="*/ 15 w 76"/>
                <a:gd name="T11" fmla="*/ 1 h 75"/>
                <a:gd name="T12" fmla="*/ 13 w 76"/>
                <a:gd name="T13" fmla="*/ 1 h 75"/>
                <a:gd name="T14" fmla="*/ 11 w 76"/>
                <a:gd name="T15" fmla="*/ 0 h 75"/>
                <a:gd name="T16" fmla="*/ 10 w 76"/>
                <a:gd name="T17" fmla="*/ 0 h 75"/>
                <a:gd name="T18" fmla="*/ 7 w 76"/>
                <a:gd name="T19" fmla="*/ 0 h 75"/>
                <a:gd name="T20" fmla="*/ 6 w 76"/>
                <a:gd name="T21" fmla="*/ 1 h 75"/>
                <a:gd name="T22" fmla="*/ 4 w 76"/>
                <a:gd name="T23" fmla="*/ 2 h 75"/>
                <a:gd name="T24" fmla="*/ 3 w 76"/>
                <a:gd name="T25" fmla="*/ 3 h 75"/>
                <a:gd name="T26" fmla="*/ 1 w 76"/>
                <a:gd name="T27" fmla="*/ 6 h 75"/>
                <a:gd name="T28" fmla="*/ 0 w 76"/>
                <a:gd name="T29" fmla="*/ 9 h 75"/>
                <a:gd name="T30" fmla="*/ 1 w 76"/>
                <a:gd name="T31" fmla="*/ 13 h 75"/>
                <a:gd name="T32" fmla="*/ 3 w 76"/>
                <a:gd name="T33" fmla="*/ 16 h 75"/>
                <a:gd name="T34" fmla="*/ 5 w 76"/>
                <a:gd name="T35" fmla="*/ 17 h 75"/>
                <a:gd name="T36" fmla="*/ 7 w 76"/>
                <a:gd name="T37" fmla="*/ 18 h 75"/>
                <a:gd name="T38" fmla="*/ 8 w 76"/>
                <a:gd name="T39" fmla="*/ 18 h 75"/>
                <a:gd name="T40" fmla="*/ 10 w 76"/>
                <a:gd name="T41" fmla="*/ 18 h 75"/>
                <a:gd name="T42" fmla="*/ 12 w 76"/>
                <a:gd name="T43" fmla="*/ 18 h 75"/>
                <a:gd name="T44" fmla="*/ 13 w 76"/>
                <a:gd name="T45" fmla="*/ 17 h 75"/>
                <a:gd name="T46" fmla="*/ 15 w 76"/>
                <a:gd name="T47" fmla="*/ 17 h 75"/>
                <a:gd name="T48" fmla="*/ 17 w 76"/>
                <a:gd name="T49" fmla="*/ 15 h 7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76" h="75">
                  <a:moveTo>
                    <a:pt x="66" y="63"/>
                  </a:moveTo>
                  <a:lnTo>
                    <a:pt x="74" y="50"/>
                  </a:lnTo>
                  <a:lnTo>
                    <a:pt x="76" y="36"/>
                  </a:lnTo>
                  <a:lnTo>
                    <a:pt x="72" y="23"/>
                  </a:lnTo>
                  <a:lnTo>
                    <a:pt x="63" y="10"/>
                  </a:lnTo>
                  <a:lnTo>
                    <a:pt x="58" y="6"/>
                  </a:lnTo>
                  <a:lnTo>
                    <a:pt x="51" y="3"/>
                  </a:lnTo>
                  <a:lnTo>
                    <a:pt x="45" y="0"/>
                  </a:lnTo>
                  <a:lnTo>
                    <a:pt x="38" y="0"/>
                  </a:lnTo>
                  <a:lnTo>
                    <a:pt x="29" y="1"/>
                  </a:lnTo>
                  <a:lnTo>
                    <a:pt x="23" y="3"/>
                  </a:lnTo>
                  <a:lnTo>
                    <a:pt x="16" y="7"/>
                  </a:lnTo>
                  <a:lnTo>
                    <a:pt x="10" y="11"/>
                  </a:lnTo>
                  <a:lnTo>
                    <a:pt x="3" y="24"/>
                  </a:lnTo>
                  <a:lnTo>
                    <a:pt x="0" y="39"/>
                  </a:lnTo>
                  <a:lnTo>
                    <a:pt x="4" y="53"/>
                  </a:lnTo>
                  <a:lnTo>
                    <a:pt x="13" y="65"/>
                  </a:lnTo>
                  <a:lnTo>
                    <a:pt x="19" y="69"/>
                  </a:lnTo>
                  <a:lnTo>
                    <a:pt x="26" y="73"/>
                  </a:lnTo>
                  <a:lnTo>
                    <a:pt x="32" y="75"/>
                  </a:lnTo>
                  <a:lnTo>
                    <a:pt x="40" y="75"/>
                  </a:lnTo>
                  <a:lnTo>
                    <a:pt x="48" y="75"/>
                  </a:lnTo>
                  <a:lnTo>
                    <a:pt x="53" y="72"/>
                  </a:lnTo>
                  <a:lnTo>
                    <a:pt x="61" y="69"/>
                  </a:lnTo>
                  <a:lnTo>
                    <a:pt x="66"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buClr>
                  <a:srgbClr val="FFFFFF"/>
                </a:buClr>
                <a:defRPr/>
              </a:pPr>
              <a:endParaRPr lang="en-US" sz="2400" kern="0"/>
            </a:p>
          </p:txBody>
        </p:sp>
        <p:sp>
          <p:nvSpPr>
            <p:cNvPr id="130" name="Freeform 56"/>
            <p:cNvSpPr>
              <a:spLocks/>
            </p:cNvSpPr>
            <p:nvPr/>
          </p:nvSpPr>
          <p:spPr bwMode="auto">
            <a:xfrm>
              <a:off x="2137" y="523"/>
              <a:ext cx="19" cy="20"/>
            </a:xfrm>
            <a:custGeom>
              <a:avLst/>
              <a:gdLst>
                <a:gd name="T0" fmla="*/ 17 w 76"/>
                <a:gd name="T1" fmla="*/ 17 h 75"/>
                <a:gd name="T2" fmla="*/ 19 w 76"/>
                <a:gd name="T3" fmla="*/ 13 h 75"/>
                <a:gd name="T4" fmla="*/ 19 w 76"/>
                <a:gd name="T5" fmla="*/ 10 h 75"/>
                <a:gd name="T6" fmla="*/ 18 w 76"/>
                <a:gd name="T7" fmla="*/ 6 h 75"/>
                <a:gd name="T8" fmla="*/ 16 w 76"/>
                <a:gd name="T9" fmla="*/ 3 h 75"/>
                <a:gd name="T10" fmla="*/ 15 w 76"/>
                <a:gd name="T11" fmla="*/ 2 h 75"/>
                <a:gd name="T12" fmla="*/ 13 w 76"/>
                <a:gd name="T13" fmla="*/ 1 h 75"/>
                <a:gd name="T14" fmla="*/ 11 w 76"/>
                <a:gd name="T15" fmla="*/ 0 h 75"/>
                <a:gd name="T16" fmla="*/ 10 w 76"/>
                <a:gd name="T17" fmla="*/ 0 h 75"/>
                <a:gd name="T18" fmla="*/ 7 w 76"/>
                <a:gd name="T19" fmla="*/ 0 h 75"/>
                <a:gd name="T20" fmla="*/ 6 w 76"/>
                <a:gd name="T21" fmla="*/ 1 h 75"/>
                <a:gd name="T22" fmla="*/ 4 w 76"/>
                <a:gd name="T23" fmla="*/ 2 h 75"/>
                <a:gd name="T24" fmla="*/ 3 w 76"/>
                <a:gd name="T25" fmla="*/ 3 h 75"/>
                <a:gd name="T26" fmla="*/ 1 w 76"/>
                <a:gd name="T27" fmla="*/ 6 h 75"/>
                <a:gd name="T28" fmla="*/ 0 w 76"/>
                <a:gd name="T29" fmla="*/ 10 h 75"/>
                <a:gd name="T30" fmla="*/ 1 w 76"/>
                <a:gd name="T31" fmla="*/ 14 h 75"/>
                <a:gd name="T32" fmla="*/ 3 w 76"/>
                <a:gd name="T33" fmla="*/ 17 h 75"/>
                <a:gd name="T34" fmla="*/ 5 w 76"/>
                <a:gd name="T35" fmla="*/ 18 h 75"/>
                <a:gd name="T36" fmla="*/ 7 w 76"/>
                <a:gd name="T37" fmla="*/ 19 h 75"/>
                <a:gd name="T38" fmla="*/ 8 w 76"/>
                <a:gd name="T39" fmla="*/ 20 h 75"/>
                <a:gd name="T40" fmla="*/ 10 w 76"/>
                <a:gd name="T41" fmla="*/ 20 h 75"/>
                <a:gd name="T42" fmla="*/ 12 w 76"/>
                <a:gd name="T43" fmla="*/ 20 h 75"/>
                <a:gd name="T44" fmla="*/ 13 w 76"/>
                <a:gd name="T45" fmla="*/ 19 h 75"/>
                <a:gd name="T46" fmla="*/ 15 w 76"/>
                <a:gd name="T47" fmla="*/ 18 h 75"/>
                <a:gd name="T48" fmla="*/ 17 w 76"/>
                <a:gd name="T49" fmla="*/ 17 h 7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76" h="75">
                  <a:moveTo>
                    <a:pt x="66" y="63"/>
                  </a:moveTo>
                  <a:lnTo>
                    <a:pt x="74" y="50"/>
                  </a:lnTo>
                  <a:lnTo>
                    <a:pt x="76" y="36"/>
                  </a:lnTo>
                  <a:lnTo>
                    <a:pt x="72" y="23"/>
                  </a:lnTo>
                  <a:lnTo>
                    <a:pt x="63" y="10"/>
                  </a:lnTo>
                  <a:lnTo>
                    <a:pt x="58" y="6"/>
                  </a:lnTo>
                  <a:lnTo>
                    <a:pt x="51" y="3"/>
                  </a:lnTo>
                  <a:lnTo>
                    <a:pt x="45" y="0"/>
                  </a:lnTo>
                  <a:lnTo>
                    <a:pt x="38" y="0"/>
                  </a:lnTo>
                  <a:lnTo>
                    <a:pt x="29" y="1"/>
                  </a:lnTo>
                  <a:lnTo>
                    <a:pt x="23" y="3"/>
                  </a:lnTo>
                  <a:lnTo>
                    <a:pt x="16" y="7"/>
                  </a:lnTo>
                  <a:lnTo>
                    <a:pt x="10" y="11"/>
                  </a:lnTo>
                  <a:lnTo>
                    <a:pt x="3" y="24"/>
                  </a:lnTo>
                  <a:lnTo>
                    <a:pt x="0" y="39"/>
                  </a:lnTo>
                  <a:lnTo>
                    <a:pt x="4" y="53"/>
                  </a:lnTo>
                  <a:lnTo>
                    <a:pt x="13" y="65"/>
                  </a:lnTo>
                  <a:lnTo>
                    <a:pt x="19" y="69"/>
                  </a:lnTo>
                  <a:lnTo>
                    <a:pt x="26" y="73"/>
                  </a:lnTo>
                  <a:lnTo>
                    <a:pt x="32" y="75"/>
                  </a:lnTo>
                  <a:lnTo>
                    <a:pt x="40" y="75"/>
                  </a:lnTo>
                  <a:lnTo>
                    <a:pt x="48" y="75"/>
                  </a:lnTo>
                  <a:lnTo>
                    <a:pt x="53" y="72"/>
                  </a:lnTo>
                  <a:lnTo>
                    <a:pt x="61" y="69"/>
                  </a:lnTo>
                  <a:lnTo>
                    <a:pt x="66"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buClr>
                  <a:srgbClr val="FFFFFF"/>
                </a:buClr>
                <a:defRPr/>
              </a:pPr>
              <a:endParaRPr lang="en-US" sz="2400" kern="0"/>
            </a:p>
          </p:txBody>
        </p:sp>
        <p:sp>
          <p:nvSpPr>
            <p:cNvPr id="131" name="Freeform 57"/>
            <p:cNvSpPr>
              <a:spLocks/>
            </p:cNvSpPr>
            <p:nvPr/>
          </p:nvSpPr>
          <p:spPr bwMode="auto">
            <a:xfrm>
              <a:off x="2137" y="805"/>
              <a:ext cx="19" cy="19"/>
            </a:xfrm>
            <a:custGeom>
              <a:avLst/>
              <a:gdLst>
                <a:gd name="T0" fmla="*/ 14 w 74"/>
                <a:gd name="T1" fmla="*/ 18 h 75"/>
                <a:gd name="T2" fmla="*/ 17 w 74"/>
                <a:gd name="T3" fmla="*/ 15 h 75"/>
                <a:gd name="T4" fmla="*/ 19 w 74"/>
                <a:gd name="T5" fmla="*/ 12 h 75"/>
                <a:gd name="T6" fmla="*/ 19 w 74"/>
                <a:gd name="T7" fmla="*/ 9 h 75"/>
                <a:gd name="T8" fmla="*/ 18 w 74"/>
                <a:gd name="T9" fmla="*/ 5 h 75"/>
                <a:gd name="T10" fmla="*/ 17 w 74"/>
                <a:gd name="T11" fmla="*/ 3 h 75"/>
                <a:gd name="T12" fmla="*/ 15 w 74"/>
                <a:gd name="T13" fmla="*/ 2 h 75"/>
                <a:gd name="T14" fmla="*/ 14 w 74"/>
                <a:gd name="T15" fmla="*/ 1 h 75"/>
                <a:gd name="T16" fmla="*/ 12 w 74"/>
                <a:gd name="T17" fmla="*/ 0 h 75"/>
                <a:gd name="T18" fmla="*/ 10 w 74"/>
                <a:gd name="T19" fmla="*/ 0 h 75"/>
                <a:gd name="T20" fmla="*/ 8 w 74"/>
                <a:gd name="T21" fmla="*/ 0 h 75"/>
                <a:gd name="T22" fmla="*/ 6 w 74"/>
                <a:gd name="T23" fmla="*/ 1 h 75"/>
                <a:gd name="T24" fmla="*/ 5 w 74"/>
                <a:gd name="T25" fmla="*/ 1 h 75"/>
                <a:gd name="T26" fmla="*/ 2 w 74"/>
                <a:gd name="T27" fmla="*/ 4 h 75"/>
                <a:gd name="T28" fmla="*/ 0 w 74"/>
                <a:gd name="T29" fmla="*/ 7 h 75"/>
                <a:gd name="T30" fmla="*/ 0 w 74"/>
                <a:gd name="T31" fmla="*/ 11 h 75"/>
                <a:gd name="T32" fmla="*/ 1 w 74"/>
                <a:gd name="T33" fmla="*/ 14 h 75"/>
                <a:gd name="T34" fmla="*/ 3 w 74"/>
                <a:gd name="T35" fmla="*/ 16 h 75"/>
                <a:gd name="T36" fmla="*/ 4 w 74"/>
                <a:gd name="T37" fmla="*/ 17 h 75"/>
                <a:gd name="T38" fmla="*/ 5 w 74"/>
                <a:gd name="T39" fmla="*/ 18 h 75"/>
                <a:gd name="T40" fmla="*/ 7 w 74"/>
                <a:gd name="T41" fmla="*/ 19 h 75"/>
                <a:gd name="T42" fmla="*/ 9 w 74"/>
                <a:gd name="T43" fmla="*/ 19 h 75"/>
                <a:gd name="T44" fmla="*/ 11 w 74"/>
                <a:gd name="T45" fmla="*/ 19 h 75"/>
                <a:gd name="T46" fmla="*/ 13 w 74"/>
                <a:gd name="T47" fmla="*/ 19 h 75"/>
                <a:gd name="T48" fmla="*/ 14 w 74"/>
                <a:gd name="T49" fmla="*/ 18 h 7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74" h="75">
                  <a:moveTo>
                    <a:pt x="56" y="71"/>
                  </a:moveTo>
                  <a:lnTo>
                    <a:pt x="67" y="61"/>
                  </a:lnTo>
                  <a:lnTo>
                    <a:pt x="74" y="47"/>
                  </a:lnTo>
                  <a:lnTo>
                    <a:pt x="74" y="34"/>
                  </a:lnTo>
                  <a:lnTo>
                    <a:pt x="70" y="19"/>
                  </a:lnTo>
                  <a:lnTo>
                    <a:pt x="66" y="13"/>
                  </a:lnTo>
                  <a:lnTo>
                    <a:pt x="60" y="8"/>
                  </a:lnTo>
                  <a:lnTo>
                    <a:pt x="54" y="3"/>
                  </a:lnTo>
                  <a:lnTo>
                    <a:pt x="47" y="0"/>
                  </a:lnTo>
                  <a:lnTo>
                    <a:pt x="40" y="0"/>
                  </a:lnTo>
                  <a:lnTo>
                    <a:pt x="33" y="0"/>
                  </a:lnTo>
                  <a:lnTo>
                    <a:pt x="25" y="2"/>
                  </a:lnTo>
                  <a:lnTo>
                    <a:pt x="18" y="5"/>
                  </a:lnTo>
                  <a:lnTo>
                    <a:pt x="7" y="15"/>
                  </a:lnTo>
                  <a:lnTo>
                    <a:pt x="1" y="28"/>
                  </a:lnTo>
                  <a:lnTo>
                    <a:pt x="0" y="42"/>
                  </a:lnTo>
                  <a:lnTo>
                    <a:pt x="5" y="57"/>
                  </a:lnTo>
                  <a:lnTo>
                    <a:pt x="10" y="62"/>
                  </a:lnTo>
                  <a:lnTo>
                    <a:pt x="15" y="68"/>
                  </a:lnTo>
                  <a:lnTo>
                    <a:pt x="21" y="73"/>
                  </a:lnTo>
                  <a:lnTo>
                    <a:pt x="28" y="74"/>
                  </a:lnTo>
                  <a:lnTo>
                    <a:pt x="34" y="75"/>
                  </a:lnTo>
                  <a:lnTo>
                    <a:pt x="41" y="75"/>
                  </a:lnTo>
                  <a:lnTo>
                    <a:pt x="49" y="74"/>
                  </a:lnTo>
                  <a:lnTo>
                    <a:pt x="56" y="7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buClr>
                  <a:srgbClr val="FFFFFF"/>
                </a:buClr>
                <a:defRPr/>
              </a:pPr>
              <a:endParaRPr lang="en-US" sz="2400" kern="0"/>
            </a:p>
          </p:txBody>
        </p:sp>
        <p:sp>
          <p:nvSpPr>
            <p:cNvPr id="132" name="Freeform 58"/>
            <p:cNvSpPr>
              <a:spLocks/>
            </p:cNvSpPr>
            <p:nvPr/>
          </p:nvSpPr>
          <p:spPr bwMode="auto">
            <a:xfrm>
              <a:off x="2137" y="769"/>
              <a:ext cx="19" cy="19"/>
            </a:xfrm>
            <a:custGeom>
              <a:avLst/>
              <a:gdLst>
                <a:gd name="T0" fmla="*/ 17 w 76"/>
                <a:gd name="T1" fmla="*/ 16 h 75"/>
                <a:gd name="T2" fmla="*/ 19 w 76"/>
                <a:gd name="T3" fmla="*/ 13 h 75"/>
                <a:gd name="T4" fmla="*/ 19 w 76"/>
                <a:gd name="T5" fmla="*/ 9 h 75"/>
                <a:gd name="T6" fmla="*/ 18 w 76"/>
                <a:gd name="T7" fmla="*/ 5 h 75"/>
                <a:gd name="T8" fmla="*/ 16 w 76"/>
                <a:gd name="T9" fmla="*/ 3 h 75"/>
                <a:gd name="T10" fmla="*/ 15 w 76"/>
                <a:gd name="T11" fmla="*/ 2 h 75"/>
                <a:gd name="T12" fmla="*/ 13 w 76"/>
                <a:gd name="T13" fmla="*/ 1 h 75"/>
                <a:gd name="T14" fmla="*/ 11 w 76"/>
                <a:gd name="T15" fmla="*/ 0 h 75"/>
                <a:gd name="T16" fmla="*/ 10 w 76"/>
                <a:gd name="T17" fmla="*/ 0 h 75"/>
                <a:gd name="T18" fmla="*/ 7 w 76"/>
                <a:gd name="T19" fmla="*/ 0 h 75"/>
                <a:gd name="T20" fmla="*/ 6 w 76"/>
                <a:gd name="T21" fmla="*/ 1 h 75"/>
                <a:gd name="T22" fmla="*/ 4 w 76"/>
                <a:gd name="T23" fmla="*/ 2 h 75"/>
                <a:gd name="T24" fmla="*/ 3 w 76"/>
                <a:gd name="T25" fmla="*/ 3 h 75"/>
                <a:gd name="T26" fmla="*/ 1 w 76"/>
                <a:gd name="T27" fmla="*/ 6 h 75"/>
                <a:gd name="T28" fmla="*/ 0 w 76"/>
                <a:gd name="T29" fmla="*/ 10 h 75"/>
                <a:gd name="T30" fmla="*/ 1 w 76"/>
                <a:gd name="T31" fmla="*/ 13 h 75"/>
                <a:gd name="T32" fmla="*/ 3 w 76"/>
                <a:gd name="T33" fmla="*/ 16 h 75"/>
                <a:gd name="T34" fmla="*/ 5 w 76"/>
                <a:gd name="T35" fmla="*/ 17 h 75"/>
                <a:gd name="T36" fmla="*/ 7 w 76"/>
                <a:gd name="T37" fmla="*/ 18 h 75"/>
                <a:gd name="T38" fmla="*/ 8 w 76"/>
                <a:gd name="T39" fmla="*/ 19 h 75"/>
                <a:gd name="T40" fmla="*/ 10 w 76"/>
                <a:gd name="T41" fmla="*/ 19 h 75"/>
                <a:gd name="T42" fmla="*/ 12 w 76"/>
                <a:gd name="T43" fmla="*/ 19 h 75"/>
                <a:gd name="T44" fmla="*/ 13 w 76"/>
                <a:gd name="T45" fmla="*/ 18 h 75"/>
                <a:gd name="T46" fmla="*/ 15 w 76"/>
                <a:gd name="T47" fmla="*/ 17 h 75"/>
                <a:gd name="T48" fmla="*/ 17 w 76"/>
                <a:gd name="T49" fmla="*/ 16 h 7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76" h="75">
                  <a:moveTo>
                    <a:pt x="66" y="63"/>
                  </a:moveTo>
                  <a:lnTo>
                    <a:pt x="74" y="50"/>
                  </a:lnTo>
                  <a:lnTo>
                    <a:pt x="76" y="36"/>
                  </a:lnTo>
                  <a:lnTo>
                    <a:pt x="72" y="21"/>
                  </a:lnTo>
                  <a:lnTo>
                    <a:pt x="63" y="10"/>
                  </a:lnTo>
                  <a:lnTo>
                    <a:pt x="58" y="6"/>
                  </a:lnTo>
                  <a:lnTo>
                    <a:pt x="51" y="3"/>
                  </a:lnTo>
                  <a:lnTo>
                    <a:pt x="45" y="0"/>
                  </a:lnTo>
                  <a:lnTo>
                    <a:pt x="38" y="0"/>
                  </a:lnTo>
                  <a:lnTo>
                    <a:pt x="29" y="1"/>
                  </a:lnTo>
                  <a:lnTo>
                    <a:pt x="23" y="3"/>
                  </a:lnTo>
                  <a:lnTo>
                    <a:pt x="16" y="7"/>
                  </a:lnTo>
                  <a:lnTo>
                    <a:pt x="10" y="11"/>
                  </a:lnTo>
                  <a:lnTo>
                    <a:pt x="3" y="24"/>
                  </a:lnTo>
                  <a:lnTo>
                    <a:pt x="0" y="39"/>
                  </a:lnTo>
                  <a:lnTo>
                    <a:pt x="4" y="53"/>
                  </a:lnTo>
                  <a:lnTo>
                    <a:pt x="13" y="65"/>
                  </a:lnTo>
                  <a:lnTo>
                    <a:pt x="19" y="69"/>
                  </a:lnTo>
                  <a:lnTo>
                    <a:pt x="26" y="73"/>
                  </a:lnTo>
                  <a:lnTo>
                    <a:pt x="32" y="75"/>
                  </a:lnTo>
                  <a:lnTo>
                    <a:pt x="40" y="75"/>
                  </a:lnTo>
                  <a:lnTo>
                    <a:pt x="48" y="75"/>
                  </a:lnTo>
                  <a:lnTo>
                    <a:pt x="53" y="72"/>
                  </a:lnTo>
                  <a:lnTo>
                    <a:pt x="61" y="69"/>
                  </a:lnTo>
                  <a:lnTo>
                    <a:pt x="66"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buClr>
                  <a:srgbClr val="FFFFFF"/>
                </a:buClr>
                <a:defRPr/>
              </a:pPr>
              <a:endParaRPr lang="en-US" sz="2400" kern="0"/>
            </a:p>
          </p:txBody>
        </p:sp>
        <p:sp>
          <p:nvSpPr>
            <p:cNvPr id="133" name="Freeform 59"/>
            <p:cNvSpPr>
              <a:spLocks/>
            </p:cNvSpPr>
            <p:nvPr/>
          </p:nvSpPr>
          <p:spPr bwMode="auto">
            <a:xfrm>
              <a:off x="2137" y="734"/>
              <a:ext cx="19" cy="19"/>
            </a:xfrm>
            <a:custGeom>
              <a:avLst/>
              <a:gdLst>
                <a:gd name="T0" fmla="*/ 17 w 76"/>
                <a:gd name="T1" fmla="*/ 16 h 75"/>
                <a:gd name="T2" fmla="*/ 19 w 76"/>
                <a:gd name="T3" fmla="*/ 13 h 75"/>
                <a:gd name="T4" fmla="*/ 19 w 76"/>
                <a:gd name="T5" fmla="*/ 9 h 75"/>
                <a:gd name="T6" fmla="*/ 18 w 76"/>
                <a:gd name="T7" fmla="*/ 5 h 75"/>
                <a:gd name="T8" fmla="*/ 16 w 76"/>
                <a:gd name="T9" fmla="*/ 3 h 75"/>
                <a:gd name="T10" fmla="*/ 15 w 76"/>
                <a:gd name="T11" fmla="*/ 2 h 75"/>
                <a:gd name="T12" fmla="*/ 13 w 76"/>
                <a:gd name="T13" fmla="*/ 1 h 75"/>
                <a:gd name="T14" fmla="*/ 11 w 76"/>
                <a:gd name="T15" fmla="*/ 0 h 75"/>
                <a:gd name="T16" fmla="*/ 10 w 76"/>
                <a:gd name="T17" fmla="*/ 0 h 75"/>
                <a:gd name="T18" fmla="*/ 7 w 76"/>
                <a:gd name="T19" fmla="*/ 0 h 75"/>
                <a:gd name="T20" fmla="*/ 6 w 76"/>
                <a:gd name="T21" fmla="*/ 1 h 75"/>
                <a:gd name="T22" fmla="*/ 4 w 76"/>
                <a:gd name="T23" fmla="*/ 2 h 75"/>
                <a:gd name="T24" fmla="*/ 3 w 76"/>
                <a:gd name="T25" fmla="*/ 3 h 75"/>
                <a:gd name="T26" fmla="*/ 1 w 76"/>
                <a:gd name="T27" fmla="*/ 6 h 75"/>
                <a:gd name="T28" fmla="*/ 0 w 76"/>
                <a:gd name="T29" fmla="*/ 10 h 75"/>
                <a:gd name="T30" fmla="*/ 1 w 76"/>
                <a:gd name="T31" fmla="*/ 13 h 75"/>
                <a:gd name="T32" fmla="*/ 3 w 76"/>
                <a:gd name="T33" fmla="*/ 16 h 75"/>
                <a:gd name="T34" fmla="*/ 5 w 76"/>
                <a:gd name="T35" fmla="*/ 17 h 75"/>
                <a:gd name="T36" fmla="*/ 7 w 76"/>
                <a:gd name="T37" fmla="*/ 18 h 75"/>
                <a:gd name="T38" fmla="*/ 8 w 76"/>
                <a:gd name="T39" fmla="*/ 19 h 75"/>
                <a:gd name="T40" fmla="*/ 10 w 76"/>
                <a:gd name="T41" fmla="*/ 19 h 75"/>
                <a:gd name="T42" fmla="*/ 12 w 76"/>
                <a:gd name="T43" fmla="*/ 19 h 75"/>
                <a:gd name="T44" fmla="*/ 13 w 76"/>
                <a:gd name="T45" fmla="*/ 18 h 75"/>
                <a:gd name="T46" fmla="*/ 15 w 76"/>
                <a:gd name="T47" fmla="*/ 17 h 75"/>
                <a:gd name="T48" fmla="*/ 17 w 76"/>
                <a:gd name="T49" fmla="*/ 16 h 7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76" h="75">
                  <a:moveTo>
                    <a:pt x="66" y="63"/>
                  </a:moveTo>
                  <a:lnTo>
                    <a:pt x="74" y="50"/>
                  </a:lnTo>
                  <a:lnTo>
                    <a:pt x="76" y="36"/>
                  </a:lnTo>
                  <a:lnTo>
                    <a:pt x="72" y="21"/>
                  </a:lnTo>
                  <a:lnTo>
                    <a:pt x="63" y="10"/>
                  </a:lnTo>
                  <a:lnTo>
                    <a:pt x="58" y="6"/>
                  </a:lnTo>
                  <a:lnTo>
                    <a:pt x="51" y="3"/>
                  </a:lnTo>
                  <a:lnTo>
                    <a:pt x="45" y="0"/>
                  </a:lnTo>
                  <a:lnTo>
                    <a:pt x="38" y="0"/>
                  </a:lnTo>
                  <a:lnTo>
                    <a:pt x="29" y="1"/>
                  </a:lnTo>
                  <a:lnTo>
                    <a:pt x="23" y="3"/>
                  </a:lnTo>
                  <a:lnTo>
                    <a:pt x="16" y="7"/>
                  </a:lnTo>
                  <a:lnTo>
                    <a:pt x="10" y="11"/>
                  </a:lnTo>
                  <a:lnTo>
                    <a:pt x="3" y="24"/>
                  </a:lnTo>
                  <a:lnTo>
                    <a:pt x="0" y="39"/>
                  </a:lnTo>
                  <a:lnTo>
                    <a:pt x="4" y="53"/>
                  </a:lnTo>
                  <a:lnTo>
                    <a:pt x="13" y="65"/>
                  </a:lnTo>
                  <a:lnTo>
                    <a:pt x="19" y="69"/>
                  </a:lnTo>
                  <a:lnTo>
                    <a:pt x="26" y="73"/>
                  </a:lnTo>
                  <a:lnTo>
                    <a:pt x="32" y="75"/>
                  </a:lnTo>
                  <a:lnTo>
                    <a:pt x="40" y="75"/>
                  </a:lnTo>
                  <a:lnTo>
                    <a:pt x="48" y="75"/>
                  </a:lnTo>
                  <a:lnTo>
                    <a:pt x="53" y="72"/>
                  </a:lnTo>
                  <a:lnTo>
                    <a:pt x="61" y="69"/>
                  </a:lnTo>
                  <a:lnTo>
                    <a:pt x="66"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buClr>
                  <a:srgbClr val="FFFFFF"/>
                </a:buClr>
                <a:defRPr/>
              </a:pPr>
              <a:endParaRPr lang="en-US" sz="2400" kern="0"/>
            </a:p>
          </p:txBody>
        </p:sp>
        <p:sp>
          <p:nvSpPr>
            <p:cNvPr id="134" name="Freeform 60"/>
            <p:cNvSpPr>
              <a:spLocks/>
            </p:cNvSpPr>
            <p:nvPr/>
          </p:nvSpPr>
          <p:spPr bwMode="auto">
            <a:xfrm>
              <a:off x="2137" y="699"/>
              <a:ext cx="19" cy="19"/>
            </a:xfrm>
            <a:custGeom>
              <a:avLst/>
              <a:gdLst>
                <a:gd name="T0" fmla="*/ 17 w 76"/>
                <a:gd name="T1" fmla="*/ 16 h 75"/>
                <a:gd name="T2" fmla="*/ 19 w 76"/>
                <a:gd name="T3" fmla="*/ 13 h 75"/>
                <a:gd name="T4" fmla="*/ 19 w 76"/>
                <a:gd name="T5" fmla="*/ 9 h 75"/>
                <a:gd name="T6" fmla="*/ 18 w 76"/>
                <a:gd name="T7" fmla="*/ 6 h 75"/>
                <a:gd name="T8" fmla="*/ 16 w 76"/>
                <a:gd name="T9" fmla="*/ 3 h 75"/>
                <a:gd name="T10" fmla="*/ 15 w 76"/>
                <a:gd name="T11" fmla="*/ 2 h 75"/>
                <a:gd name="T12" fmla="*/ 13 w 76"/>
                <a:gd name="T13" fmla="*/ 1 h 75"/>
                <a:gd name="T14" fmla="*/ 11 w 76"/>
                <a:gd name="T15" fmla="*/ 0 h 75"/>
                <a:gd name="T16" fmla="*/ 10 w 76"/>
                <a:gd name="T17" fmla="*/ 0 h 75"/>
                <a:gd name="T18" fmla="*/ 7 w 76"/>
                <a:gd name="T19" fmla="*/ 0 h 75"/>
                <a:gd name="T20" fmla="*/ 6 w 76"/>
                <a:gd name="T21" fmla="*/ 1 h 75"/>
                <a:gd name="T22" fmla="*/ 4 w 76"/>
                <a:gd name="T23" fmla="*/ 2 h 75"/>
                <a:gd name="T24" fmla="*/ 3 w 76"/>
                <a:gd name="T25" fmla="*/ 3 h 75"/>
                <a:gd name="T26" fmla="*/ 1 w 76"/>
                <a:gd name="T27" fmla="*/ 6 h 75"/>
                <a:gd name="T28" fmla="*/ 0 w 76"/>
                <a:gd name="T29" fmla="*/ 10 h 75"/>
                <a:gd name="T30" fmla="*/ 1 w 76"/>
                <a:gd name="T31" fmla="*/ 13 h 75"/>
                <a:gd name="T32" fmla="*/ 3 w 76"/>
                <a:gd name="T33" fmla="*/ 16 h 75"/>
                <a:gd name="T34" fmla="*/ 5 w 76"/>
                <a:gd name="T35" fmla="*/ 17 h 75"/>
                <a:gd name="T36" fmla="*/ 7 w 76"/>
                <a:gd name="T37" fmla="*/ 18 h 75"/>
                <a:gd name="T38" fmla="*/ 8 w 76"/>
                <a:gd name="T39" fmla="*/ 19 h 75"/>
                <a:gd name="T40" fmla="*/ 10 w 76"/>
                <a:gd name="T41" fmla="*/ 19 h 75"/>
                <a:gd name="T42" fmla="*/ 12 w 76"/>
                <a:gd name="T43" fmla="*/ 19 h 75"/>
                <a:gd name="T44" fmla="*/ 13 w 76"/>
                <a:gd name="T45" fmla="*/ 18 h 75"/>
                <a:gd name="T46" fmla="*/ 15 w 76"/>
                <a:gd name="T47" fmla="*/ 17 h 75"/>
                <a:gd name="T48" fmla="*/ 17 w 76"/>
                <a:gd name="T49" fmla="*/ 16 h 7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76" h="75">
                  <a:moveTo>
                    <a:pt x="66" y="63"/>
                  </a:moveTo>
                  <a:lnTo>
                    <a:pt x="74" y="50"/>
                  </a:lnTo>
                  <a:lnTo>
                    <a:pt x="76" y="36"/>
                  </a:lnTo>
                  <a:lnTo>
                    <a:pt x="72" y="23"/>
                  </a:lnTo>
                  <a:lnTo>
                    <a:pt x="63" y="10"/>
                  </a:lnTo>
                  <a:lnTo>
                    <a:pt x="58" y="6"/>
                  </a:lnTo>
                  <a:lnTo>
                    <a:pt x="51" y="3"/>
                  </a:lnTo>
                  <a:lnTo>
                    <a:pt x="45" y="0"/>
                  </a:lnTo>
                  <a:lnTo>
                    <a:pt x="38" y="0"/>
                  </a:lnTo>
                  <a:lnTo>
                    <a:pt x="29" y="1"/>
                  </a:lnTo>
                  <a:lnTo>
                    <a:pt x="23" y="3"/>
                  </a:lnTo>
                  <a:lnTo>
                    <a:pt x="16" y="7"/>
                  </a:lnTo>
                  <a:lnTo>
                    <a:pt x="10" y="11"/>
                  </a:lnTo>
                  <a:lnTo>
                    <a:pt x="3" y="24"/>
                  </a:lnTo>
                  <a:lnTo>
                    <a:pt x="0" y="39"/>
                  </a:lnTo>
                  <a:lnTo>
                    <a:pt x="4" y="53"/>
                  </a:lnTo>
                  <a:lnTo>
                    <a:pt x="13" y="65"/>
                  </a:lnTo>
                  <a:lnTo>
                    <a:pt x="19" y="69"/>
                  </a:lnTo>
                  <a:lnTo>
                    <a:pt x="26" y="73"/>
                  </a:lnTo>
                  <a:lnTo>
                    <a:pt x="32" y="75"/>
                  </a:lnTo>
                  <a:lnTo>
                    <a:pt x="40" y="75"/>
                  </a:lnTo>
                  <a:lnTo>
                    <a:pt x="48" y="75"/>
                  </a:lnTo>
                  <a:lnTo>
                    <a:pt x="53" y="72"/>
                  </a:lnTo>
                  <a:lnTo>
                    <a:pt x="61" y="69"/>
                  </a:lnTo>
                  <a:lnTo>
                    <a:pt x="66"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buClr>
                  <a:srgbClr val="FFFFFF"/>
                </a:buClr>
                <a:defRPr/>
              </a:pPr>
              <a:endParaRPr lang="en-US" sz="2400" kern="0"/>
            </a:p>
          </p:txBody>
        </p:sp>
        <p:sp>
          <p:nvSpPr>
            <p:cNvPr id="135" name="Freeform 61"/>
            <p:cNvSpPr>
              <a:spLocks/>
            </p:cNvSpPr>
            <p:nvPr/>
          </p:nvSpPr>
          <p:spPr bwMode="auto">
            <a:xfrm>
              <a:off x="2149" y="806"/>
              <a:ext cx="214" cy="367"/>
            </a:xfrm>
            <a:custGeom>
              <a:avLst/>
              <a:gdLst>
                <a:gd name="T0" fmla="*/ 168 w 423"/>
                <a:gd name="T1" fmla="*/ 56 h 726"/>
                <a:gd name="T2" fmla="*/ 111 w 423"/>
                <a:gd name="T3" fmla="*/ 9 h 726"/>
                <a:gd name="T4" fmla="*/ 23 w 423"/>
                <a:gd name="T5" fmla="*/ 0 h 726"/>
                <a:gd name="T6" fmla="*/ 0 w 423"/>
                <a:gd name="T7" fmla="*/ 126 h 726"/>
                <a:gd name="T8" fmla="*/ 18 w 423"/>
                <a:gd name="T9" fmla="*/ 205 h 726"/>
                <a:gd name="T10" fmla="*/ 71 w 423"/>
                <a:gd name="T11" fmla="*/ 256 h 726"/>
                <a:gd name="T12" fmla="*/ 59 w 423"/>
                <a:gd name="T13" fmla="*/ 273 h 726"/>
                <a:gd name="T14" fmla="*/ 73 w 423"/>
                <a:gd name="T15" fmla="*/ 350 h 726"/>
                <a:gd name="T16" fmla="*/ 165 w 423"/>
                <a:gd name="T17" fmla="*/ 367 h 726"/>
                <a:gd name="T18" fmla="*/ 214 w 423"/>
                <a:gd name="T19" fmla="*/ 323 h 726"/>
                <a:gd name="T20" fmla="*/ 200 w 423"/>
                <a:gd name="T21" fmla="*/ 240 h 726"/>
                <a:gd name="T22" fmla="*/ 152 w 423"/>
                <a:gd name="T23" fmla="*/ 214 h 726"/>
                <a:gd name="T24" fmla="*/ 156 w 423"/>
                <a:gd name="T25" fmla="*/ 129 h 726"/>
                <a:gd name="T26" fmla="*/ 137 w 423"/>
                <a:gd name="T27" fmla="*/ 105 h 726"/>
                <a:gd name="T28" fmla="*/ 159 w 423"/>
                <a:gd name="T29" fmla="*/ 85 h 726"/>
                <a:gd name="T30" fmla="*/ 168 w 423"/>
                <a:gd name="T31" fmla="*/ 56 h 72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423" h="726">
                  <a:moveTo>
                    <a:pt x="333" y="111"/>
                  </a:moveTo>
                  <a:lnTo>
                    <a:pt x="219" y="18"/>
                  </a:lnTo>
                  <a:lnTo>
                    <a:pt x="45" y="0"/>
                  </a:lnTo>
                  <a:lnTo>
                    <a:pt x="0" y="249"/>
                  </a:lnTo>
                  <a:lnTo>
                    <a:pt x="36" y="405"/>
                  </a:lnTo>
                  <a:lnTo>
                    <a:pt x="141" y="507"/>
                  </a:lnTo>
                  <a:lnTo>
                    <a:pt x="117" y="540"/>
                  </a:lnTo>
                  <a:lnTo>
                    <a:pt x="144" y="693"/>
                  </a:lnTo>
                  <a:lnTo>
                    <a:pt x="327" y="726"/>
                  </a:lnTo>
                  <a:lnTo>
                    <a:pt x="423" y="639"/>
                  </a:lnTo>
                  <a:lnTo>
                    <a:pt x="396" y="474"/>
                  </a:lnTo>
                  <a:lnTo>
                    <a:pt x="300" y="423"/>
                  </a:lnTo>
                  <a:lnTo>
                    <a:pt x="309" y="255"/>
                  </a:lnTo>
                  <a:lnTo>
                    <a:pt x="270" y="207"/>
                  </a:lnTo>
                  <a:lnTo>
                    <a:pt x="315" y="168"/>
                  </a:lnTo>
                  <a:lnTo>
                    <a:pt x="333" y="111"/>
                  </a:lnTo>
                  <a:close/>
                </a:path>
              </a:pathLst>
            </a:custGeom>
            <a:solidFill>
              <a:srgbClr val="DADAB3"/>
            </a:solidFill>
            <a:ln w="12700" cap="flat"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pPr>
                <a:buClr>
                  <a:srgbClr val="FFFFFF"/>
                </a:buClr>
                <a:defRPr/>
              </a:pPr>
              <a:endParaRPr lang="en-US" sz="2400" kern="0"/>
            </a:p>
          </p:txBody>
        </p:sp>
        <p:sp>
          <p:nvSpPr>
            <p:cNvPr id="136" name="Freeform 62"/>
            <p:cNvSpPr>
              <a:spLocks/>
            </p:cNvSpPr>
            <p:nvPr/>
          </p:nvSpPr>
          <p:spPr bwMode="auto">
            <a:xfrm flipH="1">
              <a:off x="2549" y="807"/>
              <a:ext cx="213" cy="367"/>
            </a:xfrm>
            <a:custGeom>
              <a:avLst/>
              <a:gdLst>
                <a:gd name="T0" fmla="*/ 168 w 423"/>
                <a:gd name="T1" fmla="*/ 56 h 726"/>
                <a:gd name="T2" fmla="*/ 110 w 423"/>
                <a:gd name="T3" fmla="*/ 9 h 726"/>
                <a:gd name="T4" fmla="*/ 23 w 423"/>
                <a:gd name="T5" fmla="*/ 0 h 726"/>
                <a:gd name="T6" fmla="*/ 0 w 423"/>
                <a:gd name="T7" fmla="*/ 126 h 726"/>
                <a:gd name="T8" fmla="*/ 18 w 423"/>
                <a:gd name="T9" fmla="*/ 205 h 726"/>
                <a:gd name="T10" fmla="*/ 71 w 423"/>
                <a:gd name="T11" fmla="*/ 256 h 726"/>
                <a:gd name="T12" fmla="*/ 59 w 423"/>
                <a:gd name="T13" fmla="*/ 273 h 726"/>
                <a:gd name="T14" fmla="*/ 73 w 423"/>
                <a:gd name="T15" fmla="*/ 350 h 726"/>
                <a:gd name="T16" fmla="*/ 165 w 423"/>
                <a:gd name="T17" fmla="*/ 367 h 726"/>
                <a:gd name="T18" fmla="*/ 213 w 423"/>
                <a:gd name="T19" fmla="*/ 323 h 726"/>
                <a:gd name="T20" fmla="*/ 199 w 423"/>
                <a:gd name="T21" fmla="*/ 240 h 726"/>
                <a:gd name="T22" fmla="*/ 151 w 423"/>
                <a:gd name="T23" fmla="*/ 214 h 726"/>
                <a:gd name="T24" fmla="*/ 156 w 423"/>
                <a:gd name="T25" fmla="*/ 129 h 726"/>
                <a:gd name="T26" fmla="*/ 136 w 423"/>
                <a:gd name="T27" fmla="*/ 105 h 726"/>
                <a:gd name="T28" fmla="*/ 159 w 423"/>
                <a:gd name="T29" fmla="*/ 85 h 726"/>
                <a:gd name="T30" fmla="*/ 168 w 423"/>
                <a:gd name="T31" fmla="*/ 56 h 72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423" h="726">
                  <a:moveTo>
                    <a:pt x="333" y="111"/>
                  </a:moveTo>
                  <a:lnTo>
                    <a:pt x="219" y="18"/>
                  </a:lnTo>
                  <a:lnTo>
                    <a:pt x="45" y="0"/>
                  </a:lnTo>
                  <a:lnTo>
                    <a:pt x="0" y="249"/>
                  </a:lnTo>
                  <a:lnTo>
                    <a:pt x="36" y="405"/>
                  </a:lnTo>
                  <a:lnTo>
                    <a:pt x="141" y="507"/>
                  </a:lnTo>
                  <a:lnTo>
                    <a:pt x="117" y="540"/>
                  </a:lnTo>
                  <a:lnTo>
                    <a:pt x="144" y="693"/>
                  </a:lnTo>
                  <a:lnTo>
                    <a:pt x="327" y="726"/>
                  </a:lnTo>
                  <a:lnTo>
                    <a:pt x="423" y="639"/>
                  </a:lnTo>
                  <a:lnTo>
                    <a:pt x="396" y="474"/>
                  </a:lnTo>
                  <a:lnTo>
                    <a:pt x="300" y="423"/>
                  </a:lnTo>
                  <a:lnTo>
                    <a:pt x="309" y="255"/>
                  </a:lnTo>
                  <a:lnTo>
                    <a:pt x="270" y="207"/>
                  </a:lnTo>
                  <a:lnTo>
                    <a:pt x="315" y="168"/>
                  </a:lnTo>
                  <a:lnTo>
                    <a:pt x="333" y="111"/>
                  </a:lnTo>
                  <a:close/>
                </a:path>
              </a:pathLst>
            </a:custGeom>
            <a:solidFill>
              <a:srgbClr val="DADAB3"/>
            </a:solidFill>
            <a:ln w="12700" cap="flat"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pPr>
                <a:buClr>
                  <a:srgbClr val="FFFFFF"/>
                </a:buClr>
                <a:defRPr/>
              </a:pPr>
              <a:endParaRPr lang="en-US" sz="2400" kern="0"/>
            </a:p>
          </p:txBody>
        </p:sp>
        <p:sp>
          <p:nvSpPr>
            <p:cNvPr id="137" name="Freeform 63"/>
            <p:cNvSpPr>
              <a:spLocks/>
            </p:cNvSpPr>
            <p:nvPr/>
          </p:nvSpPr>
          <p:spPr bwMode="auto">
            <a:xfrm>
              <a:off x="2163" y="681"/>
              <a:ext cx="593" cy="376"/>
            </a:xfrm>
            <a:custGeom>
              <a:avLst/>
              <a:gdLst>
                <a:gd name="T0" fmla="*/ 398 w 1176"/>
                <a:gd name="T1" fmla="*/ 364 h 744"/>
                <a:gd name="T2" fmla="*/ 191 w 1176"/>
                <a:gd name="T3" fmla="*/ 376 h 744"/>
                <a:gd name="T4" fmla="*/ 174 w 1176"/>
                <a:gd name="T5" fmla="*/ 238 h 744"/>
                <a:gd name="T6" fmla="*/ 153 w 1176"/>
                <a:gd name="T7" fmla="*/ 182 h 744"/>
                <a:gd name="T8" fmla="*/ 0 w 1176"/>
                <a:gd name="T9" fmla="*/ 126 h 744"/>
                <a:gd name="T10" fmla="*/ 8 w 1176"/>
                <a:gd name="T11" fmla="*/ 77 h 744"/>
                <a:gd name="T12" fmla="*/ 107 w 1176"/>
                <a:gd name="T13" fmla="*/ 24 h 744"/>
                <a:gd name="T14" fmla="*/ 203 w 1176"/>
                <a:gd name="T15" fmla="*/ 3 h 744"/>
                <a:gd name="T16" fmla="*/ 330 w 1176"/>
                <a:gd name="T17" fmla="*/ 0 h 744"/>
                <a:gd name="T18" fmla="*/ 440 w 1176"/>
                <a:gd name="T19" fmla="*/ 11 h 744"/>
                <a:gd name="T20" fmla="*/ 532 w 1176"/>
                <a:gd name="T21" fmla="*/ 52 h 744"/>
                <a:gd name="T22" fmla="*/ 593 w 1176"/>
                <a:gd name="T23" fmla="*/ 118 h 744"/>
                <a:gd name="T24" fmla="*/ 431 w 1176"/>
                <a:gd name="T25" fmla="*/ 182 h 744"/>
                <a:gd name="T26" fmla="*/ 401 w 1176"/>
                <a:gd name="T27" fmla="*/ 244 h 744"/>
                <a:gd name="T28" fmla="*/ 398 w 1176"/>
                <a:gd name="T29" fmla="*/ 364 h 74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176" h="744">
                  <a:moveTo>
                    <a:pt x="789" y="720"/>
                  </a:moveTo>
                  <a:lnTo>
                    <a:pt x="378" y="744"/>
                  </a:lnTo>
                  <a:lnTo>
                    <a:pt x="345" y="471"/>
                  </a:lnTo>
                  <a:lnTo>
                    <a:pt x="303" y="360"/>
                  </a:lnTo>
                  <a:lnTo>
                    <a:pt x="0" y="249"/>
                  </a:lnTo>
                  <a:lnTo>
                    <a:pt x="15" y="153"/>
                  </a:lnTo>
                  <a:lnTo>
                    <a:pt x="213" y="48"/>
                  </a:lnTo>
                  <a:lnTo>
                    <a:pt x="402" y="6"/>
                  </a:lnTo>
                  <a:lnTo>
                    <a:pt x="654" y="0"/>
                  </a:lnTo>
                  <a:lnTo>
                    <a:pt x="873" y="21"/>
                  </a:lnTo>
                  <a:lnTo>
                    <a:pt x="1056" y="102"/>
                  </a:lnTo>
                  <a:lnTo>
                    <a:pt x="1176" y="234"/>
                  </a:lnTo>
                  <a:lnTo>
                    <a:pt x="855" y="360"/>
                  </a:lnTo>
                  <a:lnTo>
                    <a:pt x="795" y="483"/>
                  </a:lnTo>
                  <a:lnTo>
                    <a:pt x="789" y="720"/>
                  </a:lnTo>
                  <a:close/>
                </a:path>
              </a:pathLst>
            </a:custGeom>
            <a:solidFill>
              <a:srgbClr val="FFFFFF"/>
            </a:solidFill>
            <a:ln w="12700" cap="flat"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pPr>
                <a:buClr>
                  <a:srgbClr val="FFFFFF"/>
                </a:buClr>
                <a:defRPr/>
              </a:pPr>
              <a:endParaRPr lang="en-US" sz="2400" kern="0"/>
            </a:p>
          </p:txBody>
        </p:sp>
        <p:sp>
          <p:nvSpPr>
            <p:cNvPr id="138" name="Oval 64"/>
            <p:cNvSpPr>
              <a:spLocks noChangeArrowheads="1"/>
            </p:cNvSpPr>
            <p:nvPr/>
          </p:nvSpPr>
          <p:spPr bwMode="auto">
            <a:xfrm>
              <a:off x="2336" y="478"/>
              <a:ext cx="221" cy="242"/>
            </a:xfrm>
            <a:prstGeom prst="ellipse">
              <a:avLst/>
            </a:prstGeom>
            <a:solidFill>
              <a:srgbClr val="DADAB3"/>
            </a:solidFill>
            <a:ln w="12700" algn="ctr">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pPr>
                <a:buClr>
                  <a:srgbClr val="FFFFFF"/>
                </a:buClr>
                <a:defRPr/>
              </a:pPr>
              <a:endParaRPr lang="en-US" sz="2400" kern="0"/>
            </a:p>
          </p:txBody>
        </p:sp>
        <p:sp>
          <p:nvSpPr>
            <p:cNvPr id="139" name="Rectangle 65"/>
            <p:cNvSpPr>
              <a:spLocks noChangeArrowheads="1"/>
            </p:cNvSpPr>
            <p:nvPr/>
          </p:nvSpPr>
          <p:spPr bwMode="auto">
            <a:xfrm>
              <a:off x="2355" y="1031"/>
              <a:ext cx="206" cy="188"/>
            </a:xfrm>
            <a:prstGeom prst="rect">
              <a:avLst/>
            </a:prstGeom>
            <a:solidFill>
              <a:srgbClr val="009900"/>
            </a:solidFill>
            <a:ln w="12700"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pPr>
                <a:buClr>
                  <a:srgbClr val="FFFFFF"/>
                </a:buClr>
                <a:defRPr/>
              </a:pPr>
              <a:endParaRPr lang="en-US" sz="2400" kern="0"/>
            </a:p>
          </p:txBody>
        </p:sp>
        <p:sp>
          <p:nvSpPr>
            <p:cNvPr id="140" name="Freeform 66"/>
            <p:cNvSpPr>
              <a:spLocks/>
            </p:cNvSpPr>
            <p:nvPr/>
          </p:nvSpPr>
          <p:spPr bwMode="auto">
            <a:xfrm>
              <a:off x="2327" y="681"/>
              <a:ext cx="240" cy="470"/>
            </a:xfrm>
            <a:custGeom>
              <a:avLst/>
              <a:gdLst>
                <a:gd name="T0" fmla="*/ 32 w 476"/>
                <a:gd name="T1" fmla="*/ 470 h 988"/>
                <a:gd name="T2" fmla="*/ 26 w 476"/>
                <a:gd name="T3" fmla="*/ 232 h 988"/>
                <a:gd name="T4" fmla="*/ 14 w 476"/>
                <a:gd name="T5" fmla="*/ 213 h 988"/>
                <a:gd name="T6" fmla="*/ 0 w 476"/>
                <a:gd name="T7" fmla="*/ 99 h 988"/>
                <a:gd name="T8" fmla="*/ 10 w 476"/>
                <a:gd name="T9" fmla="*/ 4 h 988"/>
                <a:gd name="T10" fmla="*/ 34 w 476"/>
                <a:gd name="T11" fmla="*/ 4 h 988"/>
                <a:gd name="T12" fmla="*/ 36 w 476"/>
                <a:gd name="T13" fmla="*/ 122 h 988"/>
                <a:gd name="T14" fmla="*/ 198 w 476"/>
                <a:gd name="T15" fmla="*/ 118 h 988"/>
                <a:gd name="T16" fmla="*/ 198 w 476"/>
                <a:gd name="T17" fmla="*/ 6 h 988"/>
                <a:gd name="T18" fmla="*/ 222 w 476"/>
                <a:gd name="T19" fmla="*/ 0 h 988"/>
                <a:gd name="T20" fmla="*/ 234 w 476"/>
                <a:gd name="T21" fmla="*/ 88 h 988"/>
                <a:gd name="T22" fmla="*/ 234 w 476"/>
                <a:gd name="T23" fmla="*/ 192 h 988"/>
                <a:gd name="T24" fmla="*/ 222 w 476"/>
                <a:gd name="T25" fmla="*/ 219 h 988"/>
                <a:gd name="T26" fmla="*/ 240 w 476"/>
                <a:gd name="T27" fmla="*/ 466 h 988"/>
                <a:gd name="T28" fmla="*/ 32 w 476"/>
                <a:gd name="T29" fmla="*/ 470 h 98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476" h="988">
                  <a:moveTo>
                    <a:pt x="64" y="988"/>
                  </a:moveTo>
                  <a:lnTo>
                    <a:pt x="52" y="488"/>
                  </a:lnTo>
                  <a:lnTo>
                    <a:pt x="28" y="448"/>
                  </a:lnTo>
                  <a:lnTo>
                    <a:pt x="0" y="208"/>
                  </a:lnTo>
                  <a:lnTo>
                    <a:pt x="20" y="8"/>
                  </a:lnTo>
                  <a:lnTo>
                    <a:pt x="68" y="8"/>
                  </a:lnTo>
                  <a:lnTo>
                    <a:pt x="72" y="256"/>
                  </a:lnTo>
                  <a:lnTo>
                    <a:pt x="392" y="248"/>
                  </a:lnTo>
                  <a:lnTo>
                    <a:pt x="392" y="12"/>
                  </a:lnTo>
                  <a:lnTo>
                    <a:pt x="440" y="0"/>
                  </a:lnTo>
                  <a:lnTo>
                    <a:pt x="464" y="184"/>
                  </a:lnTo>
                  <a:lnTo>
                    <a:pt x="464" y="404"/>
                  </a:lnTo>
                  <a:lnTo>
                    <a:pt x="440" y="460"/>
                  </a:lnTo>
                  <a:lnTo>
                    <a:pt x="476" y="980"/>
                  </a:lnTo>
                  <a:lnTo>
                    <a:pt x="64" y="988"/>
                  </a:lnTo>
                  <a:close/>
                </a:path>
              </a:pathLst>
            </a:custGeom>
            <a:solidFill>
              <a:srgbClr val="000000"/>
            </a:solidFill>
            <a:ln w="12700" cap="flat"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pPr>
                <a:buClr>
                  <a:srgbClr val="FFFFFF"/>
                </a:buClr>
                <a:defRPr/>
              </a:pPr>
              <a:endParaRPr lang="en-US" sz="2400" kern="0"/>
            </a:p>
          </p:txBody>
        </p:sp>
        <p:sp>
          <p:nvSpPr>
            <p:cNvPr id="141" name="Line 67"/>
            <p:cNvSpPr>
              <a:spLocks noChangeShapeType="1"/>
            </p:cNvSpPr>
            <p:nvPr/>
          </p:nvSpPr>
          <p:spPr bwMode="auto">
            <a:xfrm flipV="1">
              <a:off x="2458" y="1082"/>
              <a:ext cx="0" cy="137"/>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pPr>
                <a:buClr>
                  <a:srgbClr val="FFFFFF"/>
                </a:buClr>
                <a:defRPr/>
              </a:pPr>
              <a:endParaRPr lang="en-US" sz="2400" kern="0"/>
            </a:p>
          </p:txBody>
        </p:sp>
        <p:sp>
          <p:nvSpPr>
            <p:cNvPr id="142" name="Freeform 68"/>
            <p:cNvSpPr>
              <a:spLocks/>
            </p:cNvSpPr>
            <p:nvPr/>
          </p:nvSpPr>
          <p:spPr bwMode="auto">
            <a:xfrm>
              <a:off x="2137" y="486"/>
              <a:ext cx="19" cy="20"/>
            </a:xfrm>
            <a:custGeom>
              <a:avLst/>
              <a:gdLst>
                <a:gd name="T0" fmla="*/ 17 w 76"/>
                <a:gd name="T1" fmla="*/ 17 h 75"/>
                <a:gd name="T2" fmla="*/ 19 w 76"/>
                <a:gd name="T3" fmla="*/ 13 h 75"/>
                <a:gd name="T4" fmla="*/ 19 w 76"/>
                <a:gd name="T5" fmla="*/ 10 h 75"/>
                <a:gd name="T6" fmla="*/ 18 w 76"/>
                <a:gd name="T7" fmla="*/ 6 h 75"/>
                <a:gd name="T8" fmla="*/ 16 w 76"/>
                <a:gd name="T9" fmla="*/ 3 h 75"/>
                <a:gd name="T10" fmla="*/ 15 w 76"/>
                <a:gd name="T11" fmla="*/ 2 h 75"/>
                <a:gd name="T12" fmla="*/ 13 w 76"/>
                <a:gd name="T13" fmla="*/ 1 h 75"/>
                <a:gd name="T14" fmla="*/ 11 w 76"/>
                <a:gd name="T15" fmla="*/ 0 h 75"/>
                <a:gd name="T16" fmla="*/ 10 w 76"/>
                <a:gd name="T17" fmla="*/ 0 h 75"/>
                <a:gd name="T18" fmla="*/ 7 w 76"/>
                <a:gd name="T19" fmla="*/ 0 h 75"/>
                <a:gd name="T20" fmla="*/ 6 w 76"/>
                <a:gd name="T21" fmla="*/ 1 h 75"/>
                <a:gd name="T22" fmla="*/ 4 w 76"/>
                <a:gd name="T23" fmla="*/ 2 h 75"/>
                <a:gd name="T24" fmla="*/ 3 w 76"/>
                <a:gd name="T25" fmla="*/ 3 h 75"/>
                <a:gd name="T26" fmla="*/ 1 w 76"/>
                <a:gd name="T27" fmla="*/ 6 h 75"/>
                <a:gd name="T28" fmla="*/ 0 w 76"/>
                <a:gd name="T29" fmla="*/ 10 h 75"/>
                <a:gd name="T30" fmla="*/ 1 w 76"/>
                <a:gd name="T31" fmla="*/ 14 h 75"/>
                <a:gd name="T32" fmla="*/ 3 w 76"/>
                <a:gd name="T33" fmla="*/ 17 h 75"/>
                <a:gd name="T34" fmla="*/ 5 w 76"/>
                <a:gd name="T35" fmla="*/ 18 h 75"/>
                <a:gd name="T36" fmla="*/ 7 w 76"/>
                <a:gd name="T37" fmla="*/ 19 h 75"/>
                <a:gd name="T38" fmla="*/ 8 w 76"/>
                <a:gd name="T39" fmla="*/ 20 h 75"/>
                <a:gd name="T40" fmla="*/ 10 w 76"/>
                <a:gd name="T41" fmla="*/ 20 h 75"/>
                <a:gd name="T42" fmla="*/ 12 w 76"/>
                <a:gd name="T43" fmla="*/ 20 h 75"/>
                <a:gd name="T44" fmla="*/ 13 w 76"/>
                <a:gd name="T45" fmla="*/ 19 h 75"/>
                <a:gd name="T46" fmla="*/ 15 w 76"/>
                <a:gd name="T47" fmla="*/ 18 h 75"/>
                <a:gd name="T48" fmla="*/ 17 w 76"/>
                <a:gd name="T49" fmla="*/ 17 h 7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76" h="75">
                  <a:moveTo>
                    <a:pt x="66" y="63"/>
                  </a:moveTo>
                  <a:lnTo>
                    <a:pt x="74" y="50"/>
                  </a:lnTo>
                  <a:lnTo>
                    <a:pt x="76" y="36"/>
                  </a:lnTo>
                  <a:lnTo>
                    <a:pt x="72" y="21"/>
                  </a:lnTo>
                  <a:lnTo>
                    <a:pt x="63" y="10"/>
                  </a:lnTo>
                  <a:lnTo>
                    <a:pt x="58" y="6"/>
                  </a:lnTo>
                  <a:lnTo>
                    <a:pt x="51" y="3"/>
                  </a:lnTo>
                  <a:lnTo>
                    <a:pt x="45" y="0"/>
                  </a:lnTo>
                  <a:lnTo>
                    <a:pt x="38" y="0"/>
                  </a:lnTo>
                  <a:lnTo>
                    <a:pt x="29" y="1"/>
                  </a:lnTo>
                  <a:lnTo>
                    <a:pt x="23" y="3"/>
                  </a:lnTo>
                  <a:lnTo>
                    <a:pt x="16" y="7"/>
                  </a:lnTo>
                  <a:lnTo>
                    <a:pt x="10" y="11"/>
                  </a:lnTo>
                  <a:lnTo>
                    <a:pt x="3" y="24"/>
                  </a:lnTo>
                  <a:lnTo>
                    <a:pt x="0" y="39"/>
                  </a:lnTo>
                  <a:lnTo>
                    <a:pt x="4" y="53"/>
                  </a:lnTo>
                  <a:lnTo>
                    <a:pt x="13" y="65"/>
                  </a:lnTo>
                  <a:lnTo>
                    <a:pt x="19" y="69"/>
                  </a:lnTo>
                  <a:lnTo>
                    <a:pt x="26" y="73"/>
                  </a:lnTo>
                  <a:lnTo>
                    <a:pt x="32" y="75"/>
                  </a:lnTo>
                  <a:lnTo>
                    <a:pt x="40" y="75"/>
                  </a:lnTo>
                  <a:lnTo>
                    <a:pt x="48" y="75"/>
                  </a:lnTo>
                  <a:lnTo>
                    <a:pt x="53" y="72"/>
                  </a:lnTo>
                  <a:lnTo>
                    <a:pt x="61" y="69"/>
                  </a:lnTo>
                  <a:lnTo>
                    <a:pt x="66"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buClr>
                  <a:srgbClr val="FFFFFF"/>
                </a:buClr>
                <a:defRPr/>
              </a:pPr>
              <a:endParaRPr lang="en-US" sz="2400" kern="0"/>
            </a:p>
          </p:txBody>
        </p:sp>
        <p:sp>
          <p:nvSpPr>
            <p:cNvPr id="143" name="Freeform 69"/>
            <p:cNvSpPr>
              <a:spLocks/>
            </p:cNvSpPr>
            <p:nvPr/>
          </p:nvSpPr>
          <p:spPr bwMode="auto">
            <a:xfrm>
              <a:off x="2137" y="452"/>
              <a:ext cx="19" cy="18"/>
            </a:xfrm>
            <a:custGeom>
              <a:avLst/>
              <a:gdLst>
                <a:gd name="T0" fmla="*/ 17 w 76"/>
                <a:gd name="T1" fmla="*/ 15 h 75"/>
                <a:gd name="T2" fmla="*/ 19 w 76"/>
                <a:gd name="T3" fmla="*/ 12 h 75"/>
                <a:gd name="T4" fmla="*/ 19 w 76"/>
                <a:gd name="T5" fmla="*/ 9 h 75"/>
                <a:gd name="T6" fmla="*/ 18 w 76"/>
                <a:gd name="T7" fmla="*/ 6 h 75"/>
                <a:gd name="T8" fmla="*/ 16 w 76"/>
                <a:gd name="T9" fmla="*/ 2 h 75"/>
                <a:gd name="T10" fmla="*/ 15 w 76"/>
                <a:gd name="T11" fmla="*/ 1 h 75"/>
                <a:gd name="T12" fmla="*/ 13 w 76"/>
                <a:gd name="T13" fmla="*/ 1 h 75"/>
                <a:gd name="T14" fmla="*/ 11 w 76"/>
                <a:gd name="T15" fmla="*/ 0 h 75"/>
                <a:gd name="T16" fmla="*/ 10 w 76"/>
                <a:gd name="T17" fmla="*/ 0 h 75"/>
                <a:gd name="T18" fmla="*/ 7 w 76"/>
                <a:gd name="T19" fmla="*/ 0 h 75"/>
                <a:gd name="T20" fmla="*/ 6 w 76"/>
                <a:gd name="T21" fmla="*/ 1 h 75"/>
                <a:gd name="T22" fmla="*/ 4 w 76"/>
                <a:gd name="T23" fmla="*/ 2 h 75"/>
                <a:gd name="T24" fmla="*/ 3 w 76"/>
                <a:gd name="T25" fmla="*/ 3 h 75"/>
                <a:gd name="T26" fmla="*/ 1 w 76"/>
                <a:gd name="T27" fmla="*/ 6 h 75"/>
                <a:gd name="T28" fmla="*/ 0 w 76"/>
                <a:gd name="T29" fmla="*/ 9 h 75"/>
                <a:gd name="T30" fmla="*/ 1 w 76"/>
                <a:gd name="T31" fmla="*/ 13 h 75"/>
                <a:gd name="T32" fmla="*/ 3 w 76"/>
                <a:gd name="T33" fmla="*/ 16 h 75"/>
                <a:gd name="T34" fmla="*/ 5 w 76"/>
                <a:gd name="T35" fmla="*/ 17 h 75"/>
                <a:gd name="T36" fmla="*/ 7 w 76"/>
                <a:gd name="T37" fmla="*/ 18 h 75"/>
                <a:gd name="T38" fmla="*/ 8 w 76"/>
                <a:gd name="T39" fmla="*/ 18 h 75"/>
                <a:gd name="T40" fmla="*/ 10 w 76"/>
                <a:gd name="T41" fmla="*/ 18 h 75"/>
                <a:gd name="T42" fmla="*/ 12 w 76"/>
                <a:gd name="T43" fmla="*/ 18 h 75"/>
                <a:gd name="T44" fmla="*/ 13 w 76"/>
                <a:gd name="T45" fmla="*/ 17 h 75"/>
                <a:gd name="T46" fmla="*/ 15 w 76"/>
                <a:gd name="T47" fmla="*/ 17 h 75"/>
                <a:gd name="T48" fmla="*/ 17 w 76"/>
                <a:gd name="T49" fmla="*/ 15 h 7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76" h="75">
                  <a:moveTo>
                    <a:pt x="66" y="63"/>
                  </a:moveTo>
                  <a:lnTo>
                    <a:pt x="74" y="50"/>
                  </a:lnTo>
                  <a:lnTo>
                    <a:pt x="76" y="36"/>
                  </a:lnTo>
                  <a:lnTo>
                    <a:pt x="72" y="23"/>
                  </a:lnTo>
                  <a:lnTo>
                    <a:pt x="63" y="10"/>
                  </a:lnTo>
                  <a:lnTo>
                    <a:pt x="58" y="6"/>
                  </a:lnTo>
                  <a:lnTo>
                    <a:pt x="51" y="3"/>
                  </a:lnTo>
                  <a:lnTo>
                    <a:pt x="45" y="0"/>
                  </a:lnTo>
                  <a:lnTo>
                    <a:pt x="38" y="0"/>
                  </a:lnTo>
                  <a:lnTo>
                    <a:pt x="29" y="1"/>
                  </a:lnTo>
                  <a:lnTo>
                    <a:pt x="23" y="3"/>
                  </a:lnTo>
                  <a:lnTo>
                    <a:pt x="16" y="7"/>
                  </a:lnTo>
                  <a:lnTo>
                    <a:pt x="10" y="11"/>
                  </a:lnTo>
                  <a:lnTo>
                    <a:pt x="3" y="24"/>
                  </a:lnTo>
                  <a:lnTo>
                    <a:pt x="0" y="39"/>
                  </a:lnTo>
                  <a:lnTo>
                    <a:pt x="4" y="53"/>
                  </a:lnTo>
                  <a:lnTo>
                    <a:pt x="13" y="65"/>
                  </a:lnTo>
                  <a:lnTo>
                    <a:pt x="19" y="69"/>
                  </a:lnTo>
                  <a:lnTo>
                    <a:pt x="26" y="73"/>
                  </a:lnTo>
                  <a:lnTo>
                    <a:pt x="32" y="75"/>
                  </a:lnTo>
                  <a:lnTo>
                    <a:pt x="40" y="75"/>
                  </a:lnTo>
                  <a:lnTo>
                    <a:pt x="48" y="75"/>
                  </a:lnTo>
                  <a:lnTo>
                    <a:pt x="53" y="72"/>
                  </a:lnTo>
                  <a:lnTo>
                    <a:pt x="61" y="69"/>
                  </a:lnTo>
                  <a:lnTo>
                    <a:pt x="66"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buClr>
                  <a:srgbClr val="FFFFFF"/>
                </a:buClr>
                <a:defRPr/>
              </a:pPr>
              <a:endParaRPr lang="en-US" sz="2400" kern="0"/>
            </a:p>
          </p:txBody>
        </p:sp>
        <p:sp>
          <p:nvSpPr>
            <p:cNvPr id="144" name="Freeform 70"/>
            <p:cNvSpPr>
              <a:spLocks/>
            </p:cNvSpPr>
            <p:nvPr/>
          </p:nvSpPr>
          <p:spPr bwMode="auto">
            <a:xfrm>
              <a:off x="2293" y="450"/>
              <a:ext cx="303" cy="116"/>
            </a:xfrm>
            <a:custGeom>
              <a:avLst/>
              <a:gdLst>
                <a:gd name="T0" fmla="*/ 0 w 600"/>
                <a:gd name="T1" fmla="*/ 116 h 230"/>
                <a:gd name="T2" fmla="*/ 303 w 600"/>
                <a:gd name="T3" fmla="*/ 116 h 230"/>
                <a:gd name="T4" fmla="*/ 289 w 600"/>
                <a:gd name="T5" fmla="*/ 102 h 230"/>
                <a:gd name="T6" fmla="*/ 272 w 600"/>
                <a:gd name="T7" fmla="*/ 94 h 230"/>
                <a:gd name="T8" fmla="*/ 257 w 600"/>
                <a:gd name="T9" fmla="*/ 91 h 230"/>
                <a:gd name="T10" fmla="*/ 253 w 600"/>
                <a:gd name="T11" fmla="*/ 62 h 230"/>
                <a:gd name="T12" fmla="*/ 240 w 600"/>
                <a:gd name="T13" fmla="*/ 36 h 230"/>
                <a:gd name="T14" fmla="*/ 214 w 600"/>
                <a:gd name="T15" fmla="*/ 15 h 230"/>
                <a:gd name="T16" fmla="*/ 190 w 600"/>
                <a:gd name="T17" fmla="*/ 5 h 230"/>
                <a:gd name="T18" fmla="*/ 165 w 600"/>
                <a:gd name="T19" fmla="*/ 0 h 230"/>
                <a:gd name="T20" fmla="*/ 150 w 600"/>
                <a:gd name="T21" fmla="*/ 0 h 230"/>
                <a:gd name="T22" fmla="*/ 131 w 600"/>
                <a:gd name="T23" fmla="*/ 0 h 230"/>
                <a:gd name="T24" fmla="*/ 105 w 600"/>
                <a:gd name="T25" fmla="*/ 6 h 230"/>
                <a:gd name="T26" fmla="*/ 88 w 600"/>
                <a:gd name="T27" fmla="*/ 16 h 230"/>
                <a:gd name="T28" fmla="*/ 71 w 600"/>
                <a:gd name="T29" fmla="*/ 27 h 230"/>
                <a:gd name="T30" fmla="*/ 58 w 600"/>
                <a:gd name="T31" fmla="*/ 45 h 230"/>
                <a:gd name="T32" fmla="*/ 49 w 600"/>
                <a:gd name="T33" fmla="*/ 60 h 230"/>
                <a:gd name="T34" fmla="*/ 46 w 600"/>
                <a:gd name="T35" fmla="*/ 77 h 230"/>
                <a:gd name="T36" fmla="*/ 45 w 600"/>
                <a:gd name="T37" fmla="*/ 91 h 230"/>
                <a:gd name="T38" fmla="*/ 23 w 600"/>
                <a:gd name="T39" fmla="*/ 96 h 230"/>
                <a:gd name="T40" fmla="*/ 8 w 600"/>
                <a:gd name="T41" fmla="*/ 107 h 230"/>
                <a:gd name="T42" fmla="*/ 0 w 600"/>
                <a:gd name="T43" fmla="*/ 116 h 23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600" h="230">
                  <a:moveTo>
                    <a:pt x="0" y="230"/>
                  </a:moveTo>
                  <a:lnTo>
                    <a:pt x="600" y="230"/>
                  </a:lnTo>
                  <a:lnTo>
                    <a:pt x="572" y="202"/>
                  </a:lnTo>
                  <a:lnTo>
                    <a:pt x="538" y="186"/>
                  </a:lnTo>
                  <a:lnTo>
                    <a:pt x="508" y="180"/>
                  </a:lnTo>
                  <a:lnTo>
                    <a:pt x="500" y="122"/>
                  </a:lnTo>
                  <a:lnTo>
                    <a:pt x="476" y="72"/>
                  </a:lnTo>
                  <a:lnTo>
                    <a:pt x="424" y="30"/>
                  </a:lnTo>
                  <a:lnTo>
                    <a:pt x="376" y="10"/>
                  </a:lnTo>
                  <a:lnTo>
                    <a:pt x="326" y="0"/>
                  </a:lnTo>
                  <a:lnTo>
                    <a:pt x="298" y="0"/>
                  </a:lnTo>
                  <a:lnTo>
                    <a:pt x="260" y="0"/>
                  </a:lnTo>
                  <a:lnTo>
                    <a:pt x="208" y="12"/>
                  </a:lnTo>
                  <a:lnTo>
                    <a:pt x="174" y="32"/>
                  </a:lnTo>
                  <a:lnTo>
                    <a:pt x="140" y="54"/>
                  </a:lnTo>
                  <a:lnTo>
                    <a:pt x="114" y="90"/>
                  </a:lnTo>
                  <a:lnTo>
                    <a:pt x="98" y="118"/>
                  </a:lnTo>
                  <a:lnTo>
                    <a:pt x="92" y="152"/>
                  </a:lnTo>
                  <a:lnTo>
                    <a:pt x="90" y="180"/>
                  </a:lnTo>
                  <a:lnTo>
                    <a:pt x="46" y="190"/>
                  </a:lnTo>
                  <a:lnTo>
                    <a:pt x="16" y="212"/>
                  </a:lnTo>
                  <a:lnTo>
                    <a:pt x="0" y="230"/>
                  </a:lnTo>
                  <a:close/>
                </a:path>
              </a:pathLst>
            </a:custGeom>
            <a:solidFill>
              <a:srgbClr val="FFCC00"/>
            </a:solidFill>
            <a:ln w="12700" cap="flat"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pPr>
                <a:buClr>
                  <a:srgbClr val="FFFFFF"/>
                </a:buClr>
                <a:defRPr/>
              </a:pPr>
              <a:endParaRPr lang="en-US" sz="2400" kern="0"/>
            </a:p>
          </p:txBody>
        </p:sp>
        <p:sp>
          <p:nvSpPr>
            <p:cNvPr id="145" name="Freeform 71"/>
            <p:cNvSpPr>
              <a:spLocks/>
            </p:cNvSpPr>
            <p:nvPr/>
          </p:nvSpPr>
          <p:spPr bwMode="auto">
            <a:xfrm>
              <a:off x="2464" y="461"/>
              <a:ext cx="68" cy="84"/>
            </a:xfrm>
            <a:custGeom>
              <a:avLst/>
              <a:gdLst>
                <a:gd name="T0" fmla="*/ 5 w 347"/>
                <a:gd name="T1" fmla="*/ 0 h 433"/>
                <a:gd name="T2" fmla="*/ 5 w 347"/>
                <a:gd name="T3" fmla="*/ 0 h 433"/>
                <a:gd name="T4" fmla="*/ 3 w 347"/>
                <a:gd name="T5" fmla="*/ 0 h 433"/>
                <a:gd name="T6" fmla="*/ 2 w 347"/>
                <a:gd name="T7" fmla="*/ 1 h 433"/>
                <a:gd name="T8" fmla="*/ 1 w 347"/>
                <a:gd name="T9" fmla="*/ 1 h 433"/>
                <a:gd name="T10" fmla="*/ 0 w 347"/>
                <a:gd name="T11" fmla="*/ 3 h 433"/>
                <a:gd name="T12" fmla="*/ 0 w 347"/>
                <a:gd name="T13" fmla="*/ 4 h 433"/>
                <a:gd name="T14" fmla="*/ 0 w 347"/>
                <a:gd name="T15" fmla="*/ 6 h 433"/>
                <a:gd name="T16" fmla="*/ 1 w 347"/>
                <a:gd name="T17" fmla="*/ 7 h 433"/>
                <a:gd name="T18" fmla="*/ 3 w 347"/>
                <a:gd name="T19" fmla="*/ 8 h 433"/>
                <a:gd name="T20" fmla="*/ 3 w 347"/>
                <a:gd name="T21" fmla="*/ 8 h 433"/>
                <a:gd name="T22" fmla="*/ 4 w 347"/>
                <a:gd name="T23" fmla="*/ 8 h 433"/>
                <a:gd name="T24" fmla="*/ 6 w 347"/>
                <a:gd name="T25" fmla="*/ 9 h 433"/>
                <a:gd name="T26" fmla="*/ 8 w 347"/>
                <a:gd name="T27" fmla="*/ 10 h 433"/>
                <a:gd name="T28" fmla="*/ 12 w 347"/>
                <a:gd name="T29" fmla="*/ 11 h 433"/>
                <a:gd name="T30" fmla="*/ 15 w 347"/>
                <a:gd name="T31" fmla="*/ 13 h 433"/>
                <a:gd name="T32" fmla="*/ 20 w 347"/>
                <a:gd name="T33" fmla="*/ 16 h 433"/>
                <a:gd name="T34" fmla="*/ 24 w 347"/>
                <a:gd name="T35" fmla="*/ 19 h 433"/>
                <a:gd name="T36" fmla="*/ 29 w 347"/>
                <a:gd name="T37" fmla="*/ 22 h 433"/>
                <a:gd name="T38" fmla="*/ 34 w 347"/>
                <a:gd name="T39" fmla="*/ 27 h 433"/>
                <a:gd name="T40" fmla="*/ 39 w 347"/>
                <a:gd name="T41" fmla="*/ 32 h 433"/>
                <a:gd name="T42" fmla="*/ 44 w 347"/>
                <a:gd name="T43" fmla="*/ 38 h 433"/>
                <a:gd name="T44" fmla="*/ 48 w 347"/>
                <a:gd name="T45" fmla="*/ 44 h 433"/>
                <a:gd name="T46" fmla="*/ 52 w 347"/>
                <a:gd name="T47" fmla="*/ 52 h 433"/>
                <a:gd name="T48" fmla="*/ 56 w 347"/>
                <a:gd name="T49" fmla="*/ 61 h 433"/>
                <a:gd name="T50" fmla="*/ 58 w 347"/>
                <a:gd name="T51" fmla="*/ 70 h 433"/>
                <a:gd name="T52" fmla="*/ 60 w 347"/>
                <a:gd name="T53" fmla="*/ 81 h 433"/>
                <a:gd name="T54" fmla="*/ 61 w 347"/>
                <a:gd name="T55" fmla="*/ 82 h 433"/>
                <a:gd name="T56" fmla="*/ 62 w 347"/>
                <a:gd name="T57" fmla="*/ 83 h 433"/>
                <a:gd name="T58" fmla="*/ 63 w 347"/>
                <a:gd name="T59" fmla="*/ 84 h 433"/>
                <a:gd name="T60" fmla="*/ 65 w 347"/>
                <a:gd name="T61" fmla="*/ 84 h 433"/>
                <a:gd name="T62" fmla="*/ 66 w 347"/>
                <a:gd name="T63" fmla="*/ 83 h 433"/>
                <a:gd name="T64" fmla="*/ 67 w 347"/>
                <a:gd name="T65" fmla="*/ 82 h 433"/>
                <a:gd name="T66" fmla="*/ 68 w 347"/>
                <a:gd name="T67" fmla="*/ 81 h 433"/>
                <a:gd name="T68" fmla="*/ 68 w 347"/>
                <a:gd name="T69" fmla="*/ 79 h 433"/>
                <a:gd name="T70" fmla="*/ 66 w 347"/>
                <a:gd name="T71" fmla="*/ 68 h 433"/>
                <a:gd name="T72" fmla="*/ 63 w 347"/>
                <a:gd name="T73" fmla="*/ 58 h 433"/>
                <a:gd name="T74" fmla="*/ 59 w 347"/>
                <a:gd name="T75" fmla="*/ 48 h 433"/>
                <a:gd name="T76" fmla="*/ 55 w 347"/>
                <a:gd name="T77" fmla="*/ 40 h 433"/>
                <a:gd name="T78" fmla="*/ 50 w 347"/>
                <a:gd name="T79" fmla="*/ 32 h 433"/>
                <a:gd name="T80" fmla="*/ 44 w 347"/>
                <a:gd name="T81" fmla="*/ 26 h 433"/>
                <a:gd name="T82" fmla="*/ 39 w 347"/>
                <a:gd name="T83" fmla="*/ 20 h 433"/>
                <a:gd name="T84" fmla="*/ 34 w 347"/>
                <a:gd name="T85" fmla="*/ 16 h 433"/>
                <a:gd name="T86" fmla="*/ 28 w 347"/>
                <a:gd name="T87" fmla="*/ 12 h 433"/>
                <a:gd name="T88" fmla="*/ 23 w 347"/>
                <a:gd name="T89" fmla="*/ 8 h 433"/>
                <a:gd name="T90" fmla="*/ 18 w 347"/>
                <a:gd name="T91" fmla="*/ 6 h 433"/>
                <a:gd name="T92" fmla="*/ 14 w 347"/>
                <a:gd name="T93" fmla="*/ 3 h 433"/>
                <a:gd name="T94" fmla="*/ 10 w 347"/>
                <a:gd name="T95" fmla="*/ 2 h 433"/>
                <a:gd name="T96" fmla="*/ 7 w 347"/>
                <a:gd name="T97" fmla="*/ 1 h 433"/>
                <a:gd name="T98" fmla="*/ 6 w 347"/>
                <a:gd name="T99" fmla="*/ 0 h 433"/>
                <a:gd name="T100" fmla="*/ 5 w 347"/>
                <a:gd name="T101" fmla="*/ 0 h 433"/>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347" h="433">
                  <a:moveTo>
                    <a:pt x="24" y="0"/>
                  </a:moveTo>
                  <a:lnTo>
                    <a:pt x="24" y="0"/>
                  </a:lnTo>
                  <a:lnTo>
                    <a:pt x="16" y="0"/>
                  </a:lnTo>
                  <a:lnTo>
                    <a:pt x="8" y="3"/>
                  </a:lnTo>
                  <a:lnTo>
                    <a:pt x="3" y="7"/>
                  </a:lnTo>
                  <a:lnTo>
                    <a:pt x="0" y="14"/>
                  </a:lnTo>
                  <a:lnTo>
                    <a:pt x="0" y="23"/>
                  </a:lnTo>
                  <a:lnTo>
                    <a:pt x="1" y="30"/>
                  </a:lnTo>
                  <a:lnTo>
                    <a:pt x="7" y="36"/>
                  </a:lnTo>
                  <a:lnTo>
                    <a:pt x="14" y="40"/>
                  </a:lnTo>
                  <a:lnTo>
                    <a:pt x="18" y="42"/>
                  </a:lnTo>
                  <a:lnTo>
                    <a:pt x="29" y="45"/>
                  </a:lnTo>
                  <a:lnTo>
                    <a:pt x="42" y="51"/>
                  </a:lnTo>
                  <a:lnTo>
                    <a:pt x="59" y="58"/>
                  </a:lnTo>
                  <a:lnTo>
                    <a:pt x="79" y="68"/>
                  </a:lnTo>
                  <a:lnTo>
                    <a:pt x="101" y="81"/>
                  </a:lnTo>
                  <a:lnTo>
                    <a:pt x="125" y="97"/>
                  </a:lnTo>
                  <a:lnTo>
                    <a:pt x="150" y="115"/>
                  </a:lnTo>
                  <a:lnTo>
                    <a:pt x="174" y="138"/>
                  </a:lnTo>
                  <a:lnTo>
                    <a:pt x="200" y="164"/>
                  </a:lnTo>
                  <a:lnTo>
                    <a:pt x="223" y="195"/>
                  </a:lnTo>
                  <a:lnTo>
                    <a:pt x="246" y="229"/>
                  </a:lnTo>
                  <a:lnTo>
                    <a:pt x="266" y="268"/>
                  </a:lnTo>
                  <a:lnTo>
                    <a:pt x="284" y="313"/>
                  </a:lnTo>
                  <a:lnTo>
                    <a:pt x="296" y="360"/>
                  </a:lnTo>
                  <a:lnTo>
                    <a:pt x="307" y="415"/>
                  </a:lnTo>
                  <a:lnTo>
                    <a:pt x="309" y="422"/>
                  </a:lnTo>
                  <a:lnTo>
                    <a:pt x="314" y="428"/>
                  </a:lnTo>
                  <a:lnTo>
                    <a:pt x="321" y="433"/>
                  </a:lnTo>
                  <a:lnTo>
                    <a:pt x="330" y="433"/>
                  </a:lnTo>
                  <a:lnTo>
                    <a:pt x="337" y="430"/>
                  </a:lnTo>
                  <a:lnTo>
                    <a:pt x="343" y="425"/>
                  </a:lnTo>
                  <a:lnTo>
                    <a:pt x="347" y="418"/>
                  </a:lnTo>
                  <a:lnTo>
                    <a:pt x="347" y="409"/>
                  </a:lnTo>
                  <a:lnTo>
                    <a:pt x="337" y="350"/>
                  </a:lnTo>
                  <a:lnTo>
                    <a:pt x="321" y="297"/>
                  </a:lnTo>
                  <a:lnTo>
                    <a:pt x="302" y="248"/>
                  </a:lnTo>
                  <a:lnTo>
                    <a:pt x="279" y="206"/>
                  </a:lnTo>
                  <a:lnTo>
                    <a:pt x="255" y="167"/>
                  </a:lnTo>
                  <a:lnTo>
                    <a:pt x="227" y="134"/>
                  </a:lnTo>
                  <a:lnTo>
                    <a:pt x="199" y="105"/>
                  </a:lnTo>
                  <a:lnTo>
                    <a:pt x="171" y="81"/>
                  </a:lnTo>
                  <a:lnTo>
                    <a:pt x="144" y="61"/>
                  </a:lnTo>
                  <a:lnTo>
                    <a:pt x="116" y="43"/>
                  </a:lnTo>
                  <a:lnTo>
                    <a:pt x="92" y="29"/>
                  </a:lnTo>
                  <a:lnTo>
                    <a:pt x="70" y="17"/>
                  </a:lnTo>
                  <a:lnTo>
                    <a:pt x="52" y="10"/>
                  </a:lnTo>
                  <a:lnTo>
                    <a:pt x="37" y="4"/>
                  </a:lnTo>
                  <a:lnTo>
                    <a:pt x="29" y="2"/>
                  </a:lnTo>
                  <a:lnTo>
                    <a:pt x="2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buClr>
                  <a:srgbClr val="FFFFFF"/>
                </a:buClr>
                <a:defRPr/>
              </a:pPr>
              <a:endParaRPr lang="en-US" sz="2400" kern="0"/>
            </a:p>
          </p:txBody>
        </p:sp>
        <p:sp>
          <p:nvSpPr>
            <p:cNvPr id="146" name="Freeform 72"/>
            <p:cNvSpPr>
              <a:spLocks/>
            </p:cNvSpPr>
            <p:nvPr/>
          </p:nvSpPr>
          <p:spPr bwMode="auto">
            <a:xfrm>
              <a:off x="2351" y="461"/>
              <a:ext cx="69" cy="84"/>
            </a:xfrm>
            <a:custGeom>
              <a:avLst/>
              <a:gdLst>
                <a:gd name="T0" fmla="*/ 66 w 350"/>
                <a:gd name="T1" fmla="*/ 8 h 433"/>
                <a:gd name="T2" fmla="*/ 68 w 350"/>
                <a:gd name="T3" fmla="*/ 7 h 433"/>
                <a:gd name="T4" fmla="*/ 69 w 350"/>
                <a:gd name="T5" fmla="*/ 6 h 433"/>
                <a:gd name="T6" fmla="*/ 69 w 350"/>
                <a:gd name="T7" fmla="*/ 4 h 433"/>
                <a:gd name="T8" fmla="*/ 69 w 350"/>
                <a:gd name="T9" fmla="*/ 3 h 433"/>
                <a:gd name="T10" fmla="*/ 68 w 350"/>
                <a:gd name="T11" fmla="*/ 1 h 433"/>
                <a:gd name="T12" fmla="*/ 67 w 350"/>
                <a:gd name="T13" fmla="*/ 1 h 433"/>
                <a:gd name="T14" fmla="*/ 66 w 350"/>
                <a:gd name="T15" fmla="*/ 0 h 433"/>
                <a:gd name="T16" fmla="*/ 64 w 350"/>
                <a:gd name="T17" fmla="*/ 0 h 433"/>
                <a:gd name="T18" fmla="*/ 63 w 350"/>
                <a:gd name="T19" fmla="*/ 0 h 433"/>
                <a:gd name="T20" fmla="*/ 62 w 350"/>
                <a:gd name="T21" fmla="*/ 1 h 433"/>
                <a:gd name="T22" fmla="*/ 59 w 350"/>
                <a:gd name="T23" fmla="*/ 2 h 433"/>
                <a:gd name="T24" fmla="*/ 55 w 350"/>
                <a:gd name="T25" fmla="*/ 3 h 433"/>
                <a:gd name="T26" fmla="*/ 51 w 350"/>
                <a:gd name="T27" fmla="*/ 6 h 433"/>
                <a:gd name="T28" fmla="*/ 46 w 350"/>
                <a:gd name="T29" fmla="*/ 8 h 433"/>
                <a:gd name="T30" fmla="*/ 41 w 350"/>
                <a:gd name="T31" fmla="*/ 12 h 433"/>
                <a:gd name="T32" fmla="*/ 35 w 350"/>
                <a:gd name="T33" fmla="*/ 16 h 433"/>
                <a:gd name="T34" fmla="*/ 30 w 350"/>
                <a:gd name="T35" fmla="*/ 20 h 433"/>
                <a:gd name="T36" fmla="*/ 24 w 350"/>
                <a:gd name="T37" fmla="*/ 26 h 433"/>
                <a:gd name="T38" fmla="*/ 19 w 350"/>
                <a:gd name="T39" fmla="*/ 32 h 433"/>
                <a:gd name="T40" fmla="*/ 14 w 350"/>
                <a:gd name="T41" fmla="*/ 40 h 433"/>
                <a:gd name="T42" fmla="*/ 9 w 350"/>
                <a:gd name="T43" fmla="*/ 48 h 433"/>
                <a:gd name="T44" fmla="*/ 5 w 350"/>
                <a:gd name="T45" fmla="*/ 58 h 433"/>
                <a:gd name="T46" fmla="*/ 2 w 350"/>
                <a:gd name="T47" fmla="*/ 68 h 433"/>
                <a:gd name="T48" fmla="*/ 0 w 350"/>
                <a:gd name="T49" fmla="*/ 79 h 433"/>
                <a:gd name="T50" fmla="*/ 0 w 350"/>
                <a:gd name="T51" fmla="*/ 81 h 433"/>
                <a:gd name="T52" fmla="*/ 1 w 350"/>
                <a:gd name="T53" fmla="*/ 82 h 433"/>
                <a:gd name="T54" fmla="*/ 2 w 350"/>
                <a:gd name="T55" fmla="*/ 83 h 433"/>
                <a:gd name="T56" fmla="*/ 4 w 350"/>
                <a:gd name="T57" fmla="*/ 84 h 433"/>
                <a:gd name="T58" fmla="*/ 5 w 350"/>
                <a:gd name="T59" fmla="*/ 84 h 433"/>
                <a:gd name="T60" fmla="*/ 7 w 350"/>
                <a:gd name="T61" fmla="*/ 83 h 433"/>
                <a:gd name="T62" fmla="*/ 8 w 350"/>
                <a:gd name="T63" fmla="*/ 82 h 433"/>
                <a:gd name="T64" fmla="*/ 8 w 350"/>
                <a:gd name="T65" fmla="*/ 81 h 433"/>
                <a:gd name="T66" fmla="*/ 10 w 350"/>
                <a:gd name="T67" fmla="*/ 70 h 433"/>
                <a:gd name="T68" fmla="*/ 13 w 350"/>
                <a:gd name="T69" fmla="*/ 61 h 433"/>
                <a:gd name="T70" fmla="*/ 16 w 350"/>
                <a:gd name="T71" fmla="*/ 52 h 433"/>
                <a:gd name="T72" fmla="*/ 20 w 350"/>
                <a:gd name="T73" fmla="*/ 44 h 433"/>
                <a:gd name="T74" fmla="*/ 24 w 350"/>
                <a:gd name="T75" fmla="*/ 38 h 433"/>
                <a:gd name="T76" fmla="*/ 29 w 350"/>
                <a:gd name="T77" fmla="*/ 32 h 433"/>
                <a:gd name="T78" fmla="*/ 35 w 350"/>
                <a:gd name="T79" fmla="*/ 27 h 433"/>
                <a:gd name="T80" fmla="*/ 39 w 350"/>
                <a:gd name="T81" fmla="*/ 22 h 433"/>
                <a:gd name="T82" fmla="*/ 44 w 350"/>
                <a:gd name="T83" fmla="*/ 19 h 433"/>
                <a:gd name="T84" fmla="*/ 49 w 350"/>
                <a:gd name="T85" fmla="*/ 16 h 433"/>
                <a:gd name="T86" fmla="*/ 53 w 350"/>
                <a:gd name="T87" fmla="*/ 13 h 433"/>
                <a:gd name="T88" fmla="*/ 57 w 350"/>
                <a:gd name="T89" fmla="*/ 11 h 433"/>
                <a:gd name="T90" fmla="*/ 61 w 350"/>
                <a:gd name="T91" fmla="*/ 10 h 433"/>
                <a:gd name="T92" fmla="*/ 63 w 350"/>
                <a:gd name="T93" fmla="*/ 9 h 433"/>
                <a:gd name="T94" fmla="*/ 65 w 350"/>
                <a:gd name="T95" fmla="*/ 8 h 433"/>
                <a:gd name="T96" fmla="*/ 66 w 350"/>
                <a:gd name="T97" fmla="*/ 8 h 433"/>
                <a:gd name="T98" fmla="*/ 66 w 350"/>
                <a:gd name="T99" fmla="*/ 8 h 433"/>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350" h="433">
                  <a:moveTo>
                    <a:pt x="336" y="40"/>
                  </a:moveTo>
                  <a:lnTo>
                    <a:pt x="343" y="36"/>
                  </a:lnTo>
                  <a:lnTo>
                    <a:pt x="349" y="30"/>
                  </a:lnTo>
                  <a:lnTo>
                    <a:pt x="350" y="23"/>
                  </a:lnTo>
                  <a:lnTo>
                    <a:pt x="350" y="14"/>
                  </a:lnTo>
                  <a:lnTo>
                    <a:pt x="346" y="7"/>
                  </a:lnTo>
                  <a:lnTo>
                    <a:pt x="340" y="3"/>
                  </a:lnTo>
                  <a:lnTo>
                    <a:pt x="333" y="0"/>
                  </a:lnTo>
                  <a:lnTo>
                    <a:pt x="326" y="0"/>
                  </a:lnTo>
                  <a:lnTo>
                    <a:pt x="322" y="2"/>
                  </a:lnTo>
                  <a:lnTo>
                    <a:pt x="313" y="4"/>
                  </a:lnTo>
                  <a:lnTo>
                    <a:pt x="299" y="10"/>
                  </a:lnTo>
                  <a:lnTo>
                    <a:pt x="280" y="17"/>
                  </a:lnTo>
                  <a:lnTo>
                    <a:pt x="258" y="29"/>
                  </a:lnTo>
                  <a:lnTo>
                    <a:pt x="234" y="43"/>
                  </a:lnTo>
                  <a:lnTo>
                    <a:pt x="206" y="61"/>
                  </a:lnTo>
                  <a:lnTo>
                    <a:pt x="179" y="81"/>
                  </a:lnTo>
                  <a:lnTo>
                    <a:pt x="150" y="105"/>
                  </a:lnTo>
                  <a:lnTo>
                    <a:pt x="121" y="134"/>
                  </a:lnTo>
                  <a:lnTo>
                    <a:pt x="94" y="167"/>
                  </a:lnTo>
                  <a:lnTo>
                    <a:pt x="70" y="206"/>
                  </a:lnTo>
                  <a:lnTo>
                    <a:pt x="46" y="248"/>
                  </a:lnTo>
                  <a:lnTo>
                    <a:pt x="26" y="297"/>
                  </a:lnTo>
                  <a:lnTo>
                    <a:pt x="10" y="350"/>
                  </a:lnTo>
                  <a:lnTo>
                    <a:pt x="0" y="409"/>
                  </a:lnTo>
                  <a:lnTo>
                    <a:pt x="0" y="418"/>
                  </a:lnTo>
                  <a:lnTo>
                    <a:pt x="5" y="425"/>
                  </a:lnTo>
                  <a:lnTo>
                    <a:pt x="10" y="430"/>
                  </a:lnTo>
                  <a:lnTo>
                    <a:pt x="19" y="433"/>
                  </a:lnTo>
                  <a:lnTo>
                    <a:pt x="26" y="433"/>
                  </a:lnTo>
                  <a:lnTo>
                    <a:pt x="34" y="428"/>
                  </a:lnTo>
                  <a:lnTo>
                    <a:pt x="39" y="422"/>
                  </a:lnTo>
                  <a:lnTo>
                    <a:pt x="42" y="415"/>
                  </a:lnTo>
                  <a:lnTo>
                    <a:pt x="51" y="360"/>
                  </a:lnTo>
                  <a:lnTo>
                    <a:pt x="65" y="313"/>
                  </a:lnTo>
                  <a:lnTo>
                    <a:pt x="83" y="268"/>
                  </a:lnTo>
                  <a:lnTo>
                    <a:pt x="103" y="229"/>
                  </a:lnTo>
                  <a:lnTo>
                    <a:pt x="124" y="195"/>
                  </a:lnTo>
                  <a:lnTo>
                    <a:pt x="149" y="164"/>
                  </a:lnTo>
                  <a:lnTo>
                    <a:pt x="175" y="138"/>
                  </a:lnTo>
                  <a:lnTo>
                    <a:pt x="199" y="115"/>
                  </a:lnTo>
                  <a:lnTo>
                    <a:pt x="225" y="97"/>
                  </a:lnTo>
                  <a:lnTo>
                    <a:pt x="248" y="81"/>
                  </a:lnTo>
                  <a:lnTo>
                    <a:pt x="271" y="68"/>
                  </a:lnTo>
                  <a:lnTo>
                    <a:pt x="291" y="58"/>
                  </a:lnTo>
                  <a:lnTo>
                    <a:pt x="309" y="51"/>
                  </a:lnTo>
                  <a:lnTo>
                    <a:pt x="322" y="45"/>
                  </a:lnTo>
                  <a:lnTo>
                    <a:pt x="332" y="42"/>
                  </a:lnTo>
                  <a:lnTo>
                    <a:pt x="336"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buClr>
                  <a:srgbClr val="FFFFFF"/>
                </a:buClr>
                <a:defRPr/>
              </a:pPr>
              <a:endParaRPr lang="en-US" sz="2400" kern="0"/>
            </a:p>
          </p:txBody>
        </p:sp>
        <p:sp>
          <p:nvSpPr>
            <p:cNvPr id="147" name="Freeform 73"/>
            <p:cNvSpPr>
              <a:spLocks/>
            </p:cNvSpPr>
            <p:nvPr/>
          </p:nvSpPr>
          <p:spPr bwMode="auto">
            <a:xfrm>
              <a:off x="2406" y="461"/>
              <a:ext cx="30" cy="83"/>
            </a:xfrm>
            <a:custGeom>
              <a:avLst/>
              <a:gdLst>
                <a:gd name="T0" fmla="*/ 29 w 148"/>
                <a:gd name="T1" fmla="*/ 1 h 420"/>
                <a:gd name="T2" fmla="*/ 28 w 148"/>
                <a:gd name="T3" fmla="*/ 0 h 420"/>
                <a:gd name="T4" fmla="*/ 26 w 148"/>
                <a:gd name="T5" fmla="*/ 0 h 420"/>
                <a:gd name="T6" fmla="*/ 25 w 148"/>
                <a:gd name="T7" fmla="*/ 0 h 420"/>
                <a:gd name="T8" fmla="*/ 23 w 148"/>
                <a:gd name="T9" fmla="*/ 1 h 420"/>
                <a:gd name="T10" fmla="*/ 21 w 148"/>
                <a:gd name="T11" fmla="*/ 2 h 420"/>
                <a:gd name="T12" fmla="*/ 19 w 148"/>
                <a:gd name="T13" fmla="*/ 6 h 420"/>
                <a:gd name="T14" fmla="*/ 15 w 148"/>
                <a:gd name="T15" fmla="*/ 12 h 420"/>
                <a:gd name="T16" fmla="*/ 10 w 148"/>
                <a:gd name="T17" fmla="*/ 20 h 420"/>
                <a:gd name="T18" fmla="*/ 6 w 148"/>
                <a:gd name="T19" fmla="*/ 31 h 420"/>
                <a:gd name="T20" fmla="*/ 2 w 148"/>
                <a:gd name="T21" fmla="*/ 44 h 420"/>
                <a:gd name="T22" fmla="*/ 0 w 148"/>
                <a:gd name="T23" fmla="*/ 60 h 420"/>
                <a:gd name="T24" fmla="*/ 0 w 148"/>
                <a:gd name="T25" fmla="*/ 79 h 420"/>
                <a:gd name="T26" fmla="*/ 0 w 148"/>
                <a:gd name="T27" fmla="*/ 79 h 420"/>
                <a:gd name="T28" fmla="*/ 0 w 148"/>
                <a:gd name="T29" fmla="*/ 81 h 420"/>
                <a:gd name="T30" fmla="*/ 1 w 148"/>
                <a:gd name="T31" fmla="*/ 82 h 420"/>
                <a:gd name="T32" fmla="*/ 3 w 148"/>
                <a:gd name="T33" fmla="*/ 83 h 420"/>
                <a:gd name="T34" fmla="*/ 4 w 148"/>
                <a:gd name="T35" fmla="*/ 83 h 420"/>
                <a:gd name="T36" fmla="*/ 6 w 148"/>
                <a:gd name="T37" fmla="*/ 83 h 420"/>
                <a:gd name="T38" fmla="*/ 7 w 148"/>
                <a:gd name="T39" fmla="*/ 82 h 420"/>
                <a:gd name="T40" fmla="*/ 8 w 148"/>
                <a:gd name="T41" fmla="*/ 80 h 420"/>
                <a:gd name="T42" fmla="*/ 9 w 148"/>
                <a:gd name="T43" fmla="*/ 79 h 420"/>
                <a:gd name="T44" fmla="*/ 9 w 148"/>
                <a:gd name="T45" fmla="*/ 61 h 420"/>
                <a:gd name="T46" fmla="*/ 11 w 148"/>
                <a:gd name="T47" fmla="*/ 46 h 420"/>
                <a:gd name="T48" fmla="*/ 14 w 148"/>
                <a:gd name="T49" fmla="*/ 34 h 420"/>
                <a:gd name="T50" fmla="*/ 18 w 148"/>
                <a:gd name="T51" fmla="*/ 24 h 420"/>
                <a:gd name="T52" fmla="*/ 21 w 148"/>
                <a:gd name="T53" fmla="*/ 16 h 420"/>
                <a:gd name="T54" fmla="*/ 25 w 148"/>
                <a:gd name="T55" fmla="*/ 11 h 420"/>
                <a:gd name="T56" fmla="*/ 28 w 148"/>
                <a:gd name="T57" fmla="*/ 8 h 420"/>
                <a:gd name="T58" fmla="*/ 29 w 148"/>
                <a:gd name="T59" fmla="*/ 7 h 420"/>
                <a:gd name="T60" fmla="*/ 29 w 148"/>
                <a:gd name="T61" fmla="*/ 7 h 420"/>
                <a:gd name="T62" fmla="*/ 29 w 148"/>
                <a:gd name="T63" fmla="*/ 6 h 420"/>
                <a:gd name="T64" fmla="*/ 30 w 148"/>
                <a:gd name="T65" fmla="*/ 4 h 420"/>
                <a:gd name="T66" fmla="*/ 30 w 148"/>
                <a:gd name="T67" fmla="*/ 2 h 420"/>
                <a:gd name="T68" fmla="*/ 29 w 148"/>
                <a:gd name="T69" fmla="*/ 1 h 420"/>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148" h="420">
                  <a:moveTo>
                    <a:pt x="142" y="7"/>
                  </a:moveTo>
                  <a:lnTo>
                    <a:pt x="137" y="2"/>
                  </a:lnTo>
                  <a:lnTo>
                    <a:pt x="128" y="0"/>
                  </a:lnTo>
                  <a:lnTo>
                    <a:pt x="121" y="1"/>
                  </a:lnTo>
                  <a:lnTo>
                    <a:pt x="114" y="5"/>
                  </a:lnTo>
                  <a:lnTo>
                    <a:pt x="106" y="12"/>
                  </a:lnTo>
                  <a:lnTo>
                    <a:pt x="92" y="30"/>
                  </a:lnTo>
                  <a:lnTo>
                    <a:pt x="72" y="59"/>
                  </a:lnTo>
                  <a:lnTo>
                    <a:pt x="50" y="100"/>
                  </a:lnTo>
                  <a:lnTo>
                    <a:pt x="29" y="155"/>
                  </a:lnTo>
                  <a:lnTo>
                    <a:pt x="11" y="223"/>
                  </a:lnTo>
                  <a:lnTo>
                    <a:pt x="1" y="305"/>
                  </a:lnTo>
                  <a:lnTo>
                    <a:pt x="0" y="402"/>
                  </a:lnTo>
                  <a:lnTo>
                    <a:pt x="1" y="410"/>
                  </a:lnTo>
                  <a:lnTo>
                    <a:pt x="7" y="416"/>
                  </a:lnTo>
                  <a:lnTo>
                    <a:pt x="13" y="420"/>
                  </a:lnTo>
                  <a:lnTo>
                    <a:pt x="21" y="420"/>
                  </a:lnTo>
                  <a:lnTo>
                    <a:pt x="30" y="419"/>
                  </a:lnTo>
                  <a:lnTo>
                    <a:pt x="36" y="413"/>
                  </a:lnTo>
                  <a:lnTo>
                    <a:pt x="40" y="407"/>
                  </a:lnTo>
                  <a:lnTo>
                    <a:pt x="42" y="399"/>
                  </a:lnTo>
                  <a:lnTo>
                    <a:pt x="43" y="309"/>
                  </a:lnTo>
                  <a:lnTo>
                    <a:pt x="52" y="234"/>
                  </a:lnTo>
                  <a:lnTo>
                    <a:pt x="67" y="171"/>
                  </a:lnTo>
                  <a:lnTo>
                    <a:pt x="88" y="121"/>
                  </a:lnTo>
                  <a:lnTo>
                    <a:pt x="106" y="83"/>
                  </a:lnTo>
                  <a:lnTo>
                    <a:pt x="124" y="56"/>
                  </a:lnTo>
                  <a:lnTo>
                    <a:pt x="137" y="41"/>
                  </a:lnTo>
                  <a:lnTo>
                    <a:pt x="141" y="36"/>
                  </a:lnTo>
                  <a:lnTo>
                    <a:pt x="145" y="28"/>
                  </a:lnTo>
                  <a:lnTo>
                    <a:pt x="148" y="21"/>
                  </a:lnTo>
                  <a:lnTo>
                    <a:pt x="147" y="12"/>
                  </a:lnTo>
                  <a:lnTo>
                    <a:pt x="142"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buClr>
                  <a:srgbClr val="FFFFFF"/>
                </a:buClr>
                <a:defRPr/>
              </a:pPr>
              <a:endParaRPr lang="en-US" sz="2400" kern="0"/>
            </a:p>
          </p:txBody>
        </p:sp>
        <p:sp>
          <p:nvSpPr>
            <p:cNvPr id="148" name="Freeform 74"/>
            <p:cNvSpPr>
              <a:spLocks/>
            </p:cNvSpPr>
            <p:nvPr/>
          </p:nvSpPr>
          <p:spPr bwMode="auto">
            <a:xfrm>
              <a:off x="2444" y="461"/>
              <a:ext cx="30" cy="84"/>
            </a:xfrm>
            <a:custGeom>
              <a:avLst/>
              <a:gdLst>
                <a:gd name="T0" fmla="*/ 7 w 152"/>
                <a:gd name="T1" fmla="*/ 1 h 427"/>
                <a:gd name="T2" fmla="*/ 5 w 152"/>
                <a:gd name="T3" fmla="*/ 0 h 427"/>
                <a:gd name="T4" fmla="*/ 4 w 152"/>
                <a:gd name="T5" fmla="*/ 0 h 427"/>
                <a:gd name="T6" fmla="*/ 2 w 152"/>
                <a:gd name="T7" fmla="*/ 0 h 427"/>
                <a:gd name="T8" fmla="*/ 1 w 152"/>
                <a:gd name="T9" fmla="*/ 1 h 427"/>
                <a:gd name="T10" fmla="*/ 0 w 152"/>
                <a:gd name="T11" fmla="*/ 3 h 427"/>
                <a:gd name="T12" fmla="*/ 0 w 152"/>
                <a:gd name="T13" fmla="*/ 4 h 427"/>
                <a:gd name="T14" fmla="*/ 0 w 152"/>
                <a:gd name="T15" fmla="*/ 6 h 427"/>
                <a:gd name="T16" fmla="*/ 2 w 152"/>
                <a:gd name="T17" fmla="*/ 7 h 427"/>
                <a:gd name="T18" fmla="*/ 2 w 152"/>
                <a:gd name="T19" fmla="*/ 7 h 427"/>
                <a:gd name="T20" fmla="*/ 3 w 152"/>
                <a:gd name="T21" fmla="*/ 8 h 427"/>
                <a:gd name="T22" fmla="*/ 6 w 152"/>
                <a:gd name="T23" fmla="*/ 12 h 427"/>
                <a:gd name="T24" fmla="*/ 10 w 152"/>
                <a:gd name="T25" fmla="*/ 17 h 427"/>
                <a:gd name="T26" fmla="*/ 14 w 152"/>
                <a:gd name="T27" fmla="*/ 25 h 427"/>
                <a:gd name="T28" fmla="*/ 18 w 152"/>
                <a:gd name="T29" fmla="*/ 35 h 427"/>
                <a:gd name="T30" fmla="*/ 21 w 152"/>
                <a:gd name="T31" fmla="*/ 47 h 427"/>
                <a:gd name="T32" fmla="*/ 22 w 152"/>
                <a:gd name="T33" fmla="*/ 62 h 427"/>
                <a:gd name="T34" fmla="*/ 21 w 152"/>
                <a:gd name="T35" fmla="*/ 79 h 427"/>
                <a:gd name="T36" fmla="*/ 21 w 152"/>
                <a:gd name="T37" fmla="*/ 81 h 427"/>
                <a:gd name="T38" fmla="*/ 22 w 152"/>
                <a:gd name="T39" fmla="*/ 82 h 427"/>
                <a:gd name="T40" fmla="*/ 23 w 152"/>
                <a:gd name="T41" fmla="*/ 83 h 427"/>
                <a:gd name="T42" fmla="*/ 24 w 152"/>
                <a:gd name="T43" fmla="*/ 84 h 427"/>
                <a:gd name="T44" fmla="*/ 26 w 152"/>
                <a:gd name="T45" fmla="*/ 84 h 427"/>
                <a:gd name="T46" fmla="*/ 27 w 152"/>
                <a:gd name="T47" fmla="*/ 83 h 427"/>
                <a:gd name="T48" fmla="*/ 28 w 152"/>
                <a:gd name="T49" fmla="*/ 82 h 427"/>
                <a:gd name="T50" fmla="*/ 29 w 152"/>
                <a:gd name="T51" fmla="*/ 80 h 427"/>
                <a:gd name="T52" fmla="*/ 30 w 152"/>
                <a:gd name="T53" fmla="*/ 61 h 427"/>
                <a:gd name="T54" fmla="*/ 28 w 152"/>
                <a:gd name="T55" fmla="*/ 45 h 427"/>
                <a:gd name="T56" fmla="*/ 25 w 152"/>
                <a:gd name="T57" fmla="*/ 31 h 427"/>
                <a:gd name="T58" fmla="*/ 21 w 152"/>
                <a:gd name="T59" fmla="*/ 20 h 427"/>
                <a:gd name="T60" fmla="*/ 16 w 152"/>
                <a:gd name="T61" fmla="*/ 12 h 427"/>
                <a:gd name="T62" fmla="*/ 12 w 152"/>
                <a:gd name="T63" fmla="*/ 6 h 427"/>
                <a:gd name="T64" fmla="*/ 8 w 152"/>
                <a:gd name="T65" fmla="*/ 2 h 427"/>
                <a:gd name="T66" fmla="*/ 7 w 152"/>
                <a:gd name="T67" fmla="*/ 1 h 42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152" h="427">
                  <a:moveTo>
                    <a:pt x="33" y="4"/>
                  </a:moveTo>
                  <a:lnTo>
                    <a:pt x="26" y="0"/>
                  </a:lnTo>
                  <a:lnTo>
                    <a:pt x="19" y="0"/>
                  </a:lnTo>
                  <a:lnTo>
                    <a:pt x="10" y="1"/>
                  </a:lnTo>
                  <a:lnTo>
                    <a:pt x="5" y="7"/>
                  </a:lnTo>
                  <a:lnTo>
                    <a:pt x="0" y="14"/>
                  </a:lnTo>
                  <a:lnTo>
                    <a:pt x="0" y="22"/>
                  </a:lnTo>
                  <a:lnTo>
                    <a:pt x="2" y="30"/>
                  </a:lnTo>
                  <a:lnTo>
                    <a:pt x="8" y="36"/>
                  </a:lnTo>
                  <a:lnTo>
                    <a:pt x="15" y="43"/>
                  </a:lnTo>
                  <a:lnTo>
                    <a:pt x="29" y="59"/>
                  </a:lnTo>
                  <a:lnTo>
                    <a:pt x="49" y="86"/>
                  </a:lnTo>
                  <a:lnTo>
                    <a:pt x="71" y="125"/>
                  </a:lnTo>
                  <a:lnTo>
                    <a:pt x="90" y="176"/>
                  </a:lnTo>
                  <a:lnTo>
                    <a:pt x="104" y="238"/>
                  </a:lnTo>
                  <a:lnTo>
                    <a:pt x="111" y="314"/>
                  </a:lnTo>
                  <a:lnTo>
                    <a:pt x="105" y="404"/>
                  </a:lnTo>
                  <a:lnTo>
                    <a:pt x="105" y="412"/>
                  </a:lnTo>
                  <a:lnTo>
                    <a:pt x="110" y="419"/>
                  </a:lnTo>
                  <a:lnTo>
                    <a:pt x="116" y="424"/>
                  </a:lnTo>
                  <a:lnTo>
                    <a:pt x="123" y="427"/>
                  </a:lnTo>
                  <a:lnTo>
                    <a:pt x="131" y="427"/>
                  </a:lnTo>
                  <a:lnTo>
                    <a:pt x="139" y="422"/>
                  </a:lnTo>
                  <a:lnTo>
                    <a:pt x="143" y="417"/>
                  </a:lnTo>
                  <a:lnTo>
                    <a:pt x="146" y="409"/>
                  </a:lnTo>
                  <a:lnTo>
                    <a:pt x="152" y="311"/>
                  </a:lnTo>
                  <a:lnTo>
                    <a:pt x="144" y="228"/>
                  </a:lnTo>
                  <a:lnTo>
                    <a:pt x="129" y="159"/>
                  </a:lnTo>
                  <a:lnTo>
                    <a:pt x="105" y="102"/>
                  </a:lnTo>
                  <a:lnTo>
                    <a:pt x="81" y="60"/>
                  </a:lnTo>
                  <a:lnTo>
                    <a:pt x="59" y="30"/>
                  </a:lnTo>
                  <a:lnTo>
                    <a:pt x="42" y="11"/>
                  </a:lnTo>
                  <a:lnTo>
                    <a:pt x="33"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buClr>
                  <a:srgbClr val="FFFFFF"/>
                </a:buClr>
                <a:defRPr/>
              </a:pPr>
              <a:endParaRPr lang="en-US" sz="2400" kern="0"/>
            </a:p>
          </p:txBody>
        </p:sp>
      </p:grpSp>
    </p:spTree>
    <p:extLst>
      <p:ext uri="{BB962C8B-B14F-4D97-AF65-F5344CB8AC3E}">
        <p14:creationId xmlns:p14="http://schemas.microsoft.com/office/powerpoint/2010/main" val="879739021"/>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|EOS~006|</a:t>
            </a:r>
            <a:endParaRPr lang="en-US" sz="100" dirty="0" err="1">
              <a:solidFill>
                <a:srgbClr val="FFFFFF"/>
              </a:solidFill>
              <a:latin typeface="Arial"/>
              <a:cs typeface="Calibri" pitchFamily="34" charset="0"/>
            </a:endParaRPr>
          </a:p>
        </p:txBody>
      </p:sp>
      <p:sp>
        <p:nvSpPr>
          <p:cNvPr id="8194" name="AutoShape 2"/>
          <p:cNvSpPr>
            <a:spLocks noChangeArrowheads="1"/>
          </p:cNvSpPr>
          <p:nvPr/>
        </p:nvSpPr>
        <p:spPr bwMode="auto">
          <a:xfrm>
            <a:off x="7177088" y="4448175"/>
            <a:ext cx="1190625" cy="1985963"/>
          </a:xfrm>
          <a:prstGeom prst="cube">
            <a:avLst>
              <a:gd name="adj" fmla="val 13315"/>
            </a:avLst>
          </a:prstGeom>
          <a:solidFill>
            <a:schemeClr val="hlink"/>
          </a:solidFill>
          <a:ln w="28575">
            <a:solidFill>
              <a:schemeClr val="bg1"/>
            </a:solidFill>
            <a:miter lim="800000"/>
            <a:headEnd/>
            <a:tailEnd/>
          </a:ln>
        </p:spPr>
        <p:txBody>
          <a:bodyPr lIns="0" tIns="0" rIns="0" bIns="0" anchor="ctr">
            <a:spAutoFit/>
          </a:bodyPr>
          <a:lstStyle/>
          <a:p>
            <a:endParaRPr lang="en-US"/>
          </a:p>
        </p:txBody>
      </p:sp>
      <p:sp>
        <p:nvSpPr>
          <p:cNvPr id="8195" name="AutoShape 3"/>
          <p:cNvSpPr>
            <a:spLocks noChangeArrowheads="1"/>
          </p:cNvSpPr>
          <p:nvPr/>
        </p:nvSpPr>
        <p:spPr bwMode="auto">
          <a:xfrm>
            <a:off x="6923088" y="706438"/>
            <a:ext cx="1774825" cy="1733550"/>
          </a:xfrm>
          <a:prstGeom prst="cube">
            <a:avLst>
              <a:gd name="adj" fmla="val 10472"/>
            </a:avLst>
          </a:prstGeom>
          <a:solidFill>
            <a:srgbClr val="F0F057"/>
          </a:solidFill>
          <a:ln w="28575">
            <a:solidFill>
              <a:schemeClr val="bg1"/>
            </a:solidFill>
            <a:miter lim="800000"/>
            <a:headEnd/>
            <a:tailEnd/>
          </a:ln>
        </p:spPr>
        <p:txBody>
          <a:bodyPr lIns="0" tIns="0" rIns="0" bIns="0" anchor="ctr">
            <a:spAutoFit/>
          </a:bodyPr>
          <a:lstStyle/>
          <a:p>
            <a:endParaRPr lang="en-US"/>
          </a:p>
        </p:txBody>
      </p:sp>
      <p:sp>
        <p:nvSpPr>
          <p:cNvPr id="8196" name="Rectangle 4"/>
          <p:cNvSpPr>
            <a:spLocks noGrp="1" noChangeArrowheads="1"/>
          </p:cNvSpPr>
          <p:nvPr>
            <p:ph type="title"/>
          </p:nvPr>
        </p:nvSpPr>
        <p:spPr/>
        <p:txBody>
          <a:bodyPr/>
          <a:lstStyle/>
          <a:p>
            <a:pPr eaLnBrk="1" hangingPunct="1"/>
            <a:r>
              <a:rPr lang="en-US"/>
              <a:t>Document management architecture</a:t>
            </a:r>
          </a:p>
        </p:txBody>
      </p:sp>
      <p:sp>
        <p:nvSpPr>
          <p:cNvPr id="8197" name="Rectangle 22"/>
          <p:cNvSpPr>
            <a:spLocks noGrp="1" noChangeArrowheads="1"/>
          </p:cNvSpPr>
          <p:nvPr>
            <p:ph idx="1"/>
          </p:nvPr>
        </p:nvSpPr>
        <p:spPr>
          <a:xfrm>
            <a:off x="519113" y="5078413"/>
            <a:ext cx="5818187" cy="1246187"/>
          </a:xfrm>
        </p:spPr>
        <p:txBody>
          <a:bodyPr/>
          <a:lstStyle/>
          <a:p>
            <a:pPr>
              <a:buFont typeface="Arial" charset="0"/>
              <a:buChar char="•"/>
            </a:pPr>
            <a:r>
              <a:rPr lang="en-US"/>
              <a:t>Five places where document information can exist</a:t>
            </a:r>
          </a:p>
        </p:txBody>
      </p:sp>
      <p:sp>
        <p:nvSpPr>
          <p:cNvPr id="8198" name="AutoShape 5"/>
          <p:cNvSpPr>
            <a:spLocks noChangeArrowheads="1"/>
          </p:cNvSpPr>
          <p:nvPr/>
        </p:nvSpPr>
        <p:spPr bwMode="auto">
          <a:xfrm>
            <a:off x="3552825" y="1677988"/>
            <a:ext cx="2266950" cy="3181350"/>
          </a:xfrm>
          <a:prstGeom prst="cube">
            <a:avLst>
              <a:gd name="adj" fmla="val 8264"/>
            </a:avLst>
          </a:prstGeom>
          <a:solidFill>
            <a:schemeClr val="tx1"/>
          </a:solidFill>
          <a:ln w="28575">
            <a:solidFill>
              <a:schemeClr val="bg1"/>
            </a:solidFill>
            <a:miter lim="800000"/>
            <a:headEnd/>
            <a:tailEnd/>
          </a:ln>
        </p:spPr>
        <p:txBody>
          <a:bodyPr lIns="0" tIns="0" rIns="0" bIns="0" anchor="ctr">
            <a:spAutoFit/>
          </a:bodyPr>
          <a:lstStyle/>
          <a:p>
            <a:endParaRPr lang="en-US"/>
          </a:p>
        </p:txBody>
      </p:sp>
      <p:sp>
        <p:nvSpPr>
          <p:cNvPr id="8200" name="Text Box 7"/>
          <p:cNvSpPr txBox="1">
            <a:spLocks noChangeArrowheads="1"/>
          </p:cNvSpPr>
          <p:nvPr/>
        </p:nvSpPr>
        <p:spPr bwMode="auto">
          <a:xfrm>
            <a:off x="619125" y="2360613"/>
            <a:ext cx="1776413"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User Machine</a:t>
            </a:r>
          </a:p>
        </p:txBody>
      </p:sp>
      <p:sp>
        <p:nvSpPr>
          <p:cNvPr id="8201" name="AutoShape 8"/>
          <p:cNvSpPr>
            <a:spLocks noChangeArrowheads="1"/>
          </p:cNvSpPr>
          <p:nvPr/>
        </p:nvSpPr>
        <p:spPr bwMode="auto">
          <a:xfrm>
            <a:off x="593725" y="2138363"/>
            <a:ext cx="2049463" cy="2706687"/>
          </a:xfrm>
          <a:prstGeom prst="cube">
            <a:avLst>
              <a:gd name="adj" fmla="val 10472"/>
            </a:avLst>
          </a:prstGeom>
          <a:noFill/>
          <a:ln w="2857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8202" name="AutoShape 9"/>
          <p:cNvSpPr>
            <a:spLocks noChangeArrowheads="1"/>
          </p:cNvSpPr>
          <p:nvPr/>
        </p:nvSpPr>
        <p:spPr bwMode="auto">
          <a:xfrm>
            <a:off x="6923088" y="2582863"/>
            <a:ext cx="1774825" cy="1733550"/>
          </a:xfrm>
          <a:prstGeom prst="cube">
            <a:avLst>
              <a:gd name="adj" fmla="val 10472"/>
            </a:avLst>
          </a:prstGeom>
          <a:solidFill>
            <a:srgbClr val="F0F057"/>
          </a:solidFill>
          <a:ln w="28575">
            <a:solidFill>
              <a:schemeClr val="bg1"/>
            </a:solidFill>
            <a:miter lim="800000"/>
            <a:headEnd/>
            <a:tailEnd/>
          </a:ln>
        </p:spPr>
        <p:txBody>
          <a:bodyPr lIns="0" tIns="0" rIns="0" bIns="0" anchor="ctr">
            <a:spAutoFit/>
          </a:bodyPr>
          <a:lstStyle/>
          <a:p>
            <a:endParaRPr lang="en-US"/>
          </a:p>
        </p:txBody>
      </p:sp>
      <p:sp>
        <p:nvSpPr>
          <p:cNvPr id="8203" name="Text Box 10"/>
          <p:cNvSpPr txBox="1">
            <a:spLocks noChangeArrowheads="1"/>
          </p:cNvSpPr>
          <p:nvPr/>
        </p:nvSpPr>
        <p:spPr bwMode="auto">
          <a:xfrm>
            <a:off x="7024688" y="2776538"/>
            <a:ext cx="1347787"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Document Storage </a:t>
            </a:r>
          </a:p>
        </p:txBody>
      </p:sp>
      <p:sp>
        <p:nvSpPr>
          <p:cNvPr id="8204" name="Text Box 11"/>
          <p:cNvSpPr txBox="1">
            <a:spLocks noChangeArrowheads="1"/>
          </p:cNvSpPr>
          <p:nvPr/>
        </p:nvSpPr>
        <p:spPr bwMode="auto">
          <a:xfrm>
            <a:off x="7048500" y="914400"/>
            <a:ext cx="1347788"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Document Production </a:t>
            </a:r>
          </a:p>
        </p:txBody>
      </p:sp>
      <p:sp>
        <p:nvSpPr>
          <p:cNvPr id="8205" name="Text Box 13"/>
          <p:cNvSpPr txBox="1">
            <a:spLocks noChangeArrowheads="1"/>
          </p:cNvSpPr>
          <p:nvPr/>
        </p:nvSpPr>
        <p:spPr bwMode="auto">
          <a:xfrm>
            <a:off x="7083425" y="4624388"/>
            <a:ext cx="121920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Physical</a:t>
            </a:r>
            <a:br>
              <a:rPr lang="en-US" sz="1800" b="1"/>
            </a:br>
            <a:r>
              <a:rPr lang="en-US" sz="1800" b="1"/>
              <a:t>Location </a:t>
            </a:r>
          </a:p>
        </p:txBody>
      </p:sp>
      <p:grpSp>
        <p:nvGrpSpPr>
          <p:cNvPr id="8206" name="Group 14"/>
          <p:cNvGrpSpPr>
            <a:grpSpLocks/>
          </p:cNvGrpSpPr>
          <p:nvPr/>
        </p:nvGrpSpPr>
        <p:grpSpPr bwMode="auto">
          <a:xfrm>
            <a:off x="7307263" y="5795963"/>
            <a:ext cx="776287" cy="576262"/>
            <a:chOff x="3718" y="3630"/>
            <a:chExt cx="489" cy="363"/>
          </a:xfrm>
        </p:grpSpPr>
        <p:sp>
          <p:nvSpPr>
            <p:cNvPr id="8212" name="Rectangle 15"/>
            <p:cNvSpPr>
              <a:spLocks noChangeArrowheads="1"/>
            </p:cNvSpPr>
            <p:nvPr/>
          </p:nvSpPr>
          <p:spPr bwMode="auto">
            <a:xfrm>
              <a:off x="3718" y="3630"/>
              <a:ext cx="489" cy="363"/>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8213" name="Rectangle 16"/>
            <p:cNvSpPr>
              <a:spLocks noChangeArrowheads="1"/>
            </p:cNvSpPr>
            <p:nvPr/>
          </p:nvSpPr>
          <p:spPr bwMode="auto">
            <a:xfrm>
              <a:off x="3838" y="3684"/>
              <a:ext cx="249" cy="114"/>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8214" name="Rectangle 17"/>
            <p:cNvSpPr>
              <a:spLocks noChangeArrowheads="1"/>
            </p:cNvSpPr>
            <p:nvPr/>
          </p:nvSpPr>
          <p:spPr bwMode="auto">
            <a:xfrm>
              <a:off x="3891" y="3684"/>
              <a:ext cx="144" cy="69"/>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grpSp>
        <p:nvGrpSpPr>
          <p:cNvPr id="8207" name="Group 18"/>
          <p:cNvGrpSpPr>
            <a:grpSpLocks/>
          </p:cNvGrpSpPr>
          <p:nvPr/>
        </p:nvGrpSpPr>
        <p:grpSpPr bwMode="auto">
          <a:xfrm>
            <a:off x="7307263" y="5167313"/>
            <a:ext cx="776287" cy="576262"/>
            <a:chOff x="3718" y="3630"/>
            <a:chExt cx="489" cy="363"/>
          </a:xfrm>
        </p:grpSpPr>
        <p:sp>
          <p:nvSpPr>
            <p:cNvPr id="8209" name="Rectangle 19"/>
            <p:cNvSpPr>
              <a:spLocks noChangeArrowheads="1"/>
            </p:cNvSpPr>
            <p:nvPr/>
          </p:nvSpPr>
          <p:spPr bwMode="auto">
            <a:xfrm>
              <a:off x="3718" y="3630"/>
              <a:ext cx="489" cy="363"/>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8210" name="Rectangle 20"/>
            <p:cNvSpPr>
              <a:spLocks noChangeArrowheads="1"/>
            </p:cNvSpPr>
            <p:nvPr/>
          </p:nvSpPr>
          <p:spPr bwMode="auto">
            <a:xfrm>
              <a:off x="3838" y="3684"/>
              <a:ext cx="249" cy="114"/>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8211" name="Rectangle 21"/>
            <p:cNvSpPr>
              <a:spLocks noChangeArrowheads="1"/>
            </p:cNvSpPr>
            <p:nvPr/>
          </p:nvSpPr>
          <p:spPr bwMode="auto">
            <a:xfrm>
              <a:off x="3891" y="3684"/>
              <a:ext cx="144" cy="69"/>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pic>
        <p:nvPicPr>
          <p:cNvPr id="8208" name="Picture 17" descr="claimcenter.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908425" y="2027238"/>
            <a:ext cx="1357313" cy="1358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 name="Picture 5" descr="C:\Users\sluersen\Desktop\Google_Chrome_icon_(2011).png"/>
          <p:cNvPicPr>
            <a:picLocks noChangeAspect="1" noChangeArrowheads="1"/>
          </p:cNvPicPr>
          <p:nvPr/>
        </p:nvPicPr>
        <p:blipFill>
          <a:blip r:embed="rId4"/>
          <a:srcRect/>
          <a:stretch>
            <a:fillRect/>
          </a:stretch>
        </p:blipFill>
        <p:spPr bwMode="auto">
          <a:xfrm>
            <a:off x="1045368" y="2565503"/>
            <a:ext cx="923925" cy="923925"/>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4" name="TextBox 21"/>
          <p:cNvSpPr txBox="1">
            <a:spLocks noChangeArrowheads="1"/>
          </p:cNvSpPr>
          <p:nvPr/>
        </p:nvSpPr>
        <p:spPr bwMode="auto">
          <a:xfrm>
            <a:off x="843755" y="3413228"/>
            <a:ext cx="13271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FF0000"/>
                </a:solidFill>
                <a:latin typeface="Arial" pitchFamily="34" charset="0"/>
                <a:cs typeface="Arial" pitchFamily="34" charset="0"/>
              </a:defRPr>
            </a:lvl1pPr>
            <a:lvl2pPr marL="742950" indent="-285750" eaLnBrk="0" hangingPunct="0">
              <a:defRPr sz="2000" b="1">
                <a:solidFill>
                  <a:srgbClr val="FF0000"/>
                </a:solidFill>
                <a:latin typeface="Arial" pitchFamily="34" charset="0"/>
                <a:cs typeface="Arial" pitchFamily="34" charset="0"/>
              </a:defRPr>
            </a:lvl2pPr>
            <a:lvl3pPr marL="1143000" indent="-228600" eaLnBrk="0" hangingPunct="0">
              <a:defRPr sz="2000" b="1">
                <a:solidFill>
                  <a:srgbClr val="FF0000"/>
                </a:solidFill>
                <a:latin typeface="Arial" pitchFamily="34" charset="0"/>
                <a:cs typeface="Arial" pitchFamily="34" charset="0"/>
              </a:defRPr>
            </a:lvl3pPr>
            <a:lvl4pPr marL="1600200" indent="-228600" eaLnBrk="0" hangingPunct="0">
              <a:defRPr sz="2000" b="1">
                <a:solidFill>
                  <a:srgbClr val="FF0000"/>
                </a:solidFill>
                <a:latin typeface="Arial" pitchFamily="34" charset="0"/>
                <a:cs typeface="Arial" pitchFamily="34" charset="0"/>
              </a:defRPr>
            </a:lvl4pPr>
            <a:lvl5pPr marL="2057400" indent="-228600" eaLnBrk="0" hangingPunct="0">
              <a:defRPr sz="2000" b="1">
                <a:solidFill>
                  <a:srgbClr val="FF0000"/>
                </a:solidFill>
                <a:latin typeface="Arial" pitchFamily="34" charset="0"/>
                <a:cs typeface="Arial" pitchFamily="34" charset="0"/>
              </a:defRPr>
            </a:lvl5pPr>
            <a:lvl6pPr marL="2514600" indent="-228600" eaLnBrk="0" fontAlgn="base" hangingPunct="0">
              <a:spcBef>
                <a:spcPct val="0"/>
              </a:spcBef>
              <a:spcAft>
                <a:spcPct val="0"/>
              </a:spcAft>
              <a:defRPr sz="2000" b="1">
                <a:solidFill>
                  <a:srgbClr val="FF0000"/>
                </a:solidFill>
                <a:latin typeface="Arial" pitchFamily="34" charset="0"/>
                <a:cs typeface="Arial" pitchFamily="34" charset="0"/>
              </a:defRPr>
            </a:lvl6pPr>
            <a:lvl7pPr marL="2971800" indent="-228600" eaLnBrk="0" fontAlgn="base" hangingPunct="0">
              <a:spcBef>
                <a:spcPct val="0"/>
              </a:spcBef>
              <a:spcAft>
                <a:spcPct val="0"/>
              </a:spcAft>
              <a:defRPr sz="2000" b="1">
                <a:solidFill>
                  <a:srgbClr val="FF0000"/>
                </a:solidFill>
                <a:latin typeface="Arial" pitchFamily="34" charset="0"/>
                <a:cs typeface="Arial" pitchFamily="34" charset="0"/>
              </a:defRPr>
            </a:lvl7pPr>
            <a:lvl8pPr marL="3429000" indent="-228600" eaLnBrk="0" fontAlgn="base" hangingPunct="0">
              <a:spcBef>
                <a:spcPct val="0"/>
              </a:spcBef>
              <a:spcAft>
                <a:spcPct val="0"/>
              </a:spcAft>
              <a:defRPr sz="2000" b="1">
                <a:solidFill>
                  <a:srgbClr val="FF0000"/>
                </a:solidFill>
                <a:latin typeface="Arial" pitchFamily="34" charset="0"/>
                <a:cs typeface="Arial" pitchFamily="34" charset="0"/>
              </a:defRPr>
            </a:lvl8pPr>
            <a:lvl9pPr marL="3886200" indent="-228600" eaLnBrk="0" fontAlgn="base" hangingPunct="0">
              <a:spcBef>
                <a:spcPct val="0"/>
              </a:spcBef>
              <a:spcAft>
                <a:spcPct val="0"/>
              </a:spcAft>
              <a:defRPr sz="2000" b="1">
                <a:solidFill>
                  <a:srgbClr val="FF0000"/>
                </a:solidFill>
                <a:latin typeface="Arial" pitchFamily="34" charset="0"/>
                <a:cs typeface="Arial" pitchFamily="34" charset="0"/>
              </a:defRPr>
            </a:lvl9pPr>
          </a:lstStyle>
          <a:p>
            <a:pPr algn="ctr" eaLnBrk="1" hangingPunct="1"/>
            <a:r>
              <a:rPr lang="en-US" dirty="0">
                <a:solidFill>
                  <a:schemeClr val="bg1"/>
                </a:solidFill>
                <a:latin typeface="Calibri" pitchFamily="34" charset="0"/>
              </a:rPr>
              <a:t>browser</a:t>
            </a: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|EOS~007|</a:t>
            </a:r>
            <a:endParaRPr lang="en-US" sz="100" dirty="0" err="1">
              <a:solidFill>
                <a:srgbClr val="FFFFFF"/>
              </a:solidFill>
              <a:latin typeface="Arial"/>
              <a:cs typeface="Calibri" pitchFamily="34" charset="0"/>
            </a:endParaRPr>
          </a:p>
        </p:txBody>
      </p:sp>
      <p:pic>
        <p:nvPicPr>
          <p:cNvPr id="62" name="Picture 5" descr="C:\Users\sluersen\Desktop\Google_Chrome_icon_(2011).png"/>
          <p:cNvPicPr>
            <a:picLocks noChangeAspect="1" noChangeArrowheads="1"/>
          </p:cNvPicPr>
          <p:nvPr/>
        </p:nvPicPr>
        <p:blipFill>
          <a:blip r:embed="rId3"/>
          <a:srcRect/>
          <a:stretch>
            <a:fillRect/>
          </a:stretch>
        </p:blipFill>
        <p:spPr bwMode="auto">
          <a:xfrm>
            <a:off x="1045368" y="2565503"/>
            <a:ext cx="923925" cy="923925"/>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63" name="TextBox 21"/>
          <p:cNvSpPr txBox="1">
            <a:spLocks noChangeArrowheads="1"/>
          </p:cNvSpPr>
          <p:nvPr/>
        </p:nvSpPr>
        <p:spPr bwMode="auto">
          <a:xfrm>
            <a:off x="843755" y="3413228"/>
            <a:ext cx="13271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FF0000"/>
                </a:solidFill>
                <a:latin typeface="Arial" pitchFamily="34" charset="0"/>
                <a:cs typeface="Arial" pitchFamily="34" charset="0"/>
              </a:defRPr>
            </a:lvl1pPr>
            <a:lvl2pPr marL="742950" indent="-285750" eaLnBrk="0" hangingPunct="0">
              <a:defRPr sz="2000" b="1">
                <a:solidFill>
                  <a:srgbClr val="FF0000"/>
                </a:solidFill>
                <a:latin typeface="Arial" pitchFamily="34" charset="0"/>
                <a:cs typeface="Arial" pitchFamily="34" charset="0"/>
              </a:defRPr>
            </a:lvl2pPr>
            <a:lvl3pPr marL="1143000" indent="-228600" eaLnBrk="0" hangingPunct="0">
              <a:defRPr sz="2000" b="1">
                <a:solidFill>
                  <a:srgbClr val="FF0000"/>
                </a:solidFill>
                <a:latin typeface="Arial" pitchFamily="34" charset="0"/>
                <a:cs typeface="Arial" pitchFamily="34" charset="0"/>
              </a:defRPr>
            </a:lvl3pPr>
            <a:lvl4pPr marL="1600200" indent="-228600" eaLnBrk="0" hangingPunct="0">
              <a:defRPr sz="2000" b="1">
                <a:solidFill>
                  <a:srgbClr val="FF0000"/>
                </a:solidFill>
                <a:latin typeface="Arial" pitchFamily="34" charset="0"/>
                <a:cs typeface="Arial" pitchFamily="34" charset="0"/>
              </a:defRPr>
            </a:lvl4pPr>
            <a:lvl5pPr marL="2057400" indent="-228600" eaLnBrk="0" hangingPunct="0">
              <a:defRPr sz="2000" b="1">
                <a:solidFill>
                  <a:srgbClr val="FF0000"/>
                </a:solidFill>
                <a:latin typeface="Arial" pitchFamily="34" charset="0"/>
                <a:cs typeface="Arial" pitchFamily="34" charset="0"/>
              </a:defRPr>
            </a:lvl5pPr>
            <a:lvl6pPr marL="2514600" indent="-228600" eaLnBrk="0" fontAlgn="base" hangingPunct="0">
              <a:spcBef>
                <a:spcPct val="0"/>
              </a:spcBef>
              <a:spcAft>
                <a:spcPct val="0"/>
              </a:spcAft>
              <a:defRPr sz="2000" b="1">
                <a:solidFill>
                  <a:srgbClr val="FF0000"/>
                </a:solidFill>
                <a:latin typeface="Arial" pitchFamily="34" charset="0"/>
                <a:cs typeface="Arial" pitchFamily="34" charset="0"/>
              </a:defRPr>
            </a:lvl6pPr>
            <a:lvl7pPr marL="2971800" indent="-228600" eaLnBrk="0" fontAlgn="base" hangingPunct="0">
              <a:spcBef>
                <a:spcPct val="0"/>
              </a:spcBef>
              <a:spcAft>
                <a:spcPct val="0"/>
              </a:spcAft>
              <a:defRPr sz="2000" b="1">
                <a:solidFill>
                  <a:srgbClr val="FF0000"/>
                </a:solidFill>
                <a:latin typeface="Arial" pitchFamily="34" charset="0"/>
                <a:cs typeface="Arial" pitchFamily="34" charset="0"/>
              </a:defRPr>
            </a:lvl7pPr>
            <a:lvl8pPr marL="3429000" indent="-228600" eaLnBrk="0" fontAlgn="base" hangingPunct="0">
              <a:spcBef>
                <a:spcPct val="0"/>
              </a:spcBef>
              <a:spcAft>
                <a:spcPct val="0"/>
              </a:spcAft>
              <a:defRPr sz="2000" b="1">
                <a:solidFill>
                  <a:srgbClr val="FF0000"/>
                </a:solidFill>
                <a:latin typeface="Arial" pitchFamily="34" charset="0"/>
                <a:cs typeface="Arial" pitchFamily="34" charset="0"/>
              </a:defRPr>
            </a:lvl8pPr>
            <a:lvl9pPr marL="3886200" indent="-228600" eaLnBrk="0" fontAlgn="base" hangingPunct="0">
              <a:spcBef>
                <a:spcPct val="0"/>
              </a:spcBef>
              <a:spcAft>
                <a:spcPct val="0"/>
              </a:spcAft>
              <a:defRPr sz="2000" b="1">
                <a:solidFill>
                  <a:srgbClr val="FF0000"/>
                </a:solidFill>
                <a:latin typeface="Arial" pitchFamily="34" charset="0"/>
                <a:cs typeface="Arial" pitchFamily="34" charset="0"/>
              </a:defRPr>
            </a:lvl9pPr>
          </a:lstStyle>
          <a:p>
            <a:pPr algn="ctr" eaLnBrk="1" hangingPunct="1"/>
            <a:r>
              <a:rPr lang="en-US" dirty="0">
                <a:solidFill>
                  <a:schemeClr val="bg1"/>
                </a:solidFill>
                <a:latin typeface="Calibri" pitchFamily="34" charset="0"/>
              </a:rPr>
              <a:t>browser</a:t>
            </a:r>
          </a:p>
        </p:txBody>
      </p:sp>
      <p:sp>
        <p:nvSpPr>
          <p:cNvPr id="9218" name="AutoShape 2"/>
          <p:cNvSpPr>
            <a:spLocks noChangeArrowheads="1"/>
          </p:cNvSpPr>
          <p:nvPr/>
        </p:nvSpPr>
        <p:spPr bwMode="auto">
          <a:xfrm>
            <a:off x="7177088" y="4448175"/>
            <a:ext cx="1190625" cy="1985963"/>
          </a:xfrm>
          <a:prstGeom prst="cube">
            <a:avLst>
              <a:gd name="adj" fmla="val 13315"/>
            </a:avLst>
          </a:prstGeom>
          <a:solidFill>
            <a:schemeClr val="hlink"/>
          </a:solidFill>
          <a:ln w="28575">
            <a:solidFill>
              <a:schemeClr val="bg1"/>
            </a:solidFill>
            <a:miter lim="800000"/>
            <a:headEnd/>
            <a:tailEnd/>
          </a:ln>
        </p:spPr>
        <p:txBody>
          <a:bodyPr lIns="0" tIns="0" rIns="0" bIns="0" anchor="ctr">
            <a:spAutoFit/>
          </a:bodyPr>
          <a:lstStyle/>
          <a:p>
            <a:endParaRPr lang="en-US"/>
          </a:p>
        </p:txBody>
      </p:sp>
      <p:sp>
        <p:nvSpPr>
          <p:cNvPr id="9219" name="AutoShape 3"/>
          <p:cNvSpPr>
            <a:spLocks noChangeArrowheads="1"/>
          </p:cNvSpPr>
          <p:nvPr/>
        </p:nvSpPr>
        <p:spPr bwMode="auto">
          <a:xfrm>
            <a:off x="6923088" y="706438"/>
            <a:ext cx="1774825" cy="1733550"/>
          </a:xfrm>
          <a:prstGeom prst="cube">
            <a:avLst>
              <a:gd name="adj" fmla="val 10472"/>
            </a:avLst>
          </a:prstGeom>
          <a:noFill/>
          <a:ln w="28575">
            <a:solidFill>
              <a:srgbClr val="777777"/>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9220" name="Rectangle 4"/>
          <p:cNvSpPr>
            <a:spLocks noGrp="1" noChangeArrowheads="1"/>
          </p:cNvSpPr>
          <p:nvPr>
            <p:ph type="title"/>
          </p:nvPr>
        </p:nvSpPr>
        <p:spPr/>
        <p:txBody>
          <a:bodyPr/>
          <a:lstStyle/>
          <a:p>
            <a:pPr eaLnBrk="1" hangingPunct="1"/>
            <a:r>
              <a:rPr lang="en-US"/>
              <a:t>Document management architecture:</a:t>
            </a:r>
            <a:br>
              <a:rPr lang="en-US"/>
            </a:br>
            <a:r>
              <a:rPr lang="en-US"/>
              <a:t>Physical documents</a:t>
            </a:r>
          </a:p>
        </p:txBody>
      </p:sp>
      <p:sp>
        <p:nvSpPr>
          <p:cNvPr id="9221" name="AutoShape 5"/>
          <p:cNvSpPr>
            <a:spLocks noChangeArrowheads="1"/>
          </p:cNvSpPr>
          <p:nvPr/>
        </p:nvSpPr>
        <p:spPr bwMode="auto">
          <a:xfrm>
            <a:off x="3552825" y="1677988"/>
            <a:ext cx="2266950" cy="3181350"/>
          </a:xfrm>
          <a:prstGeom prst="cube">
            <a:avLst>
              <a:gd name="adj" fmla="val 8264"/>
            </a:avLst>
          </a:prstGeom>
          <a:solidFill>
            <a:schemeClr val="tx1"/>
          </a:solidFill>
          <a:ln w="28575">
            <a:solidFill>
              <a:schemeClr val="bg1"/>
            </a:solidFill>
            <a:miter lim="800000"/>
            <a:headEnd/>
            <a:tailEnd/>
          </a:ln>
        </p:spPr>
        <p:txBody>
          <a:bodyPr lIns="0" tIns="0" rIns="0" bIns="0" anchor="ctr">
            <a:spAutoFit/>
          </a:bodyPr>
          <a:lstStyle/>
          <a:p>
            <a:endParaRPr lang="en-US"/>
          </a:p>
        </p:txBody>
      </p:sp>
      <p:sp>
        <p:nvSpPr>
          <p:cNvPr id="9223" name="Text Box 7"/>
          <p:cNvSpPr txBox="1">
            <a:spLocks noChangeArrowheads="1"/>
          </p:cNvSpPr>
          <p:nvPr/>
        </p:nvSpPr>
        <p:spPr bwMode="auto">
          <a:xfrm>
            <a:off x="619125" y="2360613"/>
            <a:ext cx="1776413"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User Machine</a:t>
            </a:r>
          </a:p>
        </p:txBody>
      </p:sp>
      <p:sp>
        <p:nvSpPr>
          <p:cNvPr id="9224" name="AutoShape 8"/>
          <p:cNvSpPr>
            <a:spLocks noChangeArrowheads="1"/>
          </p:cNvSpPr>
          <p:nvPr/>
        </p:nvSpPr>
        <p:spPr bwMode="auto">
          <a:xfrm>
            <a:off x="593725" y="2138363"/>
            <a:ext cx="2049463" cy="2706687"/>
          </a:xfrm>
          <a:prstGeom prst="cube">
            <a:avLst>
              <a:gd name="adj" fmla="val 10472"/>
            </a:avLst>
          </a:prstGeom>
          <a:noFill/>
          <a:ln w="2857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9225" name="AutoShape 9"/>
          <p:cNvSpPr>
            <a:spLocks noChangeArrowheads="1"/>
          </p:cNvSpPr>
          <p:nvPr/>
        </p:nvSpPr>
        <p:spPr bwMode="auto">
          <a:xfrm>
            <a:off x="6923088" y="2582863"/>
            <a:ext cx="1774825" cy="1733550"/>
          </a:xfrm>
          <a:prstGeom prst="cube">
            <a:avLst>
              <a:gd name="adj" fmla="val 10472"/>
            </a:avLst>
          </a:prstGeom>
          <a:noFill/>
          <a:ln w="28575">
            <a:solidFill>
              <a:srgbClr val="777777"/>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9226" name="Text Box 10"/>
          <p:cNvSpPr txBox="1">
            <a:spLocks noChangeArrowheads="1"/>
          </p:cNvSpPr>
          <p:nvPr/>
        </p:nvSpPr>
        <p:spPr bwMode="auto">
          <a:xfrm>
            <a:off x="7024688" y="2776538"/>
            <a:ext cx="1347787"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solidFill>
                  <a:srgbClr val="777777"/>
                </a:solidFill>
              </a:rPr>
              <a:t>Document Storage </a:t>
            </a:r>
          </a:p>
        </p:txBody>
      </p:sp>
      <p:sp>
        <p:nvSpPr>
          <p:cNvPr id="9227" name="Text Box 11"/>
          <p:cNvSpPr txBox="1">
            <a:spLocks noChangeArrowheads="1"/>
          </p:cNvSpPr>
          <p:nvPr/>
        </p:nvSpPr>
        <p:spPr bwMode="auto">
          <a:xfrm>
            <a:off x="7048500" y="914400"/>
            <a:ext cx="1347788"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solidFill>
                  <a:srgbClr val="777777"/>
                </a:solidFill>
              </a:rPr>
              <a:t>Document Production </a:t>
            </a:r>
          </a:p>
        </p:txBody>
      </p:sp>
      <p:grpSp>
        <p:nvGrpSpPr>
          <p:cNvPr id="9228" name="Group 13"/>
          <p:cNvGrpSpPr>
            <a:grpSpLocks/>
          </p:cNvGrpSpPr>
          <p:nvPr/>
        </p:nvGrpSpPr>
        <p:grpSpPr bwMode="auto">
          <a:xfrm>
            <a:off x="7307263" y="5795963"/>
            <a:ext cx="776287" cy="576262"/>
            <a:chOff x="3718" y="3630"/>
            <a:chExt cx="489" cy="363"/>
          </a:xfrm>
        </p:grpSpPr>
        <p:sp>
          <p:nvSpPr>
            <p:cNvPr id="9273" name="Rectangle 14"/>
            <p:cNvSpPr>
              <a:spLocks noChangeArrowheads="1"/>
            </p:cNvSpPr>
            <p:nvPr/>
          </p:nvSpPr>
          <p:spPr bwMode="auto">
            <a:xfrm>
              <a:off x="3718" y="3630"/>
              <a:ext cx="489" cy="363"/>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9274" name="Rectangle 15"/>
            <p:cNvSpPr>
              <a:spLocks noChangeArrowheads="1"/>
            </p:cNvSpPr>
            <p:nvPr/>
          </p:nvSpPr>
          <p:spPr bwMode="auto">
            <a:xfrm>
              <a:off x="3838" y="3684"/>
              <a:ext cx="249" cy="114"/>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9275" name="Rectangle 16"/>
            <p:cNvSpPr>
              <a:spLocks noChangeArrowheads="1"/>
            </p:cNvSpPr>
            <p:nvPr/>
          </p:nvSpPr>
          <p:spPr bwMode="auto">
            <a:xfrm>
              <a:off x="3891" y="3684"/>
              <a:ext cx="144" cy="69"/>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grpSp>
        <p:nvGrpSpPr>
          <p:cNvPr id="9229" name="Group 17"/>
          <p:cNvGrpSpPr>
            <a:grpSpLocks/>
          </p:cNvGrpSpPr>
          <p:nvPr/>
        </p:nvGrpSpPr>
        <p:grpSpPr bwMode="auto">
          <a:xfrm>
            <a:off x="4208463" y="3463925"/>
            <a:ext cx="754062" cy="850900"/>
            <a:chOff x="2597" y="1981"/>
            <a:chExt cx="430" cy="485"/>
          </a:xfrm>
        </p:grpSpPr>
        <p:sp>
          <p:nvSpPr>
            <p:cNvPr id="9267" name="AutoShape 18"/>
            <p:cNvSpPr>
              <a:spLocks noChangeArrowheads="1"/>
            </p:cNvSpPr>
            <p:nvPr/>
          </p:nvSpPr>
          <p:spPr bwMode="auto">
            <a:xfrm rot="10800000" flipH="1">
              <a:off x="2597" y="1981"/>
              <a:ext cx="430" cy="485"/>
            </a:xfrm>
            <a:prstGeom prst="foldedCorner">
              <a:avLst>
                <a:gd name="adj" fmla="val 26509"/>
              </a:avLst>
            </a:prstGeom>
            <a:solidFill>
              <a:srgbClr val="FFFFCC"/>
            </a:solidFill>
            <a:ln w="12700">
              <a:solidFill>
                <a:schemeClr val="bg1"/>
              </a:solidFill>
              <a:round/>
              <a:headEnd/>
              <a:tailEnd/>
            </a:ln>
          </p:spPr>
          <p:txBody>
            <a:bodyPr lIns="0" tIns="0" rIns="0" bIns="0" anchor="ctr">
              <a:spAutoFit/>
            </a:bodyPr>
            <a:lstStyle/>
            <a:p>
              <a:endParaRPr lang="en-US"/>
            </a:p>
          </p:txBody>
        </p:sp>
        <p:sp>
          <p:nvSpPr>
            <p:cNvPr id="9268" name="Line 19"/>
            <p:cNvSpPr>
              <a:spLocks noChangeShapeType="1"/>
            </p:cNvSpPr>
            <p:nvPr/>
          </p:nvSpPr>
          <p:spPr bwMode="auto">
            <a:xfrm>
              <a:off x="2657" y="2186"/>
              <a:ext cx="310"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9269" name="Line 20"/>
            <p:cNvSpPr>
              <a:spLocks noChangeShapeType="1"/>
            </p:cNvSpPr>
            <p:nvPr/>
          </p:nvSpPr>
          <p:spPr bwMode="auto">
            <a:xfrm>
              <a:off x="2657" y="2257"/>
              <a:ext cx="310"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9270" name="Line 21"/>
            <p:cNvSpPr>
              <a:spLocks noChangeShapeType="1"/>
            </p:cNvSpPr>
            <p:nvPr/>
          </p:nvSpPr>
          <p:spPr bwMode="auto">
            <a:xfrm>
              <a:off x="2657" y="2328"/>
              <a:ext cx="310"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9271" name="Line 22"/>
            <p:cNvSpPr>
              <a:spLocks noChangeShapeType="1"/>
            </p:cNvSpPr>
            <p:nvPr/>
          </p:nvSpPr>
          <p:spPr bwMode="auto">
            <a:xfrm>
              <a:off x="2657" y="2398"/>
              <a:ext cx="310"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9272" name="Freeform 23"/>
            <p:cNvSpPr>
              <a:spLocks/>
            </p:cNvSpPr>
            <p:nvPr/>
          </p:nvSpPr>
          <p:spPr bwMode="auto">
            <a:xfrm>
              <a:off x="2654" y="2008"/>
              <a:ext cx="309" cy="139"/>
            </a:xfrm>
            <a:custGeom>
              <a:avLst/>
              <a:gdLst>
                <a:gd name="T0" fmla="*/ 0 w 609"/>
                <a:gd name="T1" fmla="*/ 27 h 275"/>
                <a:gd name="T2" fmla="*/ 9 w 609"/>
                <a:gd name="T3" fmla="*/ 10 h 275"/>
                <a:gd name="T4" fmla="*/ 11 w 609"/>
                <a:gd name="T5" fmla="*/ 34 h 275"/>
                <a:gd name="T6" fmla="*/ 13 w 609"/>
                <a:gd name="T7" fmla="*/ 17 h 275"/>
                <a:gd name="T8" fmla="*/ 19 w 609"/>
                <a:gd name="T9" fmla="*/ 32 h 275"/>
                <a:gd name="T10" fmla="*/ 21 w 609"/>
                <a:gd name="T11" fmla="*/ 2 h 275"/>
                <a:gd name="T12" fmla="*/ 26 w 609"/>
                <a:gd name="T13" fmla="*/ 20 h 275"/>
                <a:gd name="T14" fmla="*/ 39 w 609"/>
                <a:gd name="T15" fmla="*/ 17 h 275"/>
                <a:gd name="T16" fmla="*/ 43 w 609"/>
                <a:gd name="T17" fmla="*/ 29 h 275"/>
                <a:gd name="T18" fmla="*/ 49 w 609"/>
                <a:gd name="T19" fmla="*/ 25 h 275"/>
                <a:gd name="T20" fmla="*/ 60 w 609"/>
                <a:gd name="T21" fmla="*/ 21 h 275"/>
                <a:gd name="T22" fmla="*/ 71 w 609"/>
                <a:gd name="T23" fmla="*/ 30 h 275"/>
                <a:gd name="T24" fmla="*/ 80 w 609"/>
                <a:gd name="T25" fmla="*/ 26 h 27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09"/>
                <a:gd name="T40" fmla="*/ 0 h 275"/>
                <a:gd name="T41" fmla="*/ 609 w 609"/>
                <a:gd name="T42" fmla="*/ 275 h 27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09" h="275">
                  <a:moveTo>
                    <a:pt x="0" y="207"/>
                  </a:moveTo>
                  <a:cubicBezTo>
                    <a:pt x="26" y="135"/>
                    <a:pt x="52" y="63"/>
                    <a:pt x="66" y="73"/>
                  </a:cubicBezTo>
                  <a:cubicBezTo>
                    <a:pt x="80" y="83"/>
                    <a:pt x="77" y="255"/>
                    <a:pt x="83" y="265"/>
                  </a:cubicBezTo>
                  <a:cubicBezTo>
                    <a:pt x="89" y="275"/>
                    <a:pt x="90" y="135"/>
                    <a:pt x="100" y="132"/>
                  </a:cubicBezTo>
                  <a:cubicBezTo>
                    <a:pt x="110" y="129"/>
                    <a:pt x="131" y="267"/>
                    <a:pt x="141" y="248"/>
                  </a:cubicBezTo>
                  <a:cubicBezTo>
                    <a:pt x="151" y="229"/>
                    <a:pt x="148" y="30"/>
                    <a:pt x="158" y="15"/>
                  </a:cubicBezTo>
                  <a:cubicBezTo>
                    <a:pt x="168" y="0"/>
                    <a:pt x="176" y="137"/>
                    <a:pt x="200" y="157"/>
                  </a:cubicBezTo>
                  <a:cubicBezTo>
                    <a:pt x="224" y="177"/>
                    <a:pt x="279" y="121"/>
                    <a:pt x="300" y="132"/>
                  </a:cubicBezTo>
                  <a:cubicBezTo>
                    <a:pt x="321" y="143"/>
                    <a:pt x="312" y="213"/>
                    <a:pt x="325" y="223"/>
                  </a:cubicBezTo>
                  <a:cubicBezTo>
                    <a:pt x="338" y="233"/>
                    <a:pt x="353" y="200"/>
                    <a:pt x="375" y="190"/>
                  </a:cubicBezTo>
                  <a:cubicBezTo>
                    <a:pt x="397" y="180"/>
                    <a:pt x="431" y="158"/>
                    <a:pt x="459" y="165"/>
                  </a:cubicBezTo>
                  <a:cubicBezTo>
                    <a:pt x="487" y="172"/>
                    <a:pt x="517" y="227"/>
                    <a:pt x="542" y="232"/>
                  </a:cubicBezTo>
                  <a:cubicBezTo>
                    <a:pt x="567" y="237"/>
                    <a:pt x="598" y="204"/>
                    <a:pt x="609" y="198"/>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grpSp>
        <p:nvGrpSpPr>
          <p:cNvPr id="9230" name="Group 24"/>
          <p:cNvGrpSpPr>
            <a:grpSpLocks/>
          </p:cNvGrpSpPr>
          <p:nvPr/>
        </p:nvGrpSpPr>
        <p:grpSpPr bwMode="auto">
          <a:xfrm>
            <a:off x="7327900" y="4906963"/>
            <a:ext cx="747713" cy="839787"/>
            <a:chOff x="659" y="702"/>
            <a:chExt cx="1215" cy="1363"/>
          </a:xfrm>
        </p:grpSpPr>
        <p:sp>
          <p:nvSpPr>
            <p:cNvPr id="9243" name="AutoShape 25"/>
            <p:cNvSpPr>
              <a:spLocks noChangeAspect="1" noChangeArrowheads="1" noTextEdit="1"/>
            </p:cNvSpPr>
            <p:nvPr/>
          </p:nvSpPr>
          <p:spPr bwMode="auto">
            <a:xfrm>
              <a:off x="659" y="702"/>
              <a:ext cx="1215" cy="1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9244" name="Freeform 26"/>
            <p:cNvSpPr>
              <a:spLocks/>
            </p:cNvSpPr>
            <p:nvPr/>
          </p:nvSpPr>
          <p:spPr bwMode="auto">
            <a:xfrm>
              <a:off x="947" y="1299"/>
              <a:ext cx="846" cy="727"/>
            </a:xfrm>
            <a:custGeom>
              <a:avLst/>
              <a:gdLst>
                <a:gd name="T0" fmla="*/ 0 w 1692"/>
                <a:gd name="T1" fmla="*/ 48 h 1453"/>
                <a:gd name="T2" fmla="*/ 20 w 1692"/>
                <a:gd name="T3" fmla="*/ 12 h 1453"/>
                <a:gd name="T4" fmla="*/ 148 w 1692"/>
                <a:gd name="T5" fmla="*/ 11 h 1453"/>
                <a:gd name="T6" fmla="*/ 152 w 1692"/>
                <a:gd name="T7" fmla="*/ 2 h 1453"/>
                <a:gd name="T8" fmla="*/ 191 w 1692"/>
                <a:gd name="T9" fmla="*/ 0 h 1453"/>
                <a:gd name="T10" fmla="*/ 189 w 1692"/>
                <a:gd name="T11" fmla="*/ 10 h 1453"/>
                <a:gd name="T12" fmla="*/ 212 w 1692"/>
                <a:gd name="T13" fmla="*/ 10 h 1453"/>
                <a:gd name="T14" fmla="*/ 181 w 1692"/>
                <a:gd name="T15" fmla="*/ 182 h 1453"/>
                <a:gd name="T16" fmla="*/ 122 w 1692"/>
                <a:gd name="T17" fmla="*/ 177 h 1453"/>
                <a:gd name="T18" fmla="*/ 53 w 1692"/>
                <a:gd name="T19" fmla="*/ 148 h 1453"/>
                <a:gd name="T20" fmla="*/ 0 w 1692"/>
                <a:gd name="T21" fmla="*/ 48 h 145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692"/>
                <a:gd name="T34" fmla="*/ 0 h 1453"/>
                <a:gd name="T35" fmla="*/ 1692 w 1692"/>
                <a:gd name="T36" fmla="*/ 1453 h 145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692" h="1453">
                  <a:moveTo>
                    <a:pt x="0" y="382"/>
                  </a:moveTo>
                  <a:lnTo>
                    <a:pt x="154" y="96"/>
                  </a:lnTo>
                  <a:lnTo>
                    <a:pt x="1179" y="87"/>
                  </a:lnTo>
                  <a:lnTo>
                    <a:pt x="1214" y="10"/>
                  </a:lnTo>
                  <a:lnTo>
                    <a:pt x="1526" y="0"/>
                  </a:lnTo>
                  <a:lnTo>
                    <a:pt x="1510" y="79"/>
                  </a:lnTo>
                  <a:lnTo>
                    <a:pt x="1692" y="79"/>
                  </a:lnTo>
                  <a:lnTo>
                    <a:pt x="1446" y="1453"/>
                  </a:lnTo>
                  <a:lnTo>
                    <a:pt x="980" y="1414"/>
                  </a:lnTo>
                  <a:lnTo>
                    <a:pt x="424" y="1179"/>
                  </a:lnTo>
                  <a:lnTo>
                    <a:pt x="0" y="382"/>
                  </a:lnTo>
                  <a:close/>
                </a:path>
              </a:pathLst>
            </a:custGeom>
            <a:solidFill>
              <a:srgbClr val="CEAA5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45" name="Freeform 27"/>
            <p:cNvSpPr>
              <a:spLocks/>
            </p:cNvSpPr>
            <p:nvPr/>
          </p:nvSpPr>
          <p:spPr bwMode="auto">
            <a:xfrm>
              <a:off x="1629" y="1339"/>
              <a:ext cx="164" cy="687"/>
            </a:xfrm>
            <a:custGeom>
              <a:avLst/>
              <a:gdLst>
                <a:gd name="T0" fmla="*/ 29 w 330"/>
                <a:gd name="T1" fmla="*/ 3 h 1374"/>
                <a:gd name="T2" fmla="*/ 0 w 330"/>
                <a:gd name="T3" fmla="*/ 164 h 1374"/>
                <a:gd name="T4" fmla="*/ 10 w 330"/>
                <a:gd name="T5" fmla="*/ 172 h 1374"/>
                <a:gd name="T6" fmla="*/ 41 w 330"/>
                <a:gd name="T7" fmla="*/ 0 h 1374"/>
                <a:gd name="T8" fmla="*/ 29 w 330"/>
                <a:gd name="T9" fmla="*/ 3 h 1374"/>
                <a:gd name="T10" fmla="*/ 0 60000 65536"/>
                <a:gd name="T11" fmla="*/ 0 60000 65536"/>
                <a:gd name="T12" fmla="*/ 0 60000 65536"/>
                <a:gd name="T13" fmla="*/ 0 60000 65536"/>
                <a:gd name="T14" fmla="*/ 0 60000 65536"/>
                <a:gd name="T15" fmla="*/ 0 w 330"/>
                <a:gd name="T16" fmla="*/ 0 h 1374"/>
                <a:gd name="T17" fmla="*/ 330 w 330"/>
                <a:gd name="T18" fmla="*/ 1374 h 1374"/>
              </a:gdLst>
              <a:ahLst/>
              <a:cxnLst>
                <a:cxn ang="T10">
                  <a:pos x="T0" y="T1"/>
                </a:cxn>
                <a:cxn ang="T11">
                  <a:pos x="T2" y="T3"/>
                </a:cxn>
                <a:cxn ang="T12">
                  <a:pos x="T4" y="T5"/>
                </a:cxn>
                <a:cxn ang="T13">
                  <a:pos x="T6" y="T7"/>
                </a:cxn>
                <a:cxn ang="T14">
                  <a:pos x="T8" y="T9"/>
                </a:cxn>
              </a:cxnLst>
              <a:rect l="T15" t="T16" r="T17" b="T18"/>
              <a:pathLst>
                <a:path w="330" h="1374">
                  <a:moveTo>
                    <a:pt x="239" y="17"/>
                  </a:moveTo>
                  <a:lnTo>
                    <a:pt x="0" y="1309"/>
                  </a:lnTo>
                  <a:lnTo>
                    <a:pt x="84" y="1374"/>
                  </a:lnTo>
                  <a:lnTo>
                    <a:pt x="330" y="0"/>
                  </a:lnTo>
                  <a:lnTo>
                    <a:pt x="239" y="17"/>
                  </a:lnTo>
                  <a:close/>
                </a:path>
              </a:pathLst>
            </a:custGeom>
            <a:solidFill>
              <a:srgbClr val="F2CE7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46" name="Freeform 28"/>
            <p:cNvSpPr>
              <a:spLocks/>
            </p:cNvSpPr>
            <p:nvPr/>
          </p:nvSpPr>
          <p:spPr bwMode="auto">
            <a:xfrm>
              <a:off x="1094" y="1299"/>
              <a:ext cx="620" cy="395"/>
            </a:xfrm>
            <a:custGeom>
              <a:avLst/>
              <a:gdLst>
                <a:gd name="T0" fmla="*/ 104 w 1240"/>
                <a:gd name="T1" fmla="*/ 99 h 789"/>
                <a:gd name="T2" fmla="*/ 155 w 1240"/>
                <a:gd name="T3" fmla="*/ 10 h 789"/>
                <a:gd name="T4" fmla="*/ 153 w 1240"/>
                <a:gd name="T5" fmla="*/ 10 h 789"/>
                <a:gd name="T6" fmla="*/ 155 w 1240"/>
                <a:gd name="T7" fmla="*/ 0 h 789"/>
                <a:gd name="T8" fmla="*/ 115 w 1240"/>
                <a:gd name="T9" fmla="*/ 2 h 789"/>
                <a:gd name="T10" fmla="*/ 110 w 1240"/>
                <a:gd name="T11" fmla="*/ 11 h 789"/>
                <a:gd name="T12" fmla="*/ 31 w 1240"/>
                <a:gd name="T13" fmla="*/ 12 h 789"/>
                <a:gd name="T14" fmla="*/ 0 w 1240"/>
                <a:gd name="T15" fmla="*/ 54 h 789"/>
                <a:gd name="T16" fmla="*/ 104 w 1240"/>
                <a:gd name="T17" fmla="*/ 99 h 78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240"/>
                <a:gd name="T28" fmla="*/ 0 h 789"/>
                <a:gd name="T29" fmla="*/ 1240 w 1240"/>
                <a:gd name="T30" fmla="*/ 789 h 78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240" h="789">
                  <a:moveTo>
                    <a:pt x="834" y="789"/>
                  </a:moveTo>
                  <a:lnTo>
                    <a:pt x="1240" y="79"/>
                  </a:lnTo>
                  <a:lnTo>
                    <a:pt x="1217" y="79"/>
                  </a:lnTo>
                  <a:lnTo>
                    <a:pt x="1233" y="0"/>
                  </a:lnTo>
                  <a:lnTo>
                    <a:pt x="921" y="10"/>
                  </a:lnTo>
                  <a:lnTo>
                    <a:pt x="886" y="87"/>
                  </a:lnTo>
                  <a:lnTo>
                    <a:pt x="252" y="93"/>
                  </a:lnTo>
                  <a:lnTo>
                    <a:pt x="0" y="426"/>
                  </a:lnTo>
                  <a:lnTo>
                    <a:pt x="834" y="789"/>
                  </a:lnTo>
                  <a:close/>
                </a:path>
              </a:pathLst>
            </a:custGeom>
            <a:solidFill>
              <a:srgbClr val="AD893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47" name="Freeform 29"/>
            <p:cNvSpPr>
              <a:spLocks/>
            </p:cNvSpPr>
            <p:nvPr/>
          </p:nvSpPr>
          <p:spPr bwMode="auto">
            <a:xfrm>
              <a:off x="959" y="1283"/>
              <a:ext cx="851" cy="765"/>
            </a:xfrm>
            <a:custGeom>
              <a:avLst/>
              <a:gdLst>
                <a:gd name="T0" fmla="*/ 191 w 1701"/>
                <a:gd name="T1" fmla="*/ 12 h 1529"/>
                <a:gd name="T2" fmla="*/ 193 w 1701"/>
                <a:gd name="T3" fmla="*/ 0 h 1529"/>
                <a:gd name="T4" fmla="*/ 147 w 1701"/>
                <a:gd name="T5" fmla="*/ 0 h 1529"/>
                <a:gd name="T6" fmla="*/ 143 w 1701"/>
                <a:gd name="T7" fmla="*/ 13 h 1529"/>
                <a:gd name="T8" fmla="*/ 15 w 1701"/>
                <a:gd name="T9" fmla="*/ 13 h 1529"/>
                <a:gd name="T10" fmla="*/ 0 w 1701"/>
                <a:gd name="T11" fmla="*/ 40 h 1529"/>
                <a:gd name="T12" fmla="*/ 6 w 1701"/>
                <a:gd name="T13" fmla="*/ 43 h 1529"/>
                <a:gd name="T14" fmla="*/ 19 w 1701"/>
                <a:gd name="T15" fmla="*/ 19 h 1529"/>
                <a:gd name="T16" fmla="*/ 148 w 1701"/>
                <a:gd name="T17" fmla="*/ 19 h 1529"/>
                <a:gd name="T18" fmla="*/ 152 w 1701"/>
                <a:gd name="T19" fmla="*/ 7 h 1529"/>
                <a:gd name="T20" fmla="*/ 185 w 1701"/>
                <a:gd name="T21" fmla="*/ 7 h 1529"/>
                <a:gd name="T22" fmla="*/ 183 w 1701"/>
                <a:gd name="T23" fmla="*/ 18 h 1529"/>
                <a:gd name="T24" fmla="*/ 205 w 1701"/>
                <a:gd name="T25" fmla="*/ 18 h 1529"/>
                <a:gd name="T26" fmla="*/ 173 w 1701"/>
                <a:gd name="T27" fmla="*/ 189 h 1529"/>
                <a:gd name="T28" fmla="*/ 180 w 1701"/>
                <a:gd name="T29" fmla="*/ 192 h 1529"/>
                <a:gd name="T30" fmla="*/ 213 w 1701"/>
                <a:gd name="T31" fmla="*/ 12 h 1529"/>
                <a:gd name="T32" fmla="*/ 191 w 1701"/>
                <a:gd name="T33" fmla="*/ 12 h 152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701"/>
                <a:gd name="T52" fmla="*/ 0 h 1529"/>
                <a:gd name="T53" fmla="*/ 1701 w 1701"/>
                <a:gd name="T54" fmla="*/ 1529 h 1529"/>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701" h="1529">
                  <a:moveTo>
                    <a:pt x="1523" y="90"/>
                  </a:moveTo>
                  <a:lnTo>
                    <a:pt x="1541" y="0"/>
                  </a:lnTo>
                  <a:lnTo>
                    <a:pt x="1174" y="0"/>
                  </a:lnTo>
                  <a:lnTo>
                    <a:pt x="1144" y="97"/>
                  </a:lnTo>
                  <a:lnTo>
                    <a:pt x="115" y="97"/>
                  </a:lnTo>
                  <a:lnTo>
                    <a:pt x="0" y="316"/>
                  </a:lnTo>
                  <a:lnTo>
                    <a:pt x="45" y="341"/>
                  </a:lnTo>
                  <a:lnTo>
                    <a:pt x="147" y="148"/>
                  </a:lnTo>
                  <a:lnTo>
                    <a:pt x="1183" y="148"/>
                  </a:lnTo>
                  <a:lnTo>
                    <a:pt x="1213" y="51"/>
                  </a:lnTo>
                  <a:lnTo>
                    <a:pt x="1479" y="51"/>
                  </a:lnTo>
                  <a:lnTo>
                    <a:pt x="1459" y="143"/>
                  </a:lnTo>
                  <a:lnTo>
                    <a:pt x="1639" y="143"/>
                  </a:lnTo>
                  <a:lnTo>
                    <a:pt x="1380" y="1507"/>
                  </a:lnTo>
                  <a:lnTo>
                    <a:pt x="1438" y="1529"/>
                  </a:lnTo>
                  <a:lnTo>
                    <a:pt x="1701" y="90"/>
                  </a:lnTo>
                  <a:lnTo>
                    <a:pt x="1523" y="9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48" name="Freeform 30"/>
            <p:cNvSpPr>
              <a:spLocks/>
            </p:cNvSpPr>
            <p:nvPr/>
          </p:nvSpPr>
          <p:spPr bwMode="auto">
            <a:xfrm>
              <a:off x="788" y="882"/>
              <a:ext cx="858" cy="937"/>
            </a:xfrm>
            <a:custGeom>
              <a:avLst/>
              <a:gdLst>
                <a:gd name="T0" fmla="*/ 89 w 1715"/>
                <a:gd name="T1" fmla="*/ 0 h 1876"/>
                <a:gd name="T2" fmla="*/ 0 w 1715"/>
                <a:gd name="T3" fmla="*/ 168 h 1876"/>
                <a:gd name="T4" fmla="*/ 126 w 1715"/>
                <a:gd name="T5" fmla="*/ 234 h 1876"/>
                <a:gd name="T6" fmla="*/ 215 w 1715"/>
                <a:gd name="T7" fmla="*/ 66 h 1876"/>
                <a:gd name="T8" fmla="*/ 89 w 1715"/>
                <a:gd name="T9" fmla="*/ 0 h 1876"/>
                <a:gd name="T10" fmla="*/ 0 60000 65536"/>
                <a:gd name="T11" fmla="*/ 0 60000 65536"/>
                <a:gd name="T12" fmla="*/ 0 60000 65536"/>
                <a:gd name="T13" fmla="*/ 0 60000 65536"/>
                <a:gd name="T14" fmla="*/ 0 60000 65536"/>
                <a:gd name="T15" fmla="*/ 0 w 1715"/>
                <a:gd name="T16" fmla="*/ 0 h 1876"/>
                <a:gd name="T17" fmla="*/ 1715 w 1715"/>
                <a:gd name="T18" fmla="*/ 1876 h 1876"/>
              </a:gdLst>
              <a:ahLst/>
              <a:cxnLst>
                <a:cxn ang="T10">
                  <a:pos x="T0" y="T1"/>
                </a:cxn>
                <a:cxn ang="T11">
                  <a:pos x="T2" y="T3"/>
                </a:cxn>
                <a:cxn ang="T12">
                  <a:pos x="T4" y="T5"/>
                </a:cxn>
                <a:cxn ang="T13">
                  <a:pos x="T6" y="T7"/>
                </a:cxn>
                <a:cxn ang="T14">
                  <a:pos x="T8" y="T9"/>
                </a:cxn>
              </a:cxnLst>
              <a:rect l="T15" t="T16" r="T17" b="T18"/>
              <a:pathLst>
                <a:path w="1715" h="1876">
                  <a:moveTo>
                    <a:pt x="711" y="0"/>
                  </a:moveTo>
                  <a:lnTo>
                    <a:pt x="0" y="1345"/>
                  </a:lnTo>
                  <a:lnTo>
                    <a:pt x="1002" y="1876"/>
                  </a:lnTo>
                  <a:lnTo>
                    <a:pt x="1715" y="531"/>
                  </a:lnTo>
                  <a:lnTo>
                    <a:pt x="71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49" name="Freeform 31"/>
            <p:cNvSpPr>
              <a:spLocks/>
            </p:cNvSpPr>
            <p:nvPr/>
          </p:nvSpPr>
          <p:spPr bwMode="auto">
            <a:xfrm>
              <a:off x="824" y="917"/>
              <a:ext cx="787" cy="868"/>
            </a:xfrm>
            <a:custGeom>
              <a:avLst/>
              <a:gdLst>
                <a:gd name="T0" fmla="*/ 197 w 1574"/>
                <a:gd name="T1" fmla="*/ 61 h 1735"/>
                <a:gd name="T2" fmla="*/ 113 w 1574"/>
                <a:gd name="T3" fmla="*/ 217 h 1735"/>
                <a:gd name="T4" fmla="*/ 0 w 1574"/>
                <a:gd name="T5" fmla="*/ 157 h 1735"/>
                <a:gd name="T6" fmla="*/ 83 w 1574"/>
                <a:gd name="T7" fmla="*/ 0 h 1735"/>
                <a:gd name="T8" fmla="*/ 197 w 1574"/>
                <a:gd name="T9" fmla="*/ 61 h 1735"/>
                <a:gd name="T10" fmla="*/ 0 60000 65536"/>
                <a:gd name="T11" fmla="*/ 0 60000 65536"/>
                <a:gd name="T12" fmla="*/ 0 60000 65536"/>
                <a:gd name="T13" fmla="*/ 0 60000 65536"/>
                <a:gd name="T14" fmla="*/ 0 60000 65536"/>
                <a:gd name="T15" fmla="*/ 0 w 1574"/>
                <a:gd name="T16" fmla="*/ 0 h 1735"/>
                <a:gd name="T17" fmla="*/ 1574 w 1574"/>
                <a:gd name="T18" fmla="*/ 1735 h 1735"/>
              </a:gdLst>
              <a:ahLst/>
              <a:cxnLst>
                <a:cxn ang="T10">
                  <a:pos x="T0" y="T1"/>
                </a:cxn>
                <a:cxn ang="T11">
                  <a:pos x="T2" y="T3"/>
                </a:cxn>
                <a:cxn ang="T12">
                  <a:pos x="T4" y="T5"/>
                </a:cxn>
                <a:cxn ang="T13">
                  <a:pos x="T6" y="T7"/>
                </a:cxn>
                <a:cxn ang="T14">
                  <a:pos x="T8" y="T9"/>
                </a:cxn>
              </a:cxnLst>
              <a:rect l="T15" t="T16" r="T17" b="T18"/>
              <a:pathLst>
                <a:path w="1574" h="1735">
                  <a:moveTo>
                    <a:pt x="1574" y="482"/>
                  </a:moveTo>
                  <a:lnTo>
                    <a:pt x="911" y="1735"/>
                  </a:lnTo>
                  <a:lnTo>
                    <a:pt x="0" y="1253"/>
                  </a:lnTo>
                  <a:lnTo>
                    <a:pt x="662" y="0"/>
                  </a:lnTo>
                  <a:lnTo>
                    <a:pt x="1574" y="482"/>
                  </a:lnTo>
                  <a:close/>
                </a:path>
              </a:pathLst>
            </a:cu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50" name="Freeform 32"/>
            <p:cNvSpPr>
              <a:spLocks/>
            </p:cNvSpPr>
            <p:nvPr/>
          </p:nvSpPr>
          <p:spPr bwMode="auto">
            <a:xfrm>
              <a:off x="1181" y="1009"/>
              <a:ext cx="326" cy="186"/>
            </a:xfrm>
            <a:custGeom>
              <a:avLst/>
              <a:gdLst>
                <a:gd name="T0" fmla="*/ 81 w 652"/>
                <a:gd name="T1" fmla="*/ 42 h 373"/>
                <a:gd name="T2" fmla="*/ 3 w 652"/>
                <a:gd name="T3" fmla="*/ 0 h 373"/>
                <a:gd name="T4" fmla="*/ 3 w 652"/>
                <a:gd name="T5" fmla="*/ 0 h 373"/>
                <a:gd name="T6" fmla="*/ 3 w 652"/>
                <a:gd name="T7" fmla="*/ 0 h 373"/>
                <a:gd name="T8" fmla="*/ 1 w 652"/>
                <a:gd name="T9" fmla="*/ 0 h 373"/>
                <a:gd name="T10" fmla="*/ 1 w 652"/>
                <a:gd name="T11" fmla="*/ 0 h 373"/>
                <a:gd name="T12" fmla="*/ 1 w 652"/>
                <a:gd name="T13" fmla="*/ 1 h 373"/>
                <a:gd name="T14" fmla="*/ 0 w 652"/>
                <a:gd name="T15" fmla="*/ 2 h 373"/>
                <a:gd name="T16" fmla="*/ 0 w 652"/>
                <a:gd name="T17" fmla="*/ 2 h 373"/>
                <a:gd name="T18" fmla="*/ 1 w 652"/>
                <a:gd name="T19" fmla="*/ 3 h 373"/>
                <a:gd name="T20" fmla="*/ 1 w 652"/>
                <a:gd name="T21" fmla="*/ 4 h 373"/>
                <a:gd name="T22" fmla="*/ 1 w 652"/>
                <a:gd name="T23" fmla="*/ 4 h 373"/>
                <a:gd name="T24" fmla="*/ 79 w 652"/>
                <a:gd name="T25" fmla="*/ 46 h 373"/>
                <a:gd name="T26" fmla="*/ 79 w 652"/>
                <a:gd name="T27" fmla="*/ 46 h 373"/>
                <a:gd name="T28" fmla="*/ 80 w 652"/>
                <a:gd name="T29" fmla="*/ 46 h 373"/>
                <a:gd name="T30" fmla="*/ 80 w 652"/>
                <a:gd name="T31" fmla="*/ 46 h 373"/>
                <a:gd name="T32" fmla="*/ 81 w 652"/>
                <a:gd name="T33" fmla="*/ 46 h 373"/>
                <a:gd name="T34" fmla="*/ 82 w 652"/>
                <a:gd name="T35" fmla="*/ 45 h 373"/>
                <a:gd name="T36" fmla="*/ 82 w 652"/>
                <a:gd name="T37" fmla="*/ 44 h 373"/>
                <a:gd name="T38" fmla="*/ 82 w 652"/>
                <a:gd name="T39" fmla="*/ 43 h 373"/>
                <a:gd name="T40" fmla="*/ 81 w 652"/>
                <a:gd name="T41" fmla="*/ 43 h 373"/>
                <a:gd name="T42" fmla="*/ 81 w 652"/>
                <a:gd name="T43" fmla="*/ 42 h 373"/>
                <a:gd name="T44" fmla="*/ 81 w 652"/>
                <a:gd name="T45" fmla="*/ 42 h 373"/>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652"/>
                <a:gd name="T70" fmla="*/ 0 h 373"/>
                <a:gd name="T71" fmla="*/ 652 w 652"/>
                <a:gd name="T72" fmla="*/ 373 h 373"/>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652" h="373">
                  <a:moveTo>
                    <a:pt x="642" y="341"/>
                  </a:moveTo>
                  <a:lnTo>
                    <a:pt x="26" y="2"/>
                  </a:lnTo>
                  <a:lnTo>
                    <a:pt x="19" y="0"/>
                  </a:lnTo>
                  <a:lnTo>
                    <a:pt x="13" y="0"/>
                  </a:lnTo>
                  <a:lnTo>
                    <a:pt x="7" y="3"/>
                  </a:lnTo>
                  <a:lnTo>
                    <a:pt x="3" y="9"/>
                  </a:lnTo>
                  <a:lnTo>
                    <a:pt x="0" y="16"/>
                  </a:lnTo>
                  <a:lnTo>
                    <a:pt x="0" y="23"/>
                  </a:lnTo>
                  <a:lnTo>
                    <a:pt x="3" y="28"/>
                  </a:lnTo>
                  <a:lnTo>
                    <a:pt x="8" y="32"/>
                  </a:lnTo>
                  <a:lnTo>
                    <a:pt x="626" y="371"/>
                  </a:lnTo>
                  <a:lnTo>
                    <a:pt x="633" y="373"/>
                  </a:lnTo>
                  <a:lnTo>
                    <a:pt x="639" y="373"/>
                  </a:lnTo>
                  <a:lnTo>
                    <a:pt x="645" y="370"/>
                  </a:lnTo>
                  <a:lnTo>
                    <a:pt x="649" y="365"/>
                  </a:lnTo>
                  <a:lnTo>
                    <a:pt x="652" y="358"/>
                  </a:lnTo>
                  <a:lnTo>
                    <a:pt x="651" y="351"/>
                  </a:lnTo>
                  <a:lnTo>
                    <a:pt x="648" y="345"/>
                  </a:lnTo>
                  <a:lnTo>
                    <a:pt x="642" y="34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51" name="Freeform 33"/>
            <p:cNvSpPr>
              <a:spLocks/>
            </p:cNvSpPr>
            <p:nvPr/>
          </p:nvSpPr>
          <p:spPr bwMode="auto">
            <a:xfrm>
              <a:off x="1151" y="1064"/>
              <a:ext cx="325" cy="186"/>
            </a:xfrm>
            <a:custGeom>
              <a:avLst/>
              <a:gdLst>
                <a:gd name="T0" fmla="*/ 80 w 651"/>
                <a:gd name="T1" fmla="*/ 42 h 373"/>
                <a:gd name="T2" fmla="*/ 3 w 651"/>
                <a:gd name="T3" fmla="*/ 0 h 373"/>
                <a:gd name="T4" fmla="*/ 3 w 651"/>
                <a:gd name="T5" fmla="*/ 0 h 373"/>
                <a:gd name="T6" fmla="*/ 2 w 651"/>
                <a:gd name="T7" fmla="*/ 0 h 373"/>
                <a:gd name="T8" fmla="*/ 1 w 651"/>
                <a:gd name="T9" fmla="*/ 0 h 373"/>
                <a:gd name="T10" fmla="*/ 0 w 651"/>
                <a:gd name="T11" fmla="*/ 0 h 373"/>
                <a:gd name="T12" fmla="*/ 0 w 651"/>
                <a:gd name="T13" fmla="*/ 1 h 373"/>
                <a:gd name="T14" fmla="*/ 0 w 651"/>
                <a:gd name="T15" fmla="*/ 2 h 373"/>
                <a:gd name="T16" fmla="*/ 0 w 651"/>
                <a:gd name="T17" fmla="*/ 2 h 373"/>
                <a:gd name="T18" fmla="*/ 0 w 651"/>
                <a:gd name="T19" fmla="*/ 3 h 373"/>
                <a:gd name="T20" fmla="*/ 1 w 651"/>
                <a:gd name="T21" fmla="*/ 4 h 373"/>
                <a:gd name="T22" fmla="*/ 1 w 651"/>
                <a:gd name="T23" fmla="*/ 4 h 373"/>
                <a:gd name="T24" fmla="*/ 78 w 651"/>
                <a:gd name="T25" fmla="*/ 46 h 373"/>
                <a:gd name="T26" fmla="*/ 78 w 651"/>
                <a:gd name="T27" fmla="*/ 46 h 373"/>
                <a:gd name="T28" fmla="*/ 79 w 651"/>
                <a:gd name="T29" fmla="*/ 46 h 373"/>
                <a:gd name="T30" fmla="*/ 80 w 651"/>
                <a:gd name="T31" fmla="*/ 46 h 373"/>
                <a:gd name="T32" fmla="*/ 80 w 651"/>
                <a:gd name="T33" fmla="*/ 46 h 373"/>
                <a:gd name="T34" fmla="*/ 81 w 651"/>
                <a:gd name="T35" fmla="*/ 45 h 373"/>
                <a:gd name="T36" fmla="*/ 81 w 651"/>
                <a:gd name="T37" fmla="*/ 44 h 373"/>
                <a:gd name="T38" fmla="*/ 81 w 651"/>
                <a:gd name="T39" fmla="*/ 43 h 373"/>
                <a:gd name="T40" fmla="*/ 81 w 651"/>
                <a:gd name="T41" fmla="*/ 43 h 373"/>
                <a:gd name="T42" fmla="*/ 80 w 651"/>
                <a:gd name="T43" fmla="*/ 42 h 373"/>
                <a:gd name="T44" fmla="*/ 80 w 651"/>
                <a:gd name="T45" fmla="*/ 42 h 373"/>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651"/>
                <a:gd name="T70" fmla="*/ 0 h 373"/>
                <a:gd name="T71" fmla="*/ 651 w 651"/>
                <a:gd name="T72" fmla="*/ 373 h 373"/>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651" h="373">
                  <a:moveTo>
                    <a:pt x="642" y="341"/>
                  </a:moveTo>
                  <a:lnTo>
                    <a:pt x="25" y="2"/>
                  </a:lnTo>
                  <a:lnTo>
                    <a:pt x="18" y="0"/>
                  </a:lnTo>
                  <a:lnTo>
                    <a:pt x="13" y="0"/>
                  </a:lnTo>
                  <a:lnTo>
                    <a:pt x="7" y="3"/>
                  </a:lnTo>
                  <a:lnTo>
                    <a:pt x="2" y="9"/>
                  </a:lnTo>
                  <a:lnTo>
                    <a:pt x="0" y="16"/>
                  </a:lnTo>
                  <a:lnTo>
                    <a:pt x="0" y="22"/>
                  </a:lnTo>
                  <a:lnTo>
                    <a:pt x="3" y="28"/>
                  </a:lnTo>
                  <a:lnTo>
                    <a:pt x="9" y="32"/>
                  </a:lnTo>
                  <a:lnTo>
                    <a:pt x="626" y="371"/>
                  </a:lnTo>
                  <a:lnTo>
                    <a:pt x="633" y="373"/>
                  </a:lnTo>
                  <a:lnTo>
                    <a:pt x="640" y="373"/>
                  </a:lnTo>
                  <a:lnTo>
                    <a:pt x="645" y="370"/>
                  </a:lnTo>
                  <a:lnTo>
                    <a:pt x="649" y="364"/>
                  </a:lnTo>
                  <a:lnTo>
                    <a:pt x="651" y="357"/>
                  </a:lnTo>
                  <a:lnTo>
                    <a:pt x="651" y="350"/>
                  </a:lnTo>
                  <a:lnTo>
                    <a:pt x="648" y="345"/>
                  </a:lnTo>
                  <a:lnTo>
                    <a:pt x="642" y="34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52" name="Freeform 34"/>
            <p:cNvSpPr>
              <a:spLocks/>
            </p:cNvSpPr>
            <p:nvPr/>
          </p:nvSpPr>
          <p:spPr bwMode="auto">
            <a:xfrm>
              <a:off x="1121" y="1118"/>
              <a:ext cx="326" cy="187"/>
            </a:xfrm>
            <a:custGeom>
              <a:avLst/>
              <a:gdLst>
                <a:gd name="T0" fmla="*/ 81 w 651"/>
                <a:gd name="T1" fmla="*/ 43 h 373"/>
                <a:gd name="T2" fmla="*/ 4 w 651"/>
                <a:gd name="T3" fmla="*/ 1 h 373"/>
                <a:gd name="T4" fmla="*/ 4 w 651"/>
                <a:gd name="T5" fmla="*/ 1 h 373"/>
                <a:gd name="T6" fmla="*/ 3 w 651"/>
                <a:gd name="T7" fmla="*/ 0 h 373"/>
                <a:gd name="T8" fmla="*/ 2 w 651"/>
                <a:gd name="T9" fmla="*/ 1 h 373"/>
                <a:gd name="T10" fmla="*/ 1 w 651"/>
                <a:gd name="T11" fmla="*/ 1 h 373"/>
                <a:gd name="T12" fmla="*/ 1 w 651"/>
                <a:gd name="T13" fmla="*/ 2 h 373"/>
                <a:gd name="T14" fmla="*/ 0 w 651"/>
                <a:gd name="T15" fmla="*/ 2 h 373"/>
                <a:gd name="T16" fmla="*/ 0 w 651"/>
                <a:gd name="T17" fmla="*/ 3 h 373"/>
                <a:gd name="T18" fmla="*/ 1 w 651"/>
                <a:gd name="T19" fmla="*/ 4 h 373"/>
                <a:gd name="T20" fmla="*/ 2 w 651"/>
                <a:gd name="T21" fmla="*/ 5 h 373"/>
                <a:gd name="T22" fmla="*/ 2 w 651"/>
                <a:gd name="T23" fmla="*/ 5 h 373"/>
                <a:gd name="T24" fmla="*/ 79 w 651"/>
                <a:gd name="T25" fmla="*/ 47 h 373"/>
                <a:gd name="T26" fmla="*/ 79 w 651"/>
                <a:gd name="T27" fmla="*/ 47 h 373"/>
                <a:gd name="T28" fmla="*/ 80 w 651"/>
                <a:gd name="T29" fmla="*/ 47 h 373"/>
                <a:gd name="T30" fmla="*/ 80 w 651"/>
                <a:gd name="T31" fmla="*/ 47 h 373"/>
                <a:gd name="T32" fmla="*/ 81 w 651"/>
                <a:gd name="T33" fmla="*/ 47 h 373"/>
                <a:gd name="T34" fmla="*/ 82 w 651"/>
                <a:gd name="T35" fmla="*/ 46 h 373"/>
                <a:gd name="T36" fmla="*/ 82 w 651"/>
                <a:gd name="T37" fmla="*/ 45 h 373"/>
                <a:gd name="T38" fmla="*/ 82 w 651"/>
                <a:gd name="T39" fmla="*/ 44 h 373"/>
                <a:gd name="T40" fmla="*/ 81 w 651"/>
                <a:gd name="T41" fmla="*/ 43 h 373"/>
                <a:gd name="T42" fmla="*/ 81 w 651"/>
                <a:gd name="T43" fmla="*/ 43 h 373"/>
                <a:gd name="T44" fmla="*/ 81 w 651"/>
                <a:gd name="T45" fmla="*/ 43 h 373"/>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651"/>
                <a:gd name="T70" fmla="*/ 0 h 373"/>
                <a:gd name="T71" fmla="*/ 651 w 651"/>
                <a:gd name="T72" fmla="*/ 373 h 373"/>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651" h="373">
                  <a:moveTo>
                    <a:pt x="643" y="340"/>
                  </a:moveTo>
                  <a:lnTo>
                    <a:pt x="25" y="2"/>
                  </a:lnTo>
                  <a:lnTo>
                    <a:pt x="19" y="0"/>
                  </a:lnTo>
                  <a:lnTo>
                    <a:pt x="12" y="1"/>
                  </a:lnTo>
                  <a:lnTo>
                    <a:pt x="6" y="4"/>
                  </a:lnTo>
                  <a:lnTo>
                    <a:pt x="2" y="9"/>
                  </a:lnTo>
                  <a:lnTo>
                    <a:pt x="0" y="16"/>
                  </a:lnTo>
                  <a:lnTo>
                    <a:pt x="0" y="22"/>
                  </a:lnTo>
                  <a:lnTo>
                    <a:pt x="3" y="27"/>
                  </a:lnTo>
                  <a:lnTo>
                    <a:pt x="9" y="33"/>
                  </a:lnTo>
                  <a:lnTo>
                    <a:pt x="626" y="371"/>
                  </a:lnTo>
                  <a:lnTo>
                    <a:pt x="633" y="373"/>
                  </a:lnTo>
                  <a:lnTo>
                    <a:pt x="639" y="373"/>
                  </a:lnTo>
                  <a:lnTo>
                    <a:pt x="645" y="369"/>
                  </a:lnTo>
                  <a:lnTo>
                    <a:pt x="650" y="364"/>
                  </a:lnTo>
                  <a:lnTo>
                    <a:pt x="651" y="357"/>
                  </a:lnTo>
                  <a:lnTo>
                    <a:pt x="651" y="351"/>
                  </a:lnTo>
                  <a:lnTo>
                    <a:pt x="648" y="344"/>
                  </a:lnTo>
                  <a:lnTo>
                    <a:pt x="643" y="3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53" name="Freeform 35"/>
            <p:cNvSpPr>
              <a:spLocks/>
            </p:cNvSpPr>
            <p:nvPr/>
          </p:nvSpPr>
          <p:spPr bwMode="auto">
            <a:xfrm>
              <a:off x="1091" y="1173"/>
              <a:ext cx="326" cy="187"/>
            </a:xfrm>
            <a:custGeom>
              <a:avLst/>
              <a:gdLst>
                <a:gd name="T0" fmla="*/ 81 w 652"/>
                <a:gd name="T1" fmla="*/ 43 h 374"/>
                <a:gd name="T2" fmla="*/ 3 w 652"/>
                <a:gd name="T3" fmla="*/ 1 h 374"/>
                <a:gd name="T4" fmla="*/ 3 w 652"/>
                <a:gd name="T5" fmla="*/ 1 h 374"/>
                <a:gd name="T6" fmla="*/ 3 w 652"/>
                <a:gd name="T7" fmla="*/ 0 h 374"/>
                <a:gd name="T8" fmla="*/ 1 w 652"/>
                <a:gd name="T9" fmla="*/ 0 h 374"/>
                <a:gd name="T10" fmla="*/ 1 w 652"/>
                <a:gd name="T11" fmla="*/ 1 h 374"/>
                <a:gd name="T12" fmla="*/ 1 w 652"/>
                <a:gd name="T13" fmla="*/ 1 h 374"/>
                <a:gd name="T14" fmla="*/ 0 w 652"/>
                <a:gd name="T15" fmla="*/ 2 h 374"/>
                <a:gd name="T16" fmla="*/ 0 w 652"/>
                <a:gd name="T17" fmla="*/ 3 h 374"/>
                <a:gd name="T18" fmla="*/ 1 w 652"/>
                <a:gd name="T19" fmla="*/ 3 h 374"/>
                <a:gd name="T20" fmla="*/ 1 w 652"/>
                <a:gd name="T21" fmla="*/ 4 h 374"/>
                <a:gd name="T22" fmla="*/ 1 w 652"/>
                <a:gd name="T23" fmla="*/ 4 h 374"/>
                <a:gd name="T24" fmla="*/ 79 w 652"/>
                <a:gd name="T25" fmla="*/ 47 h 374"/>
                <a:gd name="T26" fmla="*/ 79 w 652"/>
                <a:gd name="T27" fmla="*/ 47 h 374"/>
                <a:gd name="T28" fmla="*/ 80 w 652"/>
                <a:gd name="T29" fmla="*/ 47 h 374"/>
                <a:gd name="T30" fmla="*/ 80 w 652"/>
                <a:gd name="T31" fmla="*/ 47 h 374"/>
                <a:gd name="T32" fmla="*/ 81 w 652"/>
                <a:gd name="T33" fmla="*/ 47 h 374"/>
                <a:gd name="T34" fmla="*/ 82 w 652"/>
                <a:gd name="T35" fmla="*/ 46 h 374"/>
                <a:gd name="T36" fmla="*/ 82 w 652"/>
                <a:gd name="T37" fmla="*/ 45 h 374"/>
                <a:gd name="T38" fmla="*/ 82 w 652"/>
                <a:gd name="T39" fmla="*/ 44 h 374"/>
                <a:gd name="T40" fmla="*/ 81 w 652"/>
                <a:gd name="T41" fmla="*/ 44 h 374"/>
                <a:gd name="T42" fmla="*/ 81 w 652"/>
                <a:gd name="T43" fmla="*/ 43 h 374"/>
                <a:gd name="T44" fmla="*/ 81 w 652"/>
                <a:gd name="T45" fmla="*/ 43 h 37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652"/>
                <a:gd name="T70" fmla="*/ 0 h 374"/>
                <a:gd name="T71" fmla="*/ 652 w 652"/>
                <a:gd name="T72" fmla="*/ 374 h 374"/>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652" h="374">
                  <a:moveTo>
                    <a:pt x="643" y="341"/>
                  </a:moveTo>
                  <a:lnTo>
                    <a:pt x="27" y="3"/>
                  </a:lnTo>
                  <a:lnTo>
                    <a:pt x="20" y="0"/>
                  </a:lnTo>
                  <a:lnTo>
                    <a:pt x="13" y="0"/>
                  </a:lnTo>
                  <a:lnTo>
                    <a:pt x="7" y="3"/>
                  </a:lnTo>
                  <a:lnTo>
                    <a:pt x="3" y="9"/>
                  </a:lnTo>
                  <a:lnTo>
                    <a:pt x="0" y="16"/>
                  </a:lnTo>
                  <a:lnTo>
                    <a:pt x="0" y="23"/>
                  </a:lnTo>
                  <a:lnTo>
                    <a:pt x="4" y="28"/>
                  </a:lnTo>
                  <a:lnTo>
                    <a:pt x="10" y="32"/>
                  </a:lnTo>
                  <a:lnTo>
                    <a:pt x="626" y="371"/>
                  </a:lnTo>
                  <a:lnTo>
                    <a:pt x="633" y="374"/>
                  </a:lnTo>
                  <a:lnTo>
                    <a:pt x="640" y="373"/>
                  </a:lnTo>
                  <a:lnTo>
                    <a:pt x="645" y="370"/>
                  </a:lnTo>
                  <a:lnTo>
                    <a:pt x="649" y="364"/>
                  </a:lnTo>
                  <a:lnTo>
                    <a:pt x="652" y="357"/>
                  </a:lnTo>
                  <a:lnTo>
                    <a:pt x="651" y="352"/>
                  </a:lnTo>
                  <a:lnTo>
                    <a:pt x="648" y="345"/>
                  </a:lnTo>
                  <a:lnTo>
                    <a:pt x="643" y="34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54" name="Freeform 36"/>
            <p:cNvSpPr>
              <a:spLocks/>
            </p:cNvSpPr>
            <p:nvPr/>
          </p:nvSpPr>
          <p:spPr bwMode="auto">
            <a:xfrm>
              <a:off x="1061" y="1228"/>
              <a:ext cx="325" cy="186"/>
            </a:xfrm>
            <a:custGeom>
              <a:avLst/>
              <a:gdLst>
                <a:gd name="T0" fmla="*/ 81 w 650"/>
                <a:gd name="T1" fmla="*/ 42 h 373"/>
                <a:gd name="T2" fmla="*/ 3 w 650"/>
                <a:gd name="T3" fmla="*/ 0 h 373"/>
                <a:gd name="T4" fmla="*/ 3 w 650"/>
                <a:gd name="T5" fmla="*/ 0 h 373"/>
                <a:gd name="T6" fmla="*/ 3 w 650"/>
                <a:gd name="T7" fmla="*/ 0 h 373"/>
                <a:gd name="T8" fmla="*/ 1 w 650"/>
                <a:gd name="T9" fmla="*/ 0 h 373"/>
                <a:gd name="T10" fmla="*/ 1 w 650"/>
                <a:gd name="T11" fmla="*/ 0 h 373"/>
                <a:gd name="T12" fmla="*/ 1 w 650"/>
                <a:gd name="T13" fmla="*/ 1 h 373"/>
                <a:gd name="T14" fmla="*/ 0 w 650"/>
                <a:gd name="T15" fmla="*/ 1 h 373"/>
                <a:gd name="T16" fmla="*/ 0 w 650"/>
                <a:gd name="T17" fmla="*/ 2 h 373"/>
                <a:gd name="T18" fmla="*/ 1 w 650"/>
                <a:gd name="T19" fmla="*/ 3 h 373"/>
                <a:gd name="T20" fmla="*/ 1 w 650"/>
                <a:gd name="T21" fmla="*/ 4 h 373"/>
                <a:gd name="T22" fmla="*/ 1 w 650"/>
                <a:gd name="T23" fmla="*/ 4 h 373"/>
                <a:gd name="T24" fmla="*/ 79 w 650"/>
                <a:gd name="T25" fmla="*/ 46 h 373"/>
                <a:gd name="T26" fmla="*/ 79 w 650"/>
                <a:gd name="T27" fmla="*/ 46 h 373"/>
                <a:gd name="T28" fmla="*/ 79 w 650"/>
                <a:gd name="T29" fmla="*/ 46 h 373"/>
                <a:gd name="T30" fmla="*/ 80 w 650"/>
                <a:gd name="T31" fmla="*/ 46 h 373"/>
                <a:gd name="T32" fmla="*/ 81 w 650"/>
                <a:gd name="T33" fmla="*/ 46 h 373"/>
                <a:gd name="T34" fmla="*/ 81 w 650"/>
                <a:gd name="T35" fmla="*/ 45 h 373"/>
                <a:gd name="T36" fmla="*/ 81 w 650"/>
                <a:gd name="T37" fmla="*/ 44 h 373"/>
                <a:gd name="T38" fmla="*/ 81 w 650"/>
                <a:gd name="T39" fmla="*/ 43 h 373"/>
                <a:gd name="T40" fmla="*/ 81 w 650"/>
                <a:gd name="T41" fmla="*/ 43 h 373"/>
                <a:gd name="T42" fmla="*/ 81 w 650"/>
                <a:gd name="T43" fmla="*/ 42 h 373"/>
                <a:gd name="T44" fmla="*/ 81 w 650"/>
                <a:gd name="T45" fmla="*/ 42 h 373"/>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650"/>
                <a:gd name="T70" fmla="*/ 0 h 373"/>
                <a:gd name="T71" fmla="*/ 650 w 650"/>
                <a:gd name="T72" fmla="*/ 373 h 373"/>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650" h="373">
                  <a:moveTo>
                    <a:pt x="642" y="341"/>
                  </a:moveTo>
                  <a:lnTo>
                    <a:pt x="25" y="2"/>
                  </a:lnTo>
                  <a:lnTo>
                    <a:pt x="18" y="0"/>
                  </a:lnTo>
                  <a:lnTo>
                    <a:pt x="12" y="0"/>
                  </a:lnTo>
                  <a:lnTo>
                    <a:pt x="6" y="3"/>
                  </a:lnTo>
                  <a:lnTo>
                    <a:pt x="1" y="8"/>
                  </a:lnTo>
                  <a:lnTo>
                    <a:pt x="0" y="15"/>
                  </a:lnTo>
                  <a:lnTo>
                    <a:pt x="0" y="22"/>
                  </a:lnTo>
                  <a:lnTo>
                    <a:pt x="2" y="28"/>
                  </a:lnTo>
                  <a:lnTo>
                    <a:pt x="8" y="32"/>
                  </a:lnTo>
                  <a:lnTo>
                    <a:pt x="625" y="371"/>
                  </a:lnTo>
                  <a:lnTo>
                    <a:pt x="632" y="373"/>
                  </a:lnTo>
                  <a:lnTo>
                    <a:pt x="639" y="373"/>
                  </a:lnTo>
                  <a:lnTo>
                    <a:pt x="645" y="370"/>
                  </a:lnTo>
                  <a:lnTo>
                    <a:pt x="649" y="364"/>
                  </a:lnTo>
                  <a:lnTo>
                    <a:pt x="650" y="357"/>
                  </a:lnTo>
                  <a:lnTo>
                    <a:pt x="650" y="350"/>
                  </a:lnTo>
                  <a:lnTo>
                    <a:pt x="647" y="345"/>
                  </a:lnTo>
                  <a:lnTo>
                    <a:pt x="642" y="34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55" name="Freeform 37"/>
            <p:cNvSpPr>
              <a:spLocks/>
            </p:cNvSpPr>
            <p:nvPr/>
          </p:nvSpPr>
          <p:spPr bwMode="auto">
            <a:xfrm>
              <a:off x="1031" y="1282"/>
              <a:ext cx="325" cy="187"/>
            </a:xfrm>
            <a:custGeom>
              <a:avLst/>
              <a:gdLst>
                <a:gd name="T0" fmla="*/ 81 w 650"/>
                <a:gd name="T1" fmla="*/ 43 h 372"/>
                <a:gd name="T2" fmla="*/ 3 w 650"/>
                <a:gd name="T3" fmla="*/ 1 h 372"/>
                <a:gd name="T4" fmla="*/ 3 w 650"/>
                <a:gd name="T5" fmla="*/ 1 h 372"/>
                <a:gd name="T6" fmla="*/ 3 w 650"/>
                <a:gd name="T7" fmla="*/ 0 h 372"/>
                <a:gd name="T8" fmla="*/ 1 w 650"/>
                <a:gd name="T9" fmla="*/ 0 h 372"/>
                <a:gd name="T10" fmla="*/ 1 w 650"/>
                <a:gd name="T11" fmla="*/ 1 h 372"/>
                <a:gd name="T12" fmla="*/ 1 w 650"/>
                <a:gd name="T13" fmla="*/ 1 h 372"/>
                <a:gd name="T14" fmla="*/ 0 w 650"/>
                <a:gd name="T15" fmla="*/ 2 h 372"/>
                <a:gd name="T16" fmla="*/ 0 w 650"/>
                <a:gd name="T17" fmla="*/ 3 h 372"/>
                <a:gd name="T18" fmla="*/ 1 w 650"/>
                <a:gd name="T19" fmla="*/ 4 h 372"/>
                <a:gd name="T20" fmla="*/ 1 w 650"/>
                <a:gd name="T21" fmla="*/ 4 h 372"/>
                <a:gd name="T22" fmla="*/ 1 w 650"/>
                <a:gd name="T23" fmla="*/ 4 h 372"/>
                <a:gd name="T24" fmla="*/ 79 w 650"/>
                <a:gd name="T25" fmla="*/ 47 h 372"/>
                <a:gd name="T26" fmla="*/ 79 w 650"/>
                <a:gd name="T27" fmla="*/ 47 h 372"/>
                <a:gd name="T28" fmla="*/ 79 w 650"/>
                <a:gd name="T29" fmla="*/ 47 h 372"/>
                <a:gd name="T30" fmla="*/ 80 w 650"/>
                <a:gd name="T31" fmla="*/ 47 h 372"/>
                <a:gd name="T32" fmla="*/ 81 w 650"/>
                <a:gd name="T33" fmla="*/ 47 h 372"/>
                <a:gd name="T34" fmla="*/ 81 w 650"/>
                <a:gd name="T35" fmla="*/ 46 h 372"/>
                <a:gd name="T36" fmla="*/ 81 w 650"/>
                <a:gd name="T37" fmla="*/ 45 h 372"/>
                <a:gd name="T38" fmla="*/ 81 w 650"/>
                <a:gd name="T39" fmla="*/ 44 h 372"/>
                <a:gd name="T40" fmla="*/ 81 w 650"/>
                <a:gd name="T41" fmla="*/ 44 h 372"/>
                <a:gd name="T42" fmla="*/ 81 w 650"/>
                <a:gd name="T43" fmla="*/ 43 h 372"/>
                <a:gd name="T44" fmla="*/ 81 w 650"/>
                <a:gd name="T45" fmla="*/ 43 h 372"/>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650"/>
                <a:gd name="T70" fmla="*/ 0 h 372"/>
                <a:gd name="T71" fmla="*/ 650 w 650"/>
                <a:gd name="T72" fmla="*/ 372 h 372"/>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650" h="372">
                  <a:moveTo>
                    <a:pt x="642" y="340"/>
                  </a:moveTo>
                  <a:lnTo>
                    <a:pt x="25" y="1"/>
                  </a:lnTo>
                  <a:lnTo>
                    <a:pt x="18" y="0"/>
                  </a:lnTo>
                  <a:lnTo>
                    <a:pt x="11" y="0"/>
                  </a:lnTo>
                  <a:lnTo>
                    <a:pt x="5" y="3"/>
                  </a:lnTo>
                  <a:lnTo>
                    <a:pt x="1" y="8"/>
                  </a:lnTo>
                  <a:lnTo>
                    <a:pt x="0" y="15"/>
                  </a:lnTo>
                  <a:lnTo>
                    <a:pt x="0" y="22"/>
                  </a:lnTo>
                  <a:lnTo>
                    <a:pt x="3" y="28"/>
                  </a:lnTo>
                  <a:lnTo>
                    <a:pt x="8" y="32"/>
                  </a:lnTo>
                  <a:lnTo>
                    <a:pt x="625" y="371"/>
                  </a:lnTo>
                  <a:lnTo>
                    <a:pt x="632" y="372"/>
                  </a:lnTo>
                  <a:lnTo>
                    <a:pt x="638" y="372"/>
                  </a:lnTo>
                  <a:lnTo>
                    <a:pt x="645" y="370"/>
                  </a:lnTo>
                  <a:lnTo>
                    <a:pt x="649" y="364"/>
                  </a:lnTo>
                  <a:lnTo>
                    <a:pt x="650" y="357"/>
                  </a:lnTo>
                  <a:lnTo>
                    <a:pt x="650" y="350"/>
                  </a:lnTo>
                  <a:lnTo>
                    <a:pt x="648" y="344"/>
                  </a:lnTo>
                  <a:lnTo>
                    <a:pt x="642" y="3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56" name="Freeform 38"/>
            <p:cNvSpPr>
              <a:spLocks/>
            </p:cNvSpPr>
            <p:nvPr/>
          </p:nvSpPr>
          <p:spPr bwMode="auto">
            <a:xfrm>
              <a:off x="1000" y="1337"/>
              <a:ext cx="326" cy="187"/>
            </a:xfrm>
            <a:custGeom>
              <a:avLst/>
              <a:gdLst>
                <a:gd name="T0" fmla="*/ 81 w 652"/>
                <a:gd name="T1" fmla="*/ 43 h 372"/>
                <a:gd name="T2" fmla="*/ 3 w 652"/>
                <a:gd name="T3" fmla="*/ 1 h 372"/>
                <a:gd name="T4" fmla="*/ 3 w 652"/>
                <a:gd name="T5" fmla="*/ 1 h 372"/>
                <a:gd name="T6" fmla="*/ 3 w 652"/>
                <a:gd name="T7" fmla="*/ 0 h 372"/>
                <a:gd name="T8" fmla="*/ 1 w 652"/>
                <a:gd name="T9" fmla="*/ 0 h 372"/>
                <a:gd name="T10" fmla="*/ 1 w 652"/>
                <a:gd name="T11" fmla="*/ 1 h 372"/>
                <a:gd name="T12" fmla="*/ 1 w 652"/>
                <a:gd name="T13" fmla="*/ 1 h 372"/>
                <a:gd name="T14" fmla="*/ 0 w 652"/>
                <a:gd name="T15" fmla="*/ 2 h 372"/>
                <a:gd name="T16" fmla="*/ 1 w 652"/>
                <a:gd name="T17" fmla="*/ 3 h 372"/>
                <a:gd name="T18" fmla="*/ 1 w 652"/>
                <a:gd name="T19" fmla="*/ 4 h 372"/>
                <a:gd name="T20" fmla="*/ 1 w 652"/>
                <a:gd name="T21" fmla="*/ 4 h 372"/>
                <a:gd name="T22" fmla="*/ 1 w 652"/>
                <a:gd name="T23" fmla="*/ 4 h 372"/>
                <a:gd name="T24" fmla="*/ 79 w 652"/>
                <a:gd name="T25" fmla="*/ 47 h 372"/>
                <a:gd name="T26" fmla="*/ 79 w 652"/>
                <a:gd name="T27" fmla="*/ 47 h 372"/>
                <a:gd name="T28" fmla="*/ 79 w 652"/>
                <a:gd name="T29" fmla="*/ 47 h 372"/>
                <a:gd name="T30" fmla="*/ 80 w 652"/>
                <a:gd name="T31" fmla="*/ 47 h 372"/>
                <a:gd name="T32" fmla="*/ 81 w 652"/>
                <a:gd name="T33" fmla="*/ 47 h 372"/>
                <a:gd name="T34" fmla="*/ 82 w 652"/>
                <a:gd name="T35" fmla="*/ 46 h 372"/>
                <a:gd name="T36" fmla="*/ 82 w 652"/>
                <a:gd name="T37" fmla="*/ 45 h 372"/>
                <a:gd name="T38" fmla="*/ 82 w 652"/>
                <a:gd name="T39" fmla="*/ 44 h 372"/>
                <a:gd name="T40" fmla="*/ 81 w 652"/>
                <a:gd name="T41" fmla="*/ 44 h 372"/>
                <a:gd name="T42" fmla="*/ 81 w 652"/>
                <a:gd name="T43" fmla="*/ 43 h 372"/>
                <a:gd name="T44" fmla="*/ 81 w 652"/>
                <a:gd name="T45" fmla="*/ 43 h 372"/>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652"/>
                <a:gd name="T70" fmla="*/ 0 h 372"/>
                <a:gd name="T71" fmla="*/ 652 w 652"/>
                <a:gd name="T72" fmla="*/ 372 h 372"/>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652" h="372">
                  <a:moveTo>
                    <a:pt x="642" y="340"/>
                  </a:moveTo>
                  <a:lnTo>
                    <a:pt x="26" y="1"/>
                  </a:lnTo>
                  <a:lnTo>
                    <a:pt x="19" y="0"/>
                  </a:lnTo>
                  <a:lnTo>
                    <a:pt x="12" y="0"/>
                  </a:lnTo>
                  <a:lnTo>
                    <a:pt x="7" y="2"/>
                  </a:lnTo>
                  <a:lnTo>
                    <a:pt x="2" y="8"/>
                  </a:lnTo>
                  <a:lnTo>
                    <a:pt x="0" y="15"/>
                  </a:lnTo>
                  <a:lnTo>
                    <a:pt x="1" y="22"/>
                  </a:lnTo>
                  <a:lnTo>
                    <a:pt x="4" y="27"/>
                  </a:lnTo>
                  <a:lnTo>
                    <a:pt x="9" y="32"/>
                  </a:lnTo>
                  <a:lnTo>
                    <a:pt x="625" y="371"/>
                  </a:lnTo>
                  <a:lnTo>
                    <a:pt x="632" y="372"/>
                  </a:lnTo>
                  <a:lnTo>
                    <a:pt x="639" y="372"/>
                  </a:lnTo>
                  <a:lnTo>
                    <a:pt x="645" y="369"/>
                  </a:lnTo>
                  <a:lnTo>
                    <a:pt x="649" y="364"/>
                  </a:lnTo>
                  <a:lnTo>
                    <a:pt x="652" y="357"/>
                  </a:lnTo>
                  <a:lnTo>
                    <a:pt x="650" y="350"/>
                  </a:lnTo>
                  <a:lnTo>
                    <a:pt x="647" y="344"/>
                  </a:lnTo>
                  <a:lnTo>
                    <a:pt x="642" y="3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57" name="Freeform 39"/>
            <p:cNvSpPr>
              <a:spLocks/>
            </p:cNvSpPr>
            <p:nvPr/>
          </p:nvSpPr>
          <p:spPr bwMode="auto">
            <a:xfrm>
              <a:off x="971" y="1392"/>
              <a:ext cx="325" cy="186"/>
            </a:xfrm>
            <a:custGeom>
              <a:avLst/>
              <a:gdLst>
                <a:gd name="T0" fmla="*/ 81 w 649"/>
                <a:gd name="T1" fmla="*/ 42 h 374"/>
                <a:gd name="T2" fmla="*/ 4 w 649"/>
                <a:gd name="T3" fmla="*/ 0 h 374"/>
                <a:gd name="T4" fmla="*/ 4 w 649"/>
                <a:gd name="T5" fmla="*/ 0 h 374"/>
                <a:gd name="T6" fmla="*/ 3 w 649"/>
                <a:gd name="T7" fmla="*/ 0 h 374"/>
                <a:gd name="T8" fmla="*/ 2 w 649"/>
                <a:gd name="T9" fmla="*/ 0 h 374"/>
                <a:gd name="T10" fmla="*/ 1 w 649"/>
                <a:gd name="T11" fmla="*/ 0 h 374"/>
                <a:gd name="T12" fmla="*/ 1 w 649"/>
                <a:gd name="T13" fmla="*/ 1 h 374"/>
                <a:gd name="T14" fmla="*/ 0 w 649"/>
                <a:gd name="T15" fmla="*/ 2 h 374"/>
                <a:gd name="T16" fmla="*/ 0 w 649"/>
                <a:gd name="T17" fmla="*/ 2 h 374"/>
                <a:gd name="T18" fmla="*/ 1 w 649"/>
                <a:gd name="T19" fmla="*/ 3 h 374"/>
                <a:gd name="T20" fmla="*/ 2 w 649"/>
                <a:gd name="T21" fmla="*/ 4 h 374"/>
                <a:gd name="T22" fmla="*/ 2 w 649"/>
                <a:gd name="T23" fmla="*/ 4 h 374"/>
                <a:gd name="T24" fmla="*/ 78 w 649"/>
                <a:gd name="T25" fmla="*/ 46 h 374"/>
                <a:gd name="T26" fmla="*/ 78 w 649"/>
                <a:gd name="T27" fmla="*/ 46 h 374"/>
                <a:gd name="T28" fmla="*/ 79 w 649"/>
                <a:gd name="T29" fmla="*/ 46 h 374"/>
                <a:gd name="T30" fmla="*/ 80 w 649"/>
                <a:gd name="T31" fmla="*/ 46 h 374"/>
                <a:gd name="T32" fmla="*/ 81 w 649"/>
                <a:gd name="T33" fmla="*/ 46 h 374"/>
                <a:gd name="T34" fmla="*/ 81 w 649"/>
                <a:gd name="T35" fmla="*/ 45 h 374"/>
                <a:gd name="T36" fmla="*/ 82 w 649"/>
                <a:gd name="T37" fmla="*/ 44 h 374"/>
                <a:gd name="T38" fmla="*/ 82 w 649"/>
                <a:gd name="T39" fmla="*/ 43 h 374"/>
                <a:gd name="T40" fmla="*/ 81 w 649"/>
                <a:gd name="T41" fmla="*/ 43 h 374"/>
                <a:gd name="T42" fmla="*/ 81 w 649"/>
                <a:gd name="T43" fmla="*/ 42 h 374"/>
                <a:gd name="T44" fmla="*/ 81 w 649"/>
                <a:gd name="T45" fmla="*/ 42 h 37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649"/>
                <a:gd name="T70" fmla="*/ 0 h 374"/>
                <a:gd name="T71" fmla="*/ 649 w 649"/>
                <a:gd name="T72" fmla="*/ 374 h 374"/>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649" h="374">
                  <a:moveTo>
                    <a:pt x="641" y="342"/>
                  </a:moveTo>
                  <a:lnTo>
                    <a:pt x="25" y="3"/>
                  </a:lnTo>
                  <a:lnTo>
                    <a:pt x="18" y="0"/>
                  </a:lnTo>
                  <a:lnTo>
                    <a:pt x="13" y="1"/>
                  </a:lnTo>
                  <a:lnTo>
                    <a:pt x="7" y="4"/>
                  </a:lnTo>
                  <a:lnTo>
                    <a:pt x="2" y="10"/>
                  </a:lnTo>
                  <a:lnTo>
                    <a:pt x="0" y="17"/>
                  </a:lnTo>
                  <a:lnTo>
                    <a:pt x="0" y="22"/>
                  </a:lnTo>
                  <a:lnTo>
                    <a:pt x="3" y="28"/>
                  </a:lnTo>
                  <a:lnTo>
                    <a:pt x="9" y="33"/>
                  </a:lnTo>
                  <a:lnTo>
                    <a:pt x="624" y="371"/>
                  </a:lnTo>
                  <a:lnTo>
                    <a:pt x="631" y="374"/>
                  </a:lnTo>
                  <a:lnTo>
                    <a:pt x="638" y="374"/>
                  </a:lnTo>
                  <a:lnTo>
                    <a:pt x="644" y="371"/>
                  </a:lnTo>
                  <a:lnTo>
                    <a:pt x="648" y="365"/>
                  </a:lnTo>
                  <a:lnTo>
                    <a:pt x="649" y="359"/>
                  </a:lnTo>
                  <a:lnTo>
                    <a:pt x="649" y="352"/>
                  </a:lnTo>
                  <a:lnTo>
                    <a:pt x="647" y="346"/>
                  </a:lnTo>
                  <a:lnTo>
                    <a:pt x="641" y="34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58" name="Freeform 40"/>
            <p:cNvSpPr>
              <a:spLocks/>
            </p:cNvSpPr>
            <p:nvPr/>
          </p:nvSpPr>
          <p:spPr bwMode="auto">
            <a:xfrm>
              <a:off x="941" y="1446"/>
              <a:ext cx="325" cy="187"/>
            </a:xfrm>
            <a:custGeom>
              <a:avLst/>
              <a:gdLst>
                <a:gd name="T0" fmla="*/ 81 w 650"/>
                <a:gd name="T1" fmla="*/ 43 h 374"/>
                <a:gd name="T2" fmla="*/ 3 w 650"/>
                <a:gd name="T3" fmla="*/ 1 h 374"/>
                <a:gd name="T4" fmla="*/ 3 w 650"/>
                <a:gd name="T5" fmla="*/ 1 h 374"/>
                <a:gd name="T6" fmla="*/ 3 w 650"/>
                <a:gd name="T7" fmla="*/ 0 h 374"/>
                <a:gd name="T8" fmla="*/ 1 w 650"/>
                <a:gd name="T9" fmla="*/ 1 h 374"/>
                <a:gd name="T10" fmla="*/ 1 w 650"/>
                <a:gd name="T11" fmla="*/ 1 h 374"/>
                <a:gd name="T12" fmla="*/ 1 w 650"/>
                <a:gd name="T13" fmla="*/ 1 h 374"/>
                <a:gd name="T14" fmla="*/ 0 w 650"/>
                <a:gd name="T15" fmla="*/ 2 h 374"/>
                <a:gd name="T16" fmla="*/ 0 w 650"/>
                <a:gd name="T17" fmla="*/ 3 h 374"/>
                <a:gd name="T18" fmla="*/ 1 w 650"/>
                <a:gd name="T19" fmla="*/ 3 h 374"/>
                <a:gd name="T20" fmla="*/ 1 w 650"/>
                <a:gd name="T21" fmla="*/ 5 h 374"/>
                <a:gd name="T22" fmla="*/ 1 w 650"/>
                <a:gd name="T23" fmla="*/ 5 h 374"/>
                <a:gd name="T24" fmla="*/ 79 w 650"/>
                <a:gd name="T25" fmla="*/ 47 h 374"/>
                <a:gd name="T26" fmla="*/ 79 w 650"/>
                <a:gd name="T27" fmla="*/ 47 h 374"/>
                <a:gd name="T28" fmla="*/ 79 w 650"/>
                <a:gd name="T29" fmla="*/ 47 h 374"/>
                <a:gd name="T30" fmla="*/ 80 w 650"/>
                <a:gd name="T31" fmla="*/ 47 h 374"/>
                <a:gd name="T32" fmla="*/ 81 w 650"/>
                <a:gd name="T33" fmla="*/ 47 h 374"/>
                <a:gd name="T34" fmla="*/ 81 w 650"/>
                <a:gd name="T35" fmla="*/ 46 h 374"/>
                <a:gd name="T36" fmla="*/ 81 w 650"/>
                <a:gd name="T37" fmla="*/ 45 h 374"/>
                <a:gd name="T38" fmla="*/ 81 w 650"/>
                <a:gd name="T39" fmla="*/ 44 h 374"/>
                <a:gd name="T40" fmla="*/ 81 w 650"/>
                <a:gd name="T41" fmla="*/ 43 h 374"/>
                <a:gd name="T42" fmla="*/ 81 w 650"/>
                <a:gd name="T43" fmla="*/ 43 h 374"/>
                <a:gd name="T44" fmla="*/ 81 w 650"/>
                <a:gd name="T45" fmla="*/ 43 h 37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650"/>
                <a:gd name="T70" fmla="*/ 0 h 374"/>
                <a:gd name="T71" fmla="*/ 650 w 650"/>
                <a:gd name="T72" fmla="*/ 374 h 374"/>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650" h="374">
                  <a:moveTo>
                    <a:pt x="641" y="340"/>
                  </a:moveTo>
                  <a:lnTo>
                    <a:pt x="25" y="3"/>
                  </a:lnTo>
                  <a:lnTo>
                    <a:pt x="18" y="0"/>
                  </a:lnTo>
                  <a:lnTo>
                    <a:pt x="12" y="1"/>
                  </a:lnTo>
                  <a:lnTo>
                    <a:pt x="6" y="4"/>
                  </a:lnTo>
                  <a:lnTo>
                    <a:pt x="2" y="10"/>
                  </a:lnTo>
                  <a:lnTo>
                    <a:pt x="0" y="16"/>
                  </a:lnTo>
                  <a:lnTo>
                    <a:pt x="0" y="22"/>
                  </a:lnTo>
                  <a:lnTo>
                    <a:pt x="3" y="28"/>
                  </a:lnTo>
                  <a:lnTo>
                    <a:pt x="9" y="33"/>
                  </a:lnTo>
                  <a:lnTo>
                    <a:pt x="625" y="371"/>
                  </a:lnTo>
                  <a:lnTo>
                    <a:pt x="632" y="374"/>
                  </a:lnTo>
                  <a:lnTo>
                    <a:pt x="637" y="372"/>
                  </a:lnTo>
                  <a:lnTo>
                    <a:pt x="644" y="369"/>
                  </a:lnTo>
                  <a:lnTo>
                    <a:pt x="648" y="364"/>
                  </a:lnTo>
                  <a:lnTo>
                    <a:pt x="650" y="357"/>
                  </a:lnTo>
                  <a:lnTo>
                    <a:pt x="650" y="351"/>
                  </a:lnTo>
                  <a:lnTo>
                    <a:pt x="647" y="344"/>
                  </a:lnTo>
                  <a:lnTo>
                    <a:pt x="641" y="3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59" name="Freeform 41"/>
            <p:cNvSpPr>
              <a:spLocks/>
            </p:cNvSpPr>
            <p:nvPr/>
          </p:nvSpPr>
          <p:spPr bwMode="auto">
            <a:xfrm>
              <a:off x="911" y="1501"/>
              <a:ext cx="325" cy="186"/>
            </a:xfrm>
            <a:custGeom>
              <a:avLst/>
              <a:gdLst>
                <a:gd name="T0" fmla="*/ 80 w 651"/>
                <a:gd name="T1" fmla="*/ 43 h 372"/>
                <a:gd name="T2" fmla="*/ 3 w 651"/>
                <a:gd name="T3" fmla="*/ 1 h 372"/>
                <a:gd name="T4" fmla="*/ 3 w 651"/>
                <a:gd name="T5" fmla="*/ 1 h 372"/>
                <a:gd name="T6" fmla="*/ 2 w 651"/>
                <a:gd name="T7" fmla="*/ 0 h 372"/>
                <a:gd name="T8" fmla="*/ 1 w 651"/>
                <a:gd name="T9" fmla="*/ 0 h 372"/>
                <a:gd name="T10" fmla="*/ 0 w 651"/>
                <a:gd name="T11" fmla="*/ 1 h 372"/>
                <a:gd name="T12" fmla="*/ 0 w 651"/>
                <a:gd name="T13" fmla="*/ 1 h 372"/>
                <a:gd name="T14" fmla="*/ 0 w 651"/>
                <a:gd name="T15" fmla="*/ 1 h 372"/>
                <a:gd name="T16" fmla="*/ 0 w 651"/>
                <a:gd name="T17" fmla="*/ 3 h 372"/>
                <a:gd name="T18" fmla="*/ 0 w 651"/>
                <a:gd name="T19" fmla="*/ 3 h 372"/>
                <a:gd name="T20" fmla="*/ 1 w 651"/>
                <a:gd name="T21" fmla="*/ 4 h 372"/>
                <a:gd name="T22" fmla="*/ 1 w 651"/>
                <a:gd name="T23" fmla="*/ 4 h 372"/>
                <a:gd name="T24" fmla="*/ 78 w 651"/>
                <a:gd name="T25" fmla="*/ 47 h 372"/>
                <a:gd name="T26" fmla="*/ 78 w 651"/>
                <a:gd name="T27" fmla="*/ 47 h 372"/>
                <a:gd name="T28" fmla="*/ 78 w 651"/>
                <a:gd name="T29" fmla="*/ 47 h 372"/>
                <a:gd name="T30" fmla="*/ 79 w 651"/>
                <a:gd name="T31" fmla="*/ 47 h 372"/>
                <a:gd name="T32" fmla="*/ 80 w 651"/>
                <a:gd name="T33" fmla="*/ 47 h 372"/>
                <a:gd name="T34" fmla="*/ 81 w 651"/>
                <a:gd name="T35" fmla="*/ 46 h 372"/>
                <a:gd name="T36" fmla="*/ 81 w 651"/>
                <a:gd name="T37" fmla="*/ 45 h 372"/>
                <a:gd name="T38" fmla="*/ 81 w 651"/>
                <a:gd name="T39" fmla="*/ 44 h 372"/>
                <a:gd name="T40" fmla="*/ 80 w 651"/>
                <a:gd name="T41" fmla="*/ 43 h 372"/>
                <a:gd name="T42" fmla="*/ 80 w 651"/>
                <a:gd name="T43" fmla="*/ 43 h 372"/>
                <a:gd name="T44" fmla="*/ 80 w 651"/>
                <a:gd name="T45" fmla="*/ 43 h 372"/>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651"/>
                <a:gd name="T70" fmla="*/ 0 h 372"/>
                <a:gd name="T71" fmla="*/ 651 w 651"/>
                <a:gd name="T72" fmla="*/ 372 h 372"/>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651" h="372">
                  <a:moveTo>
                    <a:pt x="641" y="340"/>
                  </a:moveTo>
                  <a:lnTo>
                    <a:pt x="27" y="1"/>
                  </a:lnTo>
                  <a:lnTo>
                    <a:pt x="20" y="0"/>
                  </a:lnTo>
                  <a:lnTo>
                    <a:pt x="13" y="0"/>
                  </a:lnTo>
                  <a:lnTo>
                    <a:pt x="7" y="2"/>
                  </a:lnTo>
                  <a:lnTo>
                    <a:pt x="3" y="8"/>
                  </a:lnTo>
                  <a:lnTo>
                    <a:pt x="0" y="15"/>
                  </a:lnTo>
                  <a:lnTo>
                    <a:pt x="2" y="22"/>
                  </a:lnTo>
                  <a:lnTo>
                    <a:pt x="4" y="27"/>
                  </a:lnTo>
                  <a:lnTo>
                    <a:pt x="10" y="32"/>
                  </a:lnTo>
                  <a:lnTo>
                    <a:pt x="624" y="371"/>
                  </a:lnTo>
                  <a:lnTo>
                    <a:pt x="631" y="372"/>
                  </a:lnTo>
                  <a:lnTo>
                    <a:pt x="638" y="372"/>
                  </a:lnTo>
                  <a:lnTo>
                    <a:pt x="644" y="369"/>
                  </a:lnTo>
                  <a:lnTo>
                    <a:pt x="648" y="364"/>
                  </a:lnTo>
                  <a:lnTo>
                    <a:pt x="651" y="357"/>
                  </a:lnTo>
                  <a:lnTo>
                    <a:pt x="649" y="351"/>
                  </a:lnTo>
                  <a:lnTo>
                    <a:pt x="647" y="344"/>
                  </a:lnTo>
                  <a:lnTo>
                    <a:pt x="641" y="3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60" name="Freeform 42"/>
            <p:cNvSpPr>
              <a:spLocks/>
            </p:cNvSpPr>
            <p:nvPr/>
          </p:nvSpPr>
          <p:spPr bwMode="auto">
            <a:xfrm>
              <a:off x="824" y="917"/>
              <a:ext cx="787" cy="647"/>
            </a:xfrm>
            <a:custGeom>
              <a:avLst/>
              <a:gdLst>
                <a:gd name="T0" fmla="*/ 88 w 1574"/>
                <a:gd name="T1" fmla="*/ 15 h 1294"/>
                <a:gd name="T2" fmla="*/ 192 w 1574"/>
                <a:gd name="T3" fmla="*/ 71 h 1294"/>
                <a:gd name="T4" fmla="*/ 197 w 1574"/>
                <a:gd name="T5" fmla="*/ 60 h 1294"/>
                <a:gd name="T6" fmla="*/ 83 w 1574"/>
                <a:gd name="T7" fmla="*/ 0 h 1294"/>
                <a:gd name="T8" fmla="*/ 0 w 1574"/>
                <a:gd name="T9" fmla="*/ 157 h 1294"/>
                <a:gd name="T10" fmla="*/ 10 w 1574"/>
                <a:gd name="T11" fmla="*/ 162 h 1294"/>
                <a:gd name="T12" fmla="*/ 88 w 1574"/>
                <a:gd name="T13" fmla="*/ 15 h 1294"/>
                <a:gd name="T14" fmla="*/ 0 60000 65536"/>
                <a:gd name="T15" fmla="*/ 0 60000 65536"/>
                <a:gd name="T16" fmla="*/ 0 60000 65536"/>
                <a:gd name="T17" fmla="*/ 0 60000 65536"/>
                <a:gd name="T18" fmla="*/ 0 60000 65536"/>
                <a:gd name="T19" fmla="*/ 0 60000 65536"/>
                <a:gd name="T20" fmla="*/ 0 60000 65536"/>
                <a:gd name="T21" fmla="*/ 0 w 1574"/>
                <a:gd name="T22" fmla="*/ 0 h 1294"/>
                <a:gd name="T23" fmla="*/ 1574 w 1574"/>
                <a:gd name="T24" fmla="*/ 1294 h 129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74" h="1294">
                  <a:moveTo>
                    <a:pt x="697" y="121"/>
                  </a:moveTo>
                  <a:lnTo>
                    <a:pt x="1532" y="563"/>
                  </a:lnTo>
                  <a:lnTo>
                    <a:pt x="1574" y="482"/>
                  </a:lnTo>
                  <a:lnTo>
                    <a:pt x="662" y="0"/>
                  </a:lnTo>
                  <a:lnTo>
                    <a:pt x="0" y="1253"/>
                  </a:lnTo>
                  <a:lnTo>
                    <a:pt x="78" y="1294"/>
                  </a:lnTo>
                  <a:lnTo>
                    <a:pt x="697" y="12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61" name="Freeform 43"/>
            <p:cNvSpPr>
              <a:spLocks/>
            </p:cNvSpPr>
            <p:nvPr/>
          </p:nvSpPr>
          <p:spPr bwMode="auto">
            <a:xfrm>
              <a:off x="683" y="1436"/>
              <a:ext cx="996" cy="612"/>
            </a:xfrm>
            <a:custGeom>
              <a:avLst/>
              <a:gdLst>
                <a:gd name="T0" fmla="*/ 202 w 1992"/>
                <a:gd name="T1" fmla="*/ 0 h 1222"/>
                <a:gd name="T2" fmla="*/ 0 w 1992"/>
                <a:gd name="T3" fmla="*/ 0 h 1222"/>
                <a:gd name="T4" fmla="*/ 49 w 1992"/>
                <a:gd name="T5" fmla="*/ 154 h 1222"/>
                <a:gd name="T6" fmla="*/ 249 w 1992"/>
                <a:gd name="T7" fmla="*/ 154 h 1222"/>
                <a:gd name="T8" fmla="*/ 202 w 1992"/>
                <a:gd name="T9" fmla="*/ 0 h 1222"/>
                <a:gd name="T10" fmla="*/ 0 60000 65536"/>
                <a:gd name="T11" fmla="*/ 0 60000 65536"/>
                <a:gd name="T12" fmla="*/ 0 60000 65536"/>
                <a:gd name="T13" fmla="*/ 0 60000 65536"/>
                <a:gd name="T14" fmla="*/ 0 60000 65536"/>
                <a:gd name="T15" fmla="*/ 0 w 1992"/>
                <a:gd name="T16" fmla="*/ 0 h 1222"/>
                <a:gd name="T17" fmla="*/ 1992 w 1992"/>
                <a:gd name="T18" fmla="*/ 1222 h 1222"/>
              </a:gdLst>
              <a:ahLst/>
              <a:cxnLst>
                <a:cxn ang="T10">
                  <a:pos x="T0" y="T1"/>
                </a:cxn>
                <a:cxn ang="T11">
                  <a:pos x="T2" y="T3"/>
                </a:cxn>
                <a:cxn ang="T12">
                  <a:pos x="T4" y="T5"/>
                </a:cxn>
                <a:cxn ang="T13">
                  <a:pos x="T6" y="T7"/>
                </a:cxn>
                <a:cxn ang="T14">
                  <a:pos x="T8" y="T9"/>
                </a:cxn>
              </a:cxnLst>
              <a:rect l="T15" t="T16" r="T17" b="T18"/>
              <a:pathLst>
                <a:path w="1992" h="1222">
                  <a:moveTo>
                    <a:pt x="1610" y="0"/>
                  </a:moveTo>
                  <a:lnTo>
                    <a:pt x="0" y="0"/>
                  </a:lnTo>
                  <a:lnTo>
                    <a:pt x="387" y="1222"/>
                  </a:lnTo>
                  <a:lnTo>
                    <a:pt x="1992" y="1222"/>
                  </a:lnTo>
                  <a:lnTo>
                    <a:pt x="161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62" name="Freeform 44"/>
            <p:cNvSpPr>
              <a:spLocks/>
            </p:cNvSpPr>
            <p:nvPr/>
          </p:nvSpPr>
          <p:spPr bwMode="auto">
            <a:xfrm>
              <a:off x="724" y="1467"/>
              <a:ext cx="916" cy="550"/>
            </a:xfrm>
            <a:custGeom>
              <a:avLst/>
              <a:gdLst>
                <a:gd name="T0" fmla="*/ 0 w 1831"/>
                <a:gd name="T1" fmla="*/ 0 h 1100"/>
                <a:gd name="T2" fmla="*/ 186 w 1831"/>
                <a:gd name="T3" fmla="*/ 0 h 1100"/>
                <a:gd name="T4" fmla="*/ 229 w 1831"/>
                <a:gd name="T5" fmla="*/ 138 h 1100"/>
                <a:gd name="T6" fmla="*/ 44 w 1831"/>
                <a:gd name="T7" fmla="*/ 138 h 1100"/>
                <a:gd name="T8" fmla="*/ 0 w 1831"/>
                <a:gd name="T9" fmla="*/ 0 h 1100"/>
                <a:gd name="T10" fmla="*/ 0 60000 65536"/>
                <a:gd name="T11" fmla="*/ 0 60000 65536"/>
                <a:gd name="T12" fmla="*/ 0 60000 65536"/>
                <a:gd name="T13" fmla="*/ 0 60000 65536"/>
                <a:gd name="T14" fmla="*/ 0 60000 65536"/>
                <a:gd name="T15" fmla="*/ 0 w 1831"/>
                <a:gd name="T16" fmla="*/ 0 h 1100"/>
                <a:gd name="T17" fmla="*/ 1831 w 1831"/>
                <a:gd name="T18" fmla="*/ 1100 h 1100"/>
              </a:gdLst>
              <a:ahLst/>
              <a:cxnLst>
                <a:cxn ang="T10">
                  <a:pos x="T0" y="T1"/>
                </a:cxn>
                <a:cxn ang="T11">
                  <a:pos x="T2" y="T3"/>
                </a:cxn>
                <a:cxn ang="T12">
                  <a:pos x="T4" y="T5"/>
                </a:cxn>
                <a:cxn ang="T13">
                  <a:pos x="T6" y="T7"/>
                </a:cxn>
                <a:cxn ang="T14">
                  <a:pos x="T8" y="T9"/>
                </a:cxn>
              </a:cxnLst>
              <a:rect l="T15" t="T16" r="T17" b="T18"/>
              <a:pathLst>
                <a:path w="1831" h="1100">
                  <a:moveTo>
                    <a:pt x="0" y="0"/>
                  </a:moveTo>
                  <a:lnTo>
                    <a:pt x="1482" y="0"/>
                  </a:lnTo>
                  <a:lnTo>
                    <a:pt x="1831" y="1100"/>
                  </a:lnTo>
                  <a:lnTo>
                    <a:pt x="349" y="1100"/>
                  </a:lnTo>
                  <a:lnTo>
                    <a:pt x="0" y="0"/>
                  </a:lnTo>
                  <a:close/>
                </a:path>
              </a:pathLst>
            </a:custGeom>
            <a:solidFill>
              <a:srgbClr val="F2CE7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63" name="Freeform 45"/>
            <p:cNvSpPr>
              <a:spLocks/>
            </p:cNvSpPr>
            <p:nvPr/>
          </p:nvSpPr>
          <p:spPr bwMode="auto">
            <a:xfrm>
              <a:off x="724" y="1467"/>
              <a:ext cx="916" cy="550"/>
            </a:xfrm>
            <a:custGeom>
              <a:avLst/>
              <a:gdLst>
                <a:gd name="T0" fmla="*/ 181 w 1831"/>
                <a:gd name="T1" fmla="*/ 7 h 1100"/>
                <a:gd name="T2" fmla="*/ 222 w 1831"/>
                <a:gd name="T3" fmla="*/ 138 h 1100"/>
                <a:gd name="T4" fmla="*/ 229 w 1831"/>
                <a:gd name="T5" fmla="*/ 138 h 1100"/>
                <a:gd name="T6" fmla="*/ 186 w 1831"/>
                <a:gd name="T7" fmla="*/ 0 h 1100"/>
                <a:gd name="T8" fmla="*/ 0 w 1831"/>
                <a:gd name="T9" fmla="*/ 0 h 1100"/>
                <a:gd name="T10" fmla="*/ 3 w 1831"/>
                <a:gd name="T11" fmla="*/ 7 h 1100"/>
                <a:gd name="T12" fmla="*/ 181 w 1831"/>
                <a:gd name="T13" fmla="*/ 7 h 1100"/>
                <a:gd name="T14" fmla="*/ 0 60000 65536"/>
                <a:gd name="T15" fmla="*/ 0 60000 65536"/>
                <a:gd name="T16" fmla="*/ 0 60000 65536"/>
                <a:gd name="T17" fmla="*/ 0 60000 65536"/>
                <a:gd name="T18" fmla="*/ 0 60000 65536"/>
                <a:gd name="T19" fmla="*/ 0 60000 65536"/>
                <a:gd name="T20" fmla="*/ 0 60000 65536"/>
                <a:gd name="T21" fmla="*/ 0 w 1831"/>
                <a:gd name="T22" fmla="*/ 0 h 1100"/>
                <a:gd name="T23" fmla="*/ 1831 w 1831"/>
                <a:gd name="T24" fmla="*/ 1100 h 110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31" h="1100">
                  <a:moveTo>
                    <a:pt x="1447" y="59"/>
                  </a:moveTo>
                  <a:lnTo>
                    <a:pt x="1776" y="1100"/>
                  </a:lnTo>
                  <a:lnTo>
                    <a:pt x="1831" y="1100"/>
                  </a:lnTo>
                  <a:lnTo>
                    <a:pt x="1482" y="0"/>
                  </a:lnTo>
                  <a:lnTo>
                    <a:pt x="0" y="0"/>
                  </a:lnTo>
                  <a:lnTo>
                    <a:pt x="19" y="59"/>
                  </a:lnTo>
                  <a:lnTo>
                    <a:pt x="1447" y="59"/>
                  </a:lnTo>
                  <a:close/>
                </a:path>
              </a:pathLst>
            </a:custGeom>
            <a:solidFill>
              <a:srgbClr val="F9E8B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64" name="Freeform 46"/>
            <p:cNvSpPr>
              <a:spLocks/>
            </p:cNvSpPr>
            <p:nvPr/>
          </p:nvSpPr>
          <p:spPr bwMode="auto">
            <a:xfrm>
              <a:off x="865" y="1530"/>
              <a:ext cx="668" cy="487"/>
            </a:xfrm>
            <a:custGeom>
              <a:avLst/>
              <a:gdLst>
                <a:gd name="T0" fmla="*/ 156 w 1334"/>
                <a:gd name="T1" fmla="*/ 0 h 974"/>
                <a:gd name="T2" fmla="*/ 0 w 1334"/>
                <a:gd name="T3" fmla="*/ 96 h 974"/>
                <a:gd name="T4" fmla="*/ 9 w 1334"/>
                <a:gd name="T5" fmla="*/ 122 h 974"/>
                <a:gd name="T6" fmla="*/ 30 w 1334"/>
                <a:gd name="T7" fmla="*/ 122 h 974"/>
                <a:gd name="T8" fmla="*/ 168 w 1334"/>
                <a:gd name="T9" fmla="*/ 38 h 974"/>
                <a:gd name="T10" fmla="*/ 156 w 1334"/>
                <a:gd name="T11" fmla="*/ 0 h 974"/>
                <a:gd name="T12" fmla="*/ 0 60000 65536"/>
                <a:gd name="T13" fmla="*/ 0 60000 65536"/>
                <a:gd name="T14" fmla="*/ 0 60000 65536"/>
                <a:gd name="T15" fmla="*/ 0 60000 65536"/>
                <a:gd name="T16" fmla="*/ 0 60000 65536"/>
                <a:gd name="T17" fmla="*/ 0 60000 65536"/>
                <a:gd name="T18" fmla="*/ 0 w 1334"/>
                <a:gd name="T19" fmla="*/ 0 h 974"/>
                <a:gd name="T20" fmla="*/ 1334 w 1334"/>
                <a:gd name="T21" fmla="*/ 974 h 974"/>
              </a:gdLst>
              <a:ahLst/>
              <a:cxnLst>
                <a:cxn ang="T12">
                  <a:pos x="T0" y="T1"/>
                </a:cxn>
                <a:cxn ang="T13">
                  <a:pos x="T2" y="T3"/>
                </a:cxn>
                <a:cxn ang="T14">
                  <a:pos x="T4" y="T5"/>
                </a:cxn>
                <a:cxn ang="T15">
                  <a:pos x="T6" y="T7"/>
                </a:cxn>
                <a:cxn ang="T16">
                  <a:pos x="T8" y="T9"/>
                </a:cxn>
                <a:cxn ang="T17">
                  <a:pos x="T10" y="T11"/>
                </a:cxn>
              </a:cxnLst>
              <a:rect l="T18" t="T19" r="T20" b="T21"/>
              <a:pathLst>
                <a:path w="1334" h="974">
                  <a:moveTo>
                    <a:pt x="1240" y="0"/>
                  </a:moveTo>
                  <a:lnTo>
                    <a:pt x="0" y="764"/>
                  </a:lnTo>
                  <a:lnTo>
                    <a:pt x="67" y="974"/>
                  </a:lnTo>
                  <a:lnTo>
                    <a:pt x="239" y="974"/>
                  </a:lnTo>
                  <a:lnTo>
                    <a:pt x="1334" y="297"/>
                  </a:lnTo>
                  <a:lnTo>
                    <a:pt x="1240" y="0"/>
                  </a:lnTo>
                  <a:close/>
                </a:path>
              </a:pathLst>
            </a:custGeom>
            <a:solidFill>
              <a:srgbClr val="F9E8B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65" name="Freeform 47"/>
            <p:cNvSpPr>
              <a:spLocks/>
            </p:cNvSpPr>
            <p:nvPr/>
          </p:nvSpPr>
          <p:spPr bwMode="auto">
            <a:xfrm>
              <a:off x="841" y="1467"/>
              <a:ext cx="639" cy="428"/>
            </a:xfrm>
            <a:custGeom>
              <a:avLst/>
              <a:gdLst>
                <a:gd name="T0" fmla="*/ 157 w 1278"/>
                <a:gd name="T1" fmla="*/ 0 h 857"/>
                <a:gd name="T2" fmla="*/ 150 w 1278"/>
                <a:gd name="T3" fmla="*/ 0 h 857"/>
                <a:gd name="T4" fmla="*/ 0 w 1278"/>
                <a:gd name="T5" fmla="*/ 92 h 857"/>
                <a:gd name="T6" fmla="*/ 5 w 1278"/>
                <a:gd name="T7" fmla="*/ 107 h 857"/>
                <a:gd name="T8" fmla="*/ 160 w 1278"/>
                <a:gd name="T9" fmla="*/ 11 h 857"/>
                <a:gd name="T10" fmla="*/ 157 w 1278"/>
                <a:gd name="T11" fmla="*/ 0 h 857"/>
                <a:gd name="T12" fmla="*/ 0 60000 65536"/>
                <a:gd name="T13" fmla="*/ 0 60000 65536"/>
                <a:gd name="T14" fmla="*/ 0 60000 65536"/>
                <a:gd name="T15" fmla="*/ 0 60000 65536"/>
                <a:gd name="T16" fmla="*/ 0 60000 65536"/>
                <a:gd name="T17" fmla="*/ 0 60000 65536"/>
                <a:gd name="T18" fmla="*/ 0 w 1278"/>
                <a:gd name="T19" fmla="*/ 0 h 857"/>
                <a:gd name="T20" fmla="*/ 1278 w 1278"/>
                <a:gd name="T21" fmla="*/ 857 h 857"/>
              </a:gdLst>
              <a:ahLst/>
              <a:cxnLst>
                <a:cxn ang="T12">
                  <a:pos x="T0" y="T1"/>
                </a:cxn>
                <a:cxn ang="T13">
                  <a:pos x="T2" y="T3"/>
                </a:cxn>
                <a:cxn ang="T14">
                  <a:pos x="T4" y="T5"/>
                </a:cxn>
                <a:cxn ang="T15">
                  <a:pos x="T6" y="T7"/>
                </a:cxn>
                <a:cxn ang="T16">
                  <a:pos x="T8" y="T9"/>
                </a:cxn>
                <a:cxn ang="T17">
                  <a:pos x="T10" y="T11"/>
                </a:cxn>
              </a:cxnLst>
              <a:rect l="T18" t="T19" r="T20" b="T21"/>
              <a:pathLst>
                <a:path w="1278" h="857">
                  <a:moveTo>
                    <a:pt x="1249" y="0"/>
                  </a:moveTo>
                  <a:lnTo>
                    <a:pt x="1197" y="0"/>
                  </a:lnTo>
                  <a:lnTo>
                    <a:pt x="0" y="737"/>
                  </a:lnTo>
                  <a:lnTo>
                    <a:pt x="38" y="857"/>
                  </a:lnTo>
                  <a:lnTo>
                    <a:pt x="1278" y="91"/>
                  </a:lnTo>
                  <a:lnTo>
                    <a:pt x="1249" y="0"/>
                  </a:lnTo>
                  <a:close/>
                </a:path>
              </a:pathLst>
            </a:custGeom>
            <a:solidFill>
              <a:srgbClr val="F9E8B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66" name="Freeform 48"/>
            <p:cNvSpPr>
              <a:spLocks/>
            </p:cNvSpPr>
            <p:nvPr/>
          </p:nvSpPr>
          <p:spPr bwMode="auto">
            <a:xfrm>
              <a:off x="1050" y="1713"/>
              <a:ext cx="501" cy="304"/>
            </a:xfrm>
            <a:custGeom>
              <a:avLst/>
              <a:gdLst>
                <a:gd name="T0" fmla="*/ 124 w 1002"/>
                <a:gd name="T1" fmla="*/ 0 h 608"/>
                <a:gd name="T2" fmla="*/ 0 w 1002"/>
                <a:gd name="T3" fmla="*/ 76 h 608"/>
                <a:gd name="T4" fmla="*/ 13 w 1002"/>
                <a:gd name="T5" fmla="*/ 76 h 608"/>
                <a:gd name="T6" fmla="*/ 125 w 1002"/>
                <a:gd name="T7" fmla="*/ 6 h 608"/>
                <a:gd name="T8" fmla="*/ 124 w 1002"/>
                <a:gd name="T9" fmla="*/ 0 h 608"/>
                <a:gd name="T10" fmla="*/ 0 60000 65536"/>
                <a:gd name="T11" fmla="*/ 0 60000 65536"/>
                <a:gd name="T12" fmla="*/ 0 60000 65536"/>
                <a:gd name="T13" fmla="*/ 0 60000 65536"/>
                <a:gd name="T14" fmla="*/ 0 60000 65536"/>
                <a:gd name="T15" fmla="*/ 0 w 1002"/>
                <a:gd name="T16" fmla="*/ 0 h 608"/>
                <a:gd name="T17" fmla="*/ 1002 w 1002"/>
                <a:gd name="T18" fmla="*/ 608 h 608"/>
              </a:gdLst>
              <a:ahLst/>
              <a:cxnLst>
                <a:cxn ang="T10">
                  <a:pos x="T0" y="T1"/>
                </a:cxn>
                <a:cxn ang="T11">
                  <a:pos x="T2" y="T3"/>
                </a:cxn>
                <a:cxn ang="T12">
                  <a:pos x="T4" y="T5"/>
                </a:cxn>
                <a:cxn ang="T13">
                  <a:pos x="T6" y="T7"/>
                </a:cxn>
                <a:cxn ang="T14">
                  <a:pos x="T8" y="T9"/>
                </a:cxn>
              </a:cxnLst>
              <a:rect l="T15" t="T16" r="T17" b="T18"/>
              <a:pathLst>
                <a:path w="1002" h="608">
                  <a:moveTo>
                    <a:pt x="987" y="0"/>
                  </a:moveTo>
                  <a:lnTo>
                    <a:pt x="0" y="608"/>
                  </a:lnTo>
                  <a:lnTo>
                    <a:pt x="98" y="608"/>
                  </a:lnTo>
                  <a:lnTo>
                    <a:pt x="1002" y="51"/>
                  </a:lnTo>
                  <a:lnTo>
                    <a:pt x="987" y="0"/>
                  </a:lnTo>
                  <a:close/>
                </a:path>
              </a:pathLst>
            </a:custGeom>
            <a:solidFill>
              <a:srgbClr val="F9E8B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9231" name="Text Box 49"/>
          <p:cNvSpPr txBox="1">
            <a:spLocks noChangeArrowheads="1"/>
          </p:cNvSpPr>
          <p:nvPr/>
        </p:nvSpPr>
        <p:spPr bwMode="auto">
          <a:xfrm>
            <a:off x="7083425" y="4624388"/>
            <a:ext cx="121920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Physical</a:t>
            </a:r>
            <a:br>
              <a:rPr lang="en-US" sz="1800" b="1"/>
            </a:br>
            <a:r>
              <a:rPr lang="en-US" sz="1800" b="1"/>
              <a:t>Location </a:t>
            </a:r>
          </a:p>
        </p:txBody>
      </p:sp>
      <p:sp>
        <p:nvSpPr>
          <p:cNvPr id="9232" name="Line 50"/>
          <p:cNvSpPr>
            <a:spLocks noChangeShapeType="1"/>
          </p:cNvSpPr>
          <p:nvPr/>
        </p:nvSpPr>
        <p:spPr bwMode="auto">
          <a:xfrm>
            <a:off x="4586288" y="5472113"/>
            <a:ext cx="2784475" cy="0"/>
          </a:xfrm>
          <a:prstGeom prst="line">
            <a:avLst/>
          </a:prstGeom>
          <a:noFill/>
          <a:ln w="28575">
            <a:solidFill>
              <a:srgbClr val="FF0000"/>
            </a:solidFill>
            <a:prstDash val="dash"/>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9233" name="Line 51"/>
          <p:cNvSpPr>
            <a:spLocks noChangeShapeType="1"/>
          </p:cNvSpPr>
          <p:nvPr/>
        </p:nvSpPr>
        <p:spPr bwMode="auto">
          <a:xfrm flipV="1">
            <a:off x="4586288" y="4279900"/>
            <a:ext cx="0" cy="1192213"/>
          </a:xfrm>
          <a:prstGeom prst="line">
            <a:avLst/>
          </a:prstGeom>
          <a:noFill/>
          <a:ln w="28575">
            <a:solidFill>
              <a:srgbClr val="FF0000"/>
            </a:solidFill>
            <a:prstDash val="dash"/>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9234" name="Group 52"/>
          <p:cNvGrpSpPr>
            <a:grpSpLocks/>
          </p:cNvGrpSpPr>
          <p:nvPr/>
        </p:nvGrpSpPr>
        <p:grpSpPr bwMode="auto">
          <a:xfrm>
            <a:off x="1712913" y="2763838"/>
            <a:ext cx="446087" cy="469900"/>
            <a:chOff x="4429" y="1416"/>
            <a:chExt cx="281" cy="296"/>
          </a:xfrm>
        </p:grpSpPr>
        <p:grpSp>
          <p:nvGrpSpPr>
            <p:cNvPr id="9237" name="Group 53"/>
            <p:cNvGrpSpPr>
              <a:grpSpLocks/>
            </p:cNvGrpSpPr>
            <p:nvPr/>
          </p:nvGrpSpPr>
          <p:grpSpPr bwMode="auto">
            <a:xfrm>
              <a:off x="4531" y="1416"/>
              <a:ext cx="179" cy="293"/>
              <a:chOff x="4531" y="1416"/>
              <a:chExt cx="179" cy="293"/>
            </a:xfrm>
          </p:grpSpPr>
          <p:sp>
            <p:nvSpPr>
              <p:cNvPr id="9241" name="Oval 54"/>
              <p:cNvSpPr>
                <a:spLocks noChangeArrowheads="1"/>
              </p:cNvSpPr>
              <p:nvPr/>
            </p:nvSpPr>
            <p:spPr bwMode="auto">
              <a:xfrm>
                <a:off x="4531" y="1416"/>
                <a:ext cx="179" cy="293"/>
              </a:xfrm>
              <a:prstGeom prst="ellipse">
                <a:avLst/>
              </a:prstGeom>
              <a:solidFill>
                <a:schemeClr val="tx1"/>
              </a:solidFill>
              <a:ln w="28575" algn="ctr">
                <a:solidFill>
                  <a:schemeClr val="hlink"/>
                </a:solidFill>
                <a:round/>
                <a:headEnd/>
                <a:tailEnd/>
              </a:ln>
            </p:spPr>
            <p:txBody>
              <a:bodyPr wrap="none" lIns="0" tIns="0" rIns="0" bIns="0" anchor="ctr">
                <a:spAutoFit/>
              </a:bodyPr>
              <a:lstStyle/>
              <a:p>
                <a:endParaRPr lang="en-US"/>
              </a:p>
            </p:txBody>
          </p:sp>
          <p:sp>
            <p:nvSpPr>
              <p:cNvPr id="9242" name="Oval 55"/>
              <p:cNvSpPr>
                <a:spLocks noChangeArrowheads="1"/>
              </p:cNvSpPr>
              <p:nvPr/>
            </p:nvSpPr>
            <p:spPr bwMode="auto">
              <a:xfrm>
                <a:off x="4612" y="1488"/>
                <a:ext cx="95" cy="155"/>
              </a:xfrm>
              <a:prstGeom prst="ellipse">
                <a:avLst/>
              </a:prstGeom>
              <a:solidFill>
                <a:schemeClr val="accent1"/>
              </a:solidFill>
              <a:ln>
                <a:noFill/>
              </a:ln>
              <a:extLst>
                <a:ext uri="{91240B29-F687-4F45-9708-019B960494DF}">
                  <a14:hiddenLine xmlns:a14="http://schemas.microsoft.com/office/drawing/2010/main" w="28575" algn="ctr">
                    <a:solidFill>
                      <a:srgbClr val="000000"/>
                    </a:solidFill>
                    <a:round/>
                    <a:headEnd/>
                    <a:tailEnd/>
                  </a14:hiddenLine>
                </a:ext>
              </a:extLst>
            </p:spPr>
            <p:txBody>
              <a:bodyPr lIns="0" tIns="0" rIns="0" bIns="0" anchor="ctr">
                <a:spAutoFit/>
              </a:bodyPr>
              <a:lstStyle/>
              <a:p>
                <a:endParaRPr lang="en-US"/>
              </a:p>
            </p:txBody>
          </p:sp>
        </p:grpSp>
        <p:grpSp>
          <p:nvGrpSpPr>
            <p:cNvPr id="9238" name="Group 56"/>
            <p:cNvGrpSpPr>
              <a:grpSpLocks/>
            </p:cNvGrpSpPr>
            <p:nvPr/>
          </p:nvGrpSpPr>
          <p:grpSpPr bwMode="auto">
            <a:xfrm>
              <a:off x="4429" y="1419"/>
              <a:ext cx="179" cy="293"/>
              <a:chOff x="4531" y="1416"/>
              <a:chExt cx="179" cy="293"/>
            </a:xfrm>
          </p:grpSpPr>
          <p:sp>
            <p:nvSpPr>
              <p:cNvPr id="9239" name="Oval 57"/>
              <p:cNvSpPr>
                <a:spLocks noChangeArrowheads="1"/>
              </p:cNvSpPr>
              <p:nvPr/>
            </p:nvSpPr>
            <p:spPr bwMode="auto">
              <a:xfrm>
                <a:off x="4531" y="1416"/>
                <a:ext cx="179" cy="293"/>
              </a:xfrm>
              <a:prstGeom prst="ellipse">
                <a:avLst/>
              </a:prstGeom>
              <a:solidFill>
                <a:schemeClr val="tx1"/>
              </a:solidFill>
              <a:ln w="28575" algn="ctr">
                <a:solidFill>
                  <a:schemeClr val="hlink"/>
                </a:solidFill>
                <a:round/>
                <a:headEnd/>
                <a:tailEnd/>
              </a:ln>
            </p:spPr>
            <p:txBody>
              <a:bodyPr wrap="none" lIns="0" tIns="0" rIns="0" bIns="0" anchor="ctr">
                <a:spAutoFit/>
              </a:bodyPr>
              <a:lstStyle/>
              <a:p>
                <a:endParaRPr lang="en-US"/>
              </a:p>
            </p:txBody>
          </p:sp>
          <p:sp>
            <p:nvSpPr>
              <p:cNvPr id="9240" name="Oval 58"/>
              <p:cNvSpPr>
                <a:spLocks noChangeArrowheads="1"/>
              </p:cNvSpPr>
              <p:nvPr/>
            </p:nvSpPr>
            <p:spPr bwMode="auto">
              <a:xfrm>
                <a:off x="4612" y="1488"/>
                <a:ext cx="95" cy="155"/>
              </a:xfrm>
              <a:prstGeom prst="ellipse">
                <a:avLst/>
              </a:prstGeom>
              <a:solidFill>
                <a:schemeClr val="accent1"/>
              </a:solidFill>
              <a:ln>
                <a:noFill/>
              </a:ln>
              <a:extLst>
                <a:ext uri="{91240B29-F687-4F45-9708-019B960494DF}">
                  <a14:hiddenLine xmlns:a14="http://schemas.microsoft.com/office/drawing/2010/main" w="28575" algn="ctr">
                    <a:solidFill>
                      <a:srgbClr val="000000"/>
                    </a:solidFill>
                    <a:round/>
                    <a:headEnd/>
                    <a:tailEnd/>
                  </a14:hiddenLine>
                </a:ext>
              </a:extLst>
            </p:spPr>
            <p:txBody>
              <a:bodyPr lIns="0" tIns="0" rIns="0" bIns="0" anchor="ctr">
                <a:spAutoFit/>
              </a:bodyPr>
              <a:lstStyle/>
              <a:p>
                <a:endParaRPr lang="en-US"/>
              </a:p>
            </p:txBody>
          </p:sp>
        </p:grpSp>
      </p:grpSp>
      <p:sp>
        <p:nvSpPr>
          <p:cNvPr id="9235" name="Line 59"/>
          <p:cNvSpPr>
            <a:spLocks noChangeShapeType="1"/>
          </p:cNvSpPr>
          <p:nvPr/>
        </p:nvSpPr>
        <p:spPr bwMode="auto">
          <a:xfrm>
            <a:off x="2100263" y="2963863"/>
            <a:ext cx="2082800" cy="91440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pic>
        <p:nvPicPr>
          <p:cNvPr id="9236" name="Picture 17" descr="claimcenter.pn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908425" y="2027238"/>
            <a:ext cx="1357313" cy="1358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|EOS~008|</a:t>
            </a:r>
            <a:endParaRPr lang="en-US" sz="100" dirty="0" err="1">
              <a:solidFill>
                <a:srgbClr val="FFFFFF"/>
              </a:solidFill>
              <a:latin typeface="Arial"/>
              <a:cs typeface="Calibri" pitchFamily="34" charset="0"/>
            </a:endParaRPr>
          </a:p>
        </p:txBody>
      </p:sp>
      <p:sp>
        <p:nvSpPr>
          <p:cNvPr id="10242" name="Rectangle 2"/>
          <p:cNvSpPr>
            <a:spLocks noGrp="1" noChangeArrowheads="1"/>
          </p:cNvSpPr>
          <p:nvPr>
            <p:ph type="title"/>
          </p:nvPr>
        </p:nvSpPr>
        <p:spPr/>
        <p:txBody>
          <a:bodyPr/>
          <a:lstStyle/>
          <a:p>
            <a:pPr eaLnBrk="1" hangingPunct="1"/>
            <a:r>
              <a:rPr lang="en-US"/>
              <a:t>Electronic document production</a:t>
            </a:r>
          </a:p>
        </p:txBody>
      </p:sp>
      <p:sp>
        <p:nvSpPr>
          <p:cNvPr id="10243" name="Rectangle 3"/>
          <p:cNvSpPr>
            <a:spLocks noGrp="1" noChangeArrowheads="1"/>
          </p:cNvSpPr>
          <p:nvPr>
            <p:ph idx="1"/>
          </p:nvPr>
        </p:nvSpPr>
        <p:spPr>
          <a:xfrm>
            <a:off x="519113" y="4927600"/>
            <a:ext cx="8318500" cy="1462088"/>
          </a:xfrm>
        </p:spPr>
        <p:txBody>
          <a:bodyPr/>
          <a:lstStyle/>
          <a:p>
            <a:pPr>
              <a:buFont typeface="Arial" charset="0"/>
              <a:buChar char="•"/>
            </a:pPr>
            <a:r>
              <a:rPr lang="en-US"/>
              <a:t>Document production is the act of creating a draft document by merging:</a:t>
            </a:r>
          </a:p>
          <a:p>
            <a:pPr lvl="1"/>
            <a:r>
              <a:rPr lang="en-US"/>
              <a:t>A template</a:t>
            </a:r>
          </a:p>
          <a:p>
            <a:pPr lvl="1"/>
            <a:r>
              <a:rPr lang="en-US"/>
              <a:t>A set of business data values</a:t>
            </a:r>
          </a:p>
        </p:txBody>
      </p:sp>
      <p:pic>
        <p:nvPicPr>
          <p:cNvPr id="10244" name="Picture 4" descr="icon - Word templat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4525" y="1273175"/>
            <a:ext cx="1206500" cy="1258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5" name="Picture 5" descr="document icon"/>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30813" y="1882775"/>
            <a:ext cx="1071562" cy="1071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6" name="Text Box 6"/>
          <p:cNvSpPr txBox="1">
            <a:spLocks noChangeArrowheads="1"/>
          </p:cNvSpPr>
          <p:nvPr/>
        </p:nvSpPr>
        <p:spPr bwMode="auto">
          <a:xfrm>
            <a:off x="1903413" y="1285875"/>
            <a:ext cx="3367087"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400" b="1"/>
              <a:t>Dear </a:t>
            </a:r>
            <a:r>
              <a:rPr lang="en-US" sz="2400" b="1">
                <a:solidFill>
                  <a:schemeClr val="accent1"/>
                </a:solidFill>
              </a:rPr>
              <a:t>&lt;claimant.name&gt;</a:t>
            </a:r>
            <a:r>
              <a:rPr lang="en-US" sz="2400" b="1"/>
              <a:t>,</a:t>
            </a:r>
            <a:br>
              <a:rPr lang="en-US" sz="2400" b="1"/>
            </a:br>
            <a:r>
              <a:rPr lang="en-US" sz="2400" b="1"/>
              <a:t>On </a:t>
            </a:r>
            <a:r>
              <a:rPr lang="en-US" sz="2400" b="1">
                <a:solidFill>
                  <a:schemeClr val="accent1"/>
                </a:solidFill>
              </a:rPr>
              <a:t>&lt;lossdate&gt;</a:t>
            </a:r>
            <a:r>
              <a:rPr lang="en-US" sz="2400" b="1"/>
              <a:t>...</a:t>
            </a:r>
          </a:p>
        </p:txBody>
      </p:sp>
      <p:sp>
        <p:nvSpPr>
          <p:cNvPr id="10247" name="Text Box 7"/>
          <p:cNvSpPr txBox="1">
            <a:spLocks noChangeArrowheads="1"/>
          </p:cNvSpPr>
          <p:nvPr/>
        </p:nvSpPr>
        <p:spPr bwMode="auto">
          <a:xfrm>
            <a:off x="6323013" y="2076450"/>
            <a:ext cx="2652712"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400" b="1"/>
              <a:t>Dear Jim Means,</a:t>
            </a:r>
            <a:br>
              <a:rPr lang="en-US" sz="2400" b="1"/>
            </a:br>
            <a:r>
              <a:rPr lang="en-US" sz="2400" b="1"/>
              <a:t>On May 3...</a:t>
            </a:r>
          </a:p>
        </p:txBody>
      </p:sp>
      <p:sp>
        <p:nvSpPr>
          <p:cNvPr id="10248" name="Line 8"/>
          <p:cNvSpPr>
            <a:spLocks noChangeShapeType="1"/>
          </p:cNvSpPr>
          <p:nvPr/>
        </p:nvSpPr>
        <p:spPr bwMode="auto">
          <a:xfrm flipV="1">
            <a:off x="2855913" y="2147888"/>
            <a:ext cx="0" cy="1247775"/>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0249" name="Line 9"/>
          <p:cNvSpPr>
            <a:spLocks noChangeShapeType="1"/>
          </p:cNvSpPr>
          <p:nvPr/>
        </p:nvSpPr>
        <p:spPr bwMode="auto">
          <a:xfrm>
            <a:off x="2855913" y="2854325"/>
            <a:ext cx="2276475" cy="0"/>
          </a:xfrm>
          <a:prstGeom prst="line">
            <a:avLst/>
          </a:prstGeom>
          <a:noFill/>
          <a:ln w="28575">
            <a:solidFill>
              <a:srgbClr val="777777"/>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0250" name="Text Box 10"/>
          <p:cNvSpPr txBox="1">
            <a:spLocks noChangeArrowheads="1"/>
          </p:cNvSpPr>
          <p:nvPr/>
        </p:nvSpPr>
        <p:spPr bwMode="auto">
          <a:xfrm>
            <a:off x="492125" y="885825"/>
            <a:ext cx="167957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solidFill>
                  <a:srgbClr val="FF0000"/>
                </a:solidFill>
              </a:rPr>
              <a:t>template</a:t>
            </a:r>
          </a:p>
        </p:txBody>
      </p:sp>
      <p:grpSp>
        <p:nvGrpSpPr>
          <p:cNvPr id="10251" name="Group 11"/>
          <p:cNvGrpSpPr>
            <a:grpSpLocks/>
          </p:cNvGrpSpPr>
          <p:nvPr/>
        </p:nvGrpSpPr>
        <p:grpSpPr bwMode="auto">
          <a:xfrm>
            <a:off x="695325" y="3322638"/>
            <a:ext cx="1482725" cy="1092200"/>
            <a:chOff x="2083" y="1606"/>
            <a:chExt cx="1489" cy="1097"/>
          </a:xfrm>
        </p:grpSpPr>
        <p:sp>
          <p:nvSpPr>
            <p:cNvPr id="10262" name="Rectangle 12"/>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10263" name="Freeform 13"/>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10264" name="Freeform 14"/>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10265" name="Freeform 15"/>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10266" name="Freeform 16"/>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10267" name="Rectangle 17"/>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10268" name="Rectangle 18"/>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0269" name="AutoShape 19"/>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10270" name="Freeform 20"/>
            <p:cNvSpPr>
              <a:spLocks/>
            </p:cNvSpPr>
            <p:nvPr/>
          </p:nvSpPr>
          <p:spPr bwMode="auto">
            <a:xfrm>
              <a:off x="2219" y="2561"/>
              <a:ext cx="369" cy="104"/>
            </a:xfrm>
            <a:custGeom>
              <a:avLst/>
              <a:gdLst>
                <a:gd name="T0" fmla="*/ 0 w 992"/>
                <a:gd name="T1" fmla="*/ 0 h 280"/>
                <a:gd name="T2" fmla="*/ 51 w 992"/>
                <a:gd name="T3" fmla="*/ 12 h 280"/>
                <a:gd name="T4" fmla="*/ 48 w 992"/>
                <a:gd name="T5" fmla="*/ 14 h 280"/>
                <a:gd name="T6" fmla="*/ 1 w 992"/>
                <a:gd name="T7" fmla="*/ 3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10271" name="Freeform 21"/>
            <p:cNvSpPr>
              <a:spLocks/>
            </p:cNvSpPr>
            <p:nvPr/>
          </p:nvSpPr>
          <p:spPr bwMode="auto">
            <a:xfrm>
              <a:off x="3429" y="2008"/>
              <a:ext cx="51" cy="375"/>
            </a:xfrm>
            <a:custGeom>
              <a:avLst/>
              <a:gdLst>
                <a:gd name="T0" fmla="*/ 0 w 136"/>
                <a:gd name="T1" fmla="*/ 0 h 1008"/>
                <a:gd name="T2" fmla="*/ 4 w 136"/>
                <a:gd name="T3" fmla="*/ 52 h 1008"/>
                <a:gd name="T4" fmla="*/ 7 w 136"/>
                <a:gd name="T5" fmla="*/ 47 h 1008"/>
                <a:gd name="T6" fmla="*/ 3 w 136"/>
                <a:gd name="T7" fmla="*/ 3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10272" name="Rectangle 22"/>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0273" name="Rectangle 23"/>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0274" name="Rectangle 24"/>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10275" name="Group 25"/>
            <p:cNvGrpSpPr>
              <a:grpSpLocks/>
            </p:cNvGrpSpPr>
            <p:nvPr/>
          </p:nvGrpSpPr>
          <p:grpSpPr bwMode="auto">
            <a:xfrm>
              <a:off x="2221" y="1871"/>
              <a:ext cx="518" cy="782"/>
              <a:chOff x="2400" y="1656"/>
              <a:chExt cx="752" cy="1136"/>
            </a:xfrm>
          </p:grpSpPr>
          <p:sp>
            <p:nvSpPr>
              <p:cNvPr id="10288" name="Freeform 26"/>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a:solidFill>
                  <a:schemeClr val="bg1"/>
                </a:solidFill>
                <a:round/>
                <a:headEnd/>
                <a:tailEnd/>
              </a:ln>
            </p:spPr>
            <p:txBody>
              <a:bodyPr wrap="none" lIns="0" tIns="0" rIns="0" bIns="0" anchor="ctr">
                <a:spAutoFit/>
              </a:bodyPr>
              <a:lstStyle/>
              <a:p>
                <a:endParaRPr lang="en-US"/>
              </a:p>
            </p:txBody>
          </p:sp>
          <p:sp>
            <p:nvSpPr>
              <p:cNvPr id="10289" name="Freeform 27"/>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0290" name="Freeform 28"/>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0291" name="Freeform 29"/>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0292" name="Freeform 30"/>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lIns="0" tIns="0" rIns="0" bIns="0" anchor="ctr">
                <a:spAutoFit/>
              </a:bodyPr>
              <a:lstStyle/>
              <a:p>
                <a:endParaRPr lang="en-US"/>
              </a:p>
            </p:txBody>
          </p:sp>
          <p:sp>
            <p:nvSpPr>
              <p:cNvPr id="10293" name="Line 31"/>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0294" name="Line 32"/>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10276" name="Group 33"/>
            <p:cNvGrpSpPr>
              <a:grpSpLocks/>
            </p:cNvGrpSpPr>
            <p:nvPr/>
          </p:nvGrpSpPr>
          <p:grpSpPr bwMode="auto">
            <a:xfrm rot="-6511945">
              <a:off x="2834" y="1842"/>
              <a:ext cx="518" cy="783"/>
              <a:chOff x="2400" y="1656"/>
              <a:chExt cx="752" cy="1136"/>
            </a:xfrm>
          </p:grpSpPr>
          <p:sp>
            <p:nvSpPr>
              <p:cNvPr id="10281" name="Freeform 34"/>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a:solidFill>
                  <a:schemeClr val="bg1"/>
                </a:solidFill>
                <a:round/>
                <a:headEnd/>
                <a:tailEnd/>
              </a:ln>
            </p:spPr>
            <p:txBody>
              <a:bodyPr wrap="none" lIns="0" tIns="0" rIns="0" bIns="0" anchor="ctr">
                <a:spAutoFit/>
              </a:bodyPr>
              <a:lstStyle/>
              <a:p>
                <a:endParaRPr lang="en-US"/>
              </a:p>
            </p:txBody>
          </p:sp>
          <p:sp>
            <p:nvSpPr>
              <p:cNvPr id="10282" name="Freeform 35"/>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0283" name="Freeform 36"/>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0284" name="Freeform 37"/>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0285" name="Freeform 38"/>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0286" name="Line 39"/>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0287" name="Line 40"/>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0277" name="Freeform 41"/>
            <p:cNvSpPr>
              <a:spLocks/>
            </p:cNvSpPr>
            <p:nvPr/>
          </p:nvSpPr>
          <p:spPr bwMode="auto">
            <a:xfrm>
              <a:off x="2689" y="2097"/>
              <a:ext cx="62" cy="351"/>
            </a:xfrm>
            <a:custGeom>
              <a:avLst/>
              <a:gdLst>
                <a:gd name="T0" fmla="*/ 8 w 168"/>
                <a:gd name="T1" fmla="*/ 49 h 944"/>
                <a:gd name="T2" fmla="*/ 1 w 168"/>
                <a:gd name="T3" fmla="*/ 0 h 944"/>
                <a:gd name="T4" fmla="*/ 0 w 168"/>
                <a:gd name="T5" fmla="*/ 3 h 944"/>
                <a:gd name="T6" fmla="*/ 6 w 168"/>
                <a:gd name="T7" fmla="*/ 47 h 944"/>
                <a:gd name="T8" fmla="*/ 8 w 168"/>
                <a:gd name="T9" fmla="*/ 49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10278" name="Freeform 42"/>
            <p:cNvSpPr>
              <a:spLocks/>
            </p:cNvSpPr>
            <p:nvPr/>
          </p:nvSpPr>
          <p:spPr bwMode="auto">
            <a:xfrm>
              <a:off x="2382" y="1853"/>
              <a:ext cx="354" cy="78"/>
            </a:xfrm>
            <a:custGeom>
              <a:avLst/>
              <a:gdLst>
                <a:gd name="T0" fmla="*/ 0 w 952"/>
                <a:gd name="T1" fmla="*/ 2 h 208"/>
                <a:gd name="T2" fmla="*/ 4 w 952"/>
                <a:gd name="T3" fmla="*/ 0 h 208"/>
                <a:gd name="T4" fmla="*/ 48 w 952"/>
                <a:gd name="T5" fmla="*/ 8 h 208"/>
                <a:gd name="T6" fmla="*/ 49 w 952"/>
                <a:gd name="T7" fmla="*/ 11 h 208"/>
                <a:gd name="T8" fmla="*/ 0 w 952"/>
                <a:gd name="T9" fmla="*/ 2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10279" name="Rectangle 43"/>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0280" name="Rectangle 44"/>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sp>
        <p:nvSpPr>
          <p:cNvPr id="10252" name="Text Box 45"/>
          <p:cNvSpPr txBox="1">
            <a:spLocks noChangeArrowheads="1"/>
          </p:cNvSpPr>
          <p:nvPr/>
        </p:nvSpPr>
        <p:spPr bwMode="auto">
          <a:xfrm>
            <a:off x="2246313" y="3441700"/>
            <a:ext cx="2546350"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400" b="1"/>
              <a:t>Claim</a:t>
            </a:r>
            <a:br>
              <a:rPr lang="en-US" sz="2400" b="1"/>
            </a:br>
            <a:r>
              <a:rPr lang="en-US" sz="2400" b="1"/>
              <a:t>100-00-100001 </a:t>
            </a:r>
          </a:p>
        </p:txBody>
      </p:sp>
      <p:grpSp>
        <p:nvGrpSpPr>
          <p:cNvPr id="10253" name="Group 46"/>
          <p:cNvGrpSpPr>
            <a:grpSpLocks/>
          </p:cNvGrpSpPr>
          <p:nvPr/>
        </p:nvGrpSpPr>
        <p:grpSpPr bwMode="auto">
          <a:xfrm>
            <a:off x="5524500" y="3327400"/>
            <a:ext cx="682625" cy="769938"/>
            <a:chOff x="2474" y="869"/>
            <a:chExt cx="430" cy="485"/>
          </a:xfrm>
        </p:grpSpPr>
        <p:sp>
          <p:nvSpPr>
            <p:cNvPr id="10256" name="AutoShape 47"/>
            <p:cNvSpPr>
              <a:spLocks noChangeArrowheads="1"/>
            </p:cNvSpPr>
            <p:nvPr/>
          </p:nvSpPr>
          <p:spPr bwMode="auto">
            <a:xfrm rot="10800000" flipH="1">
              <a:off x="2474" y="869"/>
              <a:ext cx="430" cy="485"/>
            </a:xfrm>
            <a:prstGeom prst="foldedCorner">
              <a:avLst>
                <a:gd name="adj" fmla="val 26509"/>
              </a:avLst>
            </a:prstGeom>
            <a:solidFill>
              <a:srgbClr val="FFFFCC"/>
            </a:solidFill>
            <a:ln w="12700">
              <a:solidFill>
                <a:schemeClr val="bg1"/>
              </a:solidFill>
              <a:round/>
              <a:headEnd/>
              <a:tailEnd/>
            </a:ln>
          </p:spPr>
          <p:txBody>
            <a:bodyPr lIns="0" tIns="0" rIns="0" bIns="0" anchor="ctr">
              <a:spAutoFit/>
            </a:bodyPr>
            <a:lstStyle/>
            <a:p>
              <a:endParaRPr lang="en-US"/>
            </a:p>
          </p:txBody>
        </p:sp>
        <p:sp>
          <p:nvSpPr>
            <p:cNvPr id="10257" name="Line 48"/>
            <p:cNvSpPr>
              <a:spLocks noChangeShapeType="1"/>
            </p:cNvSpPr>
            <p:nvPr/>
          </p:nvSpPr>
          <p:spPr bwMode="auto">
            <a:xfrm>
              <a:off x="2534" y="1074"/>
              <a:ext cx="310"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0258" name="Line 49"/>
            <p:cNvSpPr>
              <a:spLocks noChangeShapeType="1"/>
            </p:cNvSpPr>
            <p:nvPr/>
          </p:nvSpPr>
          <p:spPr bwMode="auto">
            <a:xfrm>
              <a:off x="2534" y="1145"/>
              <a:ext cx="310"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0259" name="Line 50"/>
            <p:cNvSpPr>
              <a:spLocks noChangeShapeType="1"/>
            </p:cNvSpPr>
            <p:nvPr/>
          </p:nvSpPr>
          <p:spPr bwMode="auto">
            <a:xfrm>
              <a:off x="2534" y="1216"/>
              <a:ext cx="310"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0260" name="Line 51"/>
            <p:cNvSpPr>
              <a:spLocks noChangeShapeType="1"/>
            </p:cNvSpPr>
            <p:nvPr/>
          </p:nvSpPr>
          <p:spPr bwMode="auto">
            <a:xfrm>
              <a:off x="2534" y="1286"/>
              <a:ext cx="310"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0261" name="Freeform 52"/>
            <p:cNvSpPr>
              <a:spLocks/>
            </p:cNvSpPr>
            <p:nvPr/>
          </p:nvSpPr>
          <p:spPr bwMode="auto">
            <a:xfrm>
              <a:off x="2531" y="896"/>
              <a:ext cx="309" cy="139"/>
            </a:xfrm>
            <a:custGeom>
              <a:avLst/>
              <a:gdLst>
                <a:gd name="T0" fmla="*/ 0 w 609"/>
                <a:gd name="T1" fmla="*/ 27 h 275"/>
                <a:gd name="T2" fmla="*/ 9 w 609"/>
                <a:gd name="T3" fmla="*/ 10 h 275"/>
                <a:gd name="T4" fmla="*/ 11 w 609"/>
                <a:gd name="T5" fmla="*/ 34 h 275"/>
                <a:gd name="T6" fmla="*/ 13 w 609"/>
                <a:gd name="T7" fmla="*/ 17 h 275"/>
                <a:gd name="T8" fmla="*/ 19 w 609"/>
                <a:gd name="T9" fmla="*/ 32 h 275"/>
                <a:gd name="T10" fmla="*/ 21 w 609"/>
                <a:gd name="T11" fmla="*/ 2 h 275"/>
                <a:gd name="T12" fmla="*/ 26 w 609"/>
                <a:gd name="T13" fmla="*/ 20 h 275"/>
                <a:gd name="T14" fmla="*/ 39 w 609"/>
                <a:gd name="T15" fmla="*/ 17 h 275"/>
                <a:gd name="T16" fmla="*/ 43 w 609"/>
                <a:gd name="T17" fmla="*/ 29 h 275"/>
                <a:gd name="T18" fmla="*/ 49 w 609"/>
                <a:gd name="T19" fmla="*/ 25 h 275"/>
                <a:gd name="T20" fmla="*/ 60 w 609"/>
                <a:gd name="T21" fmla="*/ 21 h 275"/>
                <a:gd name="T22" fmla="*/ 71 w 609"/>
                <a:gd name="T23" fmla="*/ 30 h 275"/>
                <a:gd name="T24" fmla="*/ 80 w 609"/>
                <a:gd name="T25" fmla="*/ 26 h 27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09"/>
                <a:gd name="T40" fmla="*/ 0 h 275"/>
                <a:gd name="T41" fmla="*/ 609 w 609"/>
                <a:gd name="T42" fmla="*/ 275 h 27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09" h="275">
                  <a:moveTo>
                    <a:pt x="0" y="207"/>
                  </a:moveTo>
                  <a:cubicBezTo>
                    <a:pt x="26" y="135"/>
                    <a:pt x="52" y="63"/>
                    <a:pt x="66" y="73"/>
                  </a:cubicBezTo>
                  <a:cubicBezTo>
                    <a:pt x="80" y="83"/>
                    <a:pt x="77" y="255"/>
                    <a:pt x="83" y="265"/>
                  </a:cubicBezTo>
                  <a:cubicBezTo>
                    <a:pt x="89" y="275"/>
                    <a:pt x="90" y="135"/>
                    <a:pt x="100" y="132"/>
                  </a:cubicBezTo>
                  <a:cubicBezTo>
                    <a:pt x="110" y="129"/>
                    <a:pt x="131" y="267"/>
                    <a:pt x="141" y="248"/>
                  </a:cubicBezTo>
                  <a:cubicBezTo>
                    <a:pt x="151" y="229"/>
                    <a:pt x="148" y="30"/>
                    <a:pt x="158" y="15"/>
                  </a:cubicBezTo>
                  <a:cubicBezTo>
                    <a:pt x="168" y="0"/>
                    <a:pt x="176" y="137"/>
                    <a:pt x="200" y="157"/>
                  </a:cubicBezTo>
                  <a:cubicBezTo>
                    <a:pt x="224" y="177"/>
                    <a:pt x="279" y="121"/>
                    <a:pt x="300" y="132"/>
                  </a:cubicBezTo>
                  <a:cubicBezTo>
                    <a:pt x="321" y="143"/>
                    <a:pt x="312" y="213"/>
                    <a:pt x="325" y="223"/>
                  </a:cubicBezTo>
                  <a:cubicBezTo>
                    <a:pt x="338" y="233"/>
                    <a:pt x="353" y="200"/>
                    <a:pt x="375" y="190"/>
                  </a:cubicBezTo>
                  <a:cubicBezTo>
                    <a:pt x="397" y="180"/>
                    <a:pt x="431" y="158"/>
                    <a:pt x="459" y="165"/>
                  </a:cubicBezTo>
                  <a:cubicBezTo>
                    <a:pt x="487" y="172"/>
                    <a:pt x="517" y="227"/>
                    <a:pt x="542" y="232"/>
                  </a:cubicBezTo>
                  <a:cubicBezTo>
                    <a:pt x="567" y="237"/>
                    <a:pt x="598" y="204"/>
                    <a:pt x="609" y="198"/>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sp>
        <p:nvSpPr>
          <p:cNvPr id="10254" name="Text Box 53"/>
          <p:cNvSpPr txBox="1">
            <a:spLocks noChangeArrowheads="1"/>
          </p:cNvSpPr>
          <p:nvPr/>
        </p:nvSpPr>
        <p:spPr bwMode="auto">
          <a:xfrm>
            <a:off x="5246688" y="2978150"/>
            <a:ext cx="12128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spcAft>
                <a:spcPct val="0"/>
              </a:spcAft>
              <a:buClrTx/>
            </a:pPr>
            <a:r>
              <a:rPr lang="en-US" sz="1600" b="1"/>
              <a:t>+</a:t>
            </a:r>
          </a:p>
        </p:txBody>
      </p:sp>
      <p:sp>
        <p:nvSpPr>
          <p:cNvPr id="10255" name="Text Box 54"/>
          <p:cNvSpPr txBox="1">
            <a:spLocks noChangeArrowheads="1"/>
          </p:cNvSpPr>
          <p:nvPr/>
        </p:nvSpPr>
        <p:spPr bwMode="auto">
          <a:xfrm>
            <a:off x="6323013" y="3287713"/>
            <a:ext cx="2652712" cy="1095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400" b="1"/>
              <a:t>Letter to Insured MS Word        Draft</a:t>
            </a: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|EOS~009|</a:t>
            </a:r>
            <a:endParaRPr lang="en-US" sz="100" dirty="0" err="1">
              <a:solidFill>
                <a:srgbClr val="FFFFFF"/>
              </a:solidFill>
              <a:latin typeface="Arial"/>
              <a:cs typeface="Calibri" pitchFamily="34" charset="0"/>
            </a:endParaRPr>
          </a:p>
        </p:txBody>
      </p:sp>
      <p:sp>
        <p:nvSpPr>
          <p:cNvPr id="11266" name="AutoShape 2"/>
          <p:cNvSpPr>
            <a:spLocks noChangeArrowheads="1"/>
          </p:cNvSpPr>
          <p:nvPr/>
        </p:nvSpPr>
        <p:spPr bwMode="auto">
          <a:xfrm>
            <a:off x="3552825" y="1677988"/>
            <a:ext cx="2266950" cy="3181350"/>
          </a:xfrm>
          <a:prstGeom prst="cube">
            <a:avLst>
              <a:gd name="adj" fmla="val 8264"/>
            </a:avLst>
          </a:prstGeom>
          <a:solidFill>
            <a:schemeClr val="tx1"/>
          </a:solidFill>
          <a:ln w="28575">
            <a:solidFill>
              <a:schemeClr val="bg1"/>
            </a:solidFill>
            <a:miter lim="800000"/>
            <a:headEnd/>
            <a:tailEnd/>
          </a:ln>
        </p:spPr>
        <p:txBody>
          <a:bodyPr lIns="0" tIns="0" rIns="0" bIns="0" anchor="ctr">
            <a:spAutoFit/>
          </a:bodyPr>
          <a:lstStyle/>
          <a:p>
            <a:endParaRPr lang="en-US"/>
          </a:p>
        </p:txBody>
      </p:sp>
      <p:sp>
        <p:nvSpPr>
          <p:cNvPr id="11267" name="AutoShape 3"/>
          <p:cNvSpPr>
            <a:spLocks noChangeArrowheads="1"/>
          </p:cNvSpPr>
          <p:nvPr/>
        </p:nvSpPr>
        <p:spPr bwMode="auto">
          <a:xfrm>
            <a:off x="7177088" y="4448175"/>
            <a:ext cx="1190625" cy="1985963"/>
          </a:xfrm>
          <a:prstGeom prst="cube">
            <a:avLst>
              <a:gd name="adj" fmla="val 13315"/>
            </a:avLst>
          </a:prstGeom>
          <a:noFill/>
          <a:ln w="28575">
            <a:solidFill>
              <a:srgbClr val="777777"/>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1268" name="AutoShape 4"/>
          <p:cNvSpPr>
            <a:spLocks noChangeArrowheads="1"/>
          </p:cNvSpPr>
          <p:nvPr/>
        </p:nvSpPr>
        <p:spPr bwMode="auto">
          <a:xfrm>
            <a:off x="6923088" y="706438"/>
            <a:ext cx="1774825" cy="1733550"/>
          </a:xfrm>
          <a:prstGeom prst="cube">
            <a:avLst>
              <a:gd name="adj" fmla="val 10472"/>
            </a:avLst>
          </a:prstGeom>
          <a:solidFill>
            <a:srgbClr val="F0F057"/>
          </a:solidFill>
          <a:ln w="28575">
            <a:solidFill>
              <a:schemeClr val="bg1"/>
            </a:solidFill>
            <a:miter lim="800000"/>
            <a:headEnd/>
            <a:tailEnd/>
          </a:ln>
        </p:spPr>
        <p:txBody>
          <a:bodyPr lIns="0" tIns="0" rIns="0" bIns="0" anchor="ctr">
            <a:spAutoFit/>
          </a:bodyPr>
          <a:lstStyle/>
          <a:p>
            <a:endParaRPr lang="en-US"/>
          </a:p>
        </p:txBody>
      </p:sp>
      <p:sp>
        <p:nvSpPr>
          <p:cNvPr id="11269" name="Rectangle 5"/>
          <p:cNvSpPr>
            <a:spLocks noGrp="1" noChangeArrowheads="1"/>
          </p:cNvSpPr>
          <p:nvPr>
            <p:ph type="title"/>
          </p:nvPr>
        </p:nvSpPr>
        <p:spPr/>
        <p:txBody>
          <a:bodyPr/>
          <a:lstStyle/>
          <a:p>
            <a:pPr eaLnBrk="1" hangingPunct="1"/>
            <a:r>
              <a:rPr lang="en-US"/>
              <a:t>Document management architecture:</a:t>
            </a:r>
            <a:br>
              <a:rPr lang="en-US"/>
            </a:br>
            <a:r>
              <a:rPr lang="en-US"/>
              <a:t>Electronic doc. production (1)</a:t>
            </a:r>
          </a:p>
        </p:txBody>
      </p:sp>
      <p:sp>
        <p:nvSpPr>
          <p:cNvPr id="11270" name="Text Box 6"/>
          <p:cNvSpPr txBox="1">
            <a:spLocks noChangeArrowheads="1"/>
          </p:cNvSpPr>
          <p:nvPr/>
        </p:nvSpPr>
        <p:spPr bwMode="auto">
          <a:xfrm>
            <a:off x="7048500" y="914400"/>
            <a:ext cx="1347788"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Document Production </a:t>
            </a:r>
          </a:p>
        </p:txBody>
      </p:sp>
      <p:sp>
        <p:nvSpPr>
          <p:cNvPr id="11271" name="Text Box 8"/>
          <p:cNvSpPr txBox="1">
            <a:spLocks noChangeArrowheads="1"/>
          </p:cNvSpPr>
          <p:nvPr/>
        </p:nvSpPr>
        <p:spPr bwMode="auto">
          <a:xfrm>
            <a:off x="7083425" y="4624388"/>
            <a:ext cx="121920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solidFill>
                  <a:srgbClr val="777777"/>
                </a:solidFill>
              </a:rPr>
              <a:t>Physical</a:t>
            </a:r>
            <a:br>
              <a:rPr lang="en-US" sz="1800" b="1">
                <a:solidFill>
                  <a:srgbClr val="777777"/>
                </a:solidFill>
              </a:rPr>
            </a:br>
            <a:r>
              <a:rPr lang="en-US" sz="1800" b="1">
                <a:solidFill>
                  <a:srgbClr val="777777"/>
                </a:solidFill>
              </a:rPr>
              <a:t>Location </a:t>
            </a:r>
          </a:p>
        </p:txBody>
      </p:sp>
      <p:grpSp>
        <p:nvGrpSpPr>
          <p:cNvPr id="11272" name="Group 9"/>
          <p:cNvGrpSpPr>
            <a:grpSpLocks/>
          </p:cNvGrpSpPr>
          <p:nvPr/>
        </p:nvGrpSpPr>
        <p:grpSpPr bwMode="auto">
          <a:xfrm>
            <a:off x="7307263" y="5795963"/>
            <a:ext cx="776287" cy="576262"/>
            <a:chOff x="3718" y="3630"/>
            <a:chExt cx="489" cy="363"/>
          </a:xfrm>
        </p:grpSpPr>
        <p:sp>
          <p:nvSpPr>
            <p:cNvPr id="11289" name="Rectangle 10"/>
            <p:cNvSpPr>
              <a:spLocks noChangeArrowheads="1"/>
            </p:cNvSpPr>
            <p:nvPr/>
          </p:nvSpPr>
          <p:spPr bwMode="auto">
            <a:xfrm>
              <a:off x="3718" y="3630"/>
              <a:ext cx="489" cy="363"/>
            </a:xfrm>
            <a:prstGeom prst="rect">
              <a:avLst/>
            </a:prstGeom>
            <a:noFill/>
            <a:ln w="28575" algn="ctr">
              <a:solidFill>
                <a:srgbClr val="777777"/>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1290" name="Rectangle 11"/>
            <p:cNvSpPr>
              <a:spLocks noChangeArrowheads="1"/>
            </p:cNvSpPr>
            <p:nvPr/>
          </p:nvSpPr>
          <p:spPr bwMode="auto">
            <a:xfrm>
              <a:off x="3838" y="3684"/>
              <a:ext cx="249" cy="114"/>
            </a:xfrm>
            <a:prstGeom prst="rect">
              <a:avLst/>
            </a:prstGeom>
            <a:noFill/>
            <a:ln w="28575" algn="ctr">
              <a:solidFill>
                <a:srgbClr val="777777"/>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1291" name="Rectangle 12"/>
            <p:cNvSpPr>
              <a:spLocks noChangeArrowheads="1"/>
            </p:cNvSpPr>
            <p:nvPr/>
          </p:nvSpPr>
          <p:spPr bwMode="auto">
            <a:xfrm>
              <a:off x="3891" y="3684"/>
              <a:ext cx="144" cy="69"/>
            </a:xfrm>
            <a:prstGeom prst="rect">
              <a:avLst/>
            </a:prstGeom>
            <a:noFill/>
            <a:ln w="28575" algn="ctr">
              <a:solidFill>
                <a:srgbClr val="777777"/>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grpSp>
        <p:nvGrpSpPr>
          <p:cNvPr id="11273" name="Group 13"/>
          <p:cNvGrpSpPr>
            <a:grpSpLocks/>
          </p:cNvGrpSpPr>
          <p:nvPr/>
        </p:nvGrpSpPr>
        <p:grpSpPr bwMode="auto">
          <a:xfrm>
            <a:off x="7307263" y="5167313"/>
            <a:ext cx="776287" cy="576262"/>
            <a:chOff x="3718" y="3630"/>
            <a:chExt cx="489" cy="363"/>
          </a:xfrm>
        </p:grpSpPr>
        <p:sp>
          <p:nvSpPr>
            <p:cNvPr id="11286" name="Rectangle 14"/>
            <p:cNvSpPr>
              <a:spLocks noChangeArrowheads="1"/>
            </p:cNvSpPr>
            <p:nvPr/>
          </p:nvSpPr>
          <p:spPr bwMode="auto">
            <a:xfrm>
              <a:off x="3718" y="3630"/>
              <a:ext cx="489" cy="363"/>
            </a:xfrm>
            <a:prstGeom prst="rect">
              <a:avLst/>
            </a:prstGeom>
            <a:noFill/>
            <a:ln w="28575" algn="ctr">
              <a:solidFill>
                <a:srgbClr val="777777"/>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1287" name="Rectangle 15"/>
            <p:cNvSpPr>
              <a:spLocks noChangeArrowheads="1"/>
            </p:cNvSpPr>
            <p:nvPr/>
          </p:nvSpPr>
          <p:spPr bwMode="auto">
            <a:xfrm>
              <a:off x="3838" y="3684"/>
              <a:ext cx="249" cy="114"/>
            </a:xfrm>
            <a:prstGeom prst="rect">
              <a:avLst/>
            </a:prstGeom>
            <a:noFill/>
            <a:ln w="28575" algn="ctr">
              <a:solidFill>
                <a:srgbClr val="777777"/>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1288" name="Rectangle 16"/>
            <p:cNvSpPr>
              <a:spLocks noChangeArrowheads="1"/>
            </p:cNvSpPr>
            <p:nvPr/>
          </p:nvSpPr>
          <p:spPr bwMode="auto">
            <a:xfrm>
              <a:off x="3891" y="3684"/>
              <a:ext cx="144" cy="69"/>
            </a:xfrm>
            <a:prstGeom prst="rect">
              <a:avLst/>
            </a:prstGeom>
            <a:noFill/>
            <a:ln w="28575" algn="ctr">
              <a:solidFill>
                <a:srgbClr val="777777"/>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sp>
        <p:nvSpPr>
          <p:cNvPr id="11274" name="Text Box 17"/>
          <p:cNvSpPr txBox="1">
            <a:spLocks noChangeArrowheads="1"/>
          </p:cNvSpPr>
          <p:nvPr/>
        </p:nvSpPr>
        <p:spPr bwMode="auto">
          <a:xfrm>
            <a:off x="619125" y="2360613"/>
            <a:ext cx="1776413"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User Machine</a:t>
            </a:r>
          </a:p>
        </p:txBody>
      </p:sp>
      <p:sp>
        <p:nvSpPr>
          <p:cNvPr id="11275" name="AutoShape 18"/>
          <p:cNvSpPr>
            <a:spLocks noChangeArrowheads="1"/>
          </p:cNvSpPr>
          <p:nvPr/>
        </p:nvSpPr>
        <p:spPr bwMode="auto">
          <a:xfrm>
            <a:off x="593725" y="2138363"/>
            <a:ext cx="2049463" cy="2706687"/>
          </a:xfrm>
          <a:prstGeom prst="cube">
            <a:avLst>
              <a:gd name="adj" fmla="val 10472"/>
            </a:avLst>
          </a:prstGeom>
          <a:noFill/>
          <a:ln w="2857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1276" name="AutoShape 19"/>
          <p:cNvSpPr>
            <a:spLocks noChangeArrowheads="1"/>
          </p:cNvSpPr>
          <p:nvPr/>
        </p:nvSpPr>
        <p:spPr bwMode="auto">
          <a:xfrm>
            <a:off x="6923088" y="2582863"/>
            <a:ext cx="1774825" cy="1733550"/>
          </a:xfrm>
          <a:prstGeom prst="cube">
            <a:avLst>
              <a:gd name="adj" fmla="val 10472"/>
            </a:avLst>
          </a:prstGeom>
          <a:noFill/>
          <a:ln w="28575">
            <a:solidFill>
              <a:srgbClr val="777777"/>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1277" name="Text Box 20"/>
          <p:cNvSpPr txBox="1">
            <a:spLocks noChangeArrowheads="1"/>
          </p:cNvSpPr>
          <p:nvPr/>
        </p:nvSpPr>
        <p:spPr bwMode="auto">
          <a:xfrm>
            <a:off x="7024688" y="2776538"/>
            <a:ext cx="1347787"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solidFill>
                  <a:srgbClr val="777777"/>
                </a:solidFill>
              </a:rPr>
              <a:t>Document Storage </a:t>
            </a:r>
          </a:p>
        </p:txBody>
      </p:sp>
      <p:sp>
        <p:nvSpPr>
          <p:cNvPr id="11278" name="Line 21"/>
          <p:cNvSpPr>
            <a:spLocks noChangeShapeType="1"/>
          </p:cNvSpPr>
          <p:nvPr/>
        </p:nvSpPr>
        <p:spPr bwMode="auto">
          <a:xfrm flipH="1">
            <a:off x="2022475" y="4546600"/>
            <a:ext cx="4294188" cy="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1279" name="Line 22"/>
          <p:cNvSpPr>
            <a:spLocks noChangeShapeType="1"/>
          </p:cNvSpPr>
          <p:nvPr/>
        </p:nvSpPr>
        <p:spPr bwMode="auto">
          <a:xfrm flipH="1">
            <a:off x="6316663" y="1814513"/>
            <a:ext cx="1066800"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1280" name="Line 23"/>
          <p:cNvSpPr>
            <a:spLocks noChangeShapeType="1"/>
          </p:cNvSpPr>
          <p:nvPr/>
        </p:nvSpPr>
        <p:spPr bwMode="auto">
          <a:xfrm>
            <a:off x="6316663" y="1795463"/>
            <a:ext cx="0" cy="2767012"/>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pic>
        <p:nvPicPr>
          <p:cNvPr id="11281" name="Picture 24" descr="icon - Word templat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58025" y="1449388"/>
            <a:ext cx="665163" cy="693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82" name="Picture 25" descr="document icon"/>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49963" y="2613025"/>
            <a:ext cx="531812" cy="531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83" name="Picture 26" descr="document icon"/>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49375" y="4013200"/>
            <a:ext cx="661988" cy="661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84" name="Text Box 27"/>
          <p:cNvSpPr txBox="1">
            <a:spLocks noChangeArrowheads="1"/>
          </p:cNvSpPr>
          <p:nvPr/>
        </p:nvSpPr>
        <p:spPr bwMode="auto">
          <a:xfrm>
            <a:off x="7643813" y="1531938"/>
            <a:ext cx="91757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 field</a:t>
            </a:r>
            <a:br>
              <a:rPr lang="en-US" sz="1800" b="1"/>
            </a:br>
            <a:r>
              <a:rPr lang="en-US" sz="1800" b="1"/>
              <a:t>values </a:t>
            </a:r>
          </a:p>
        </p:txBody>
      </p:sp>
      <p:pic>
        <p:nvPicPr>
          <p:cNvPr id="11285" name="Picture 17" descr="claimcenter.png"/>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3908425" y="2027238"/>
            <a:ext cx="1357313" cy="1358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|EOS~010|</a:t>
            </a:r>
            <a:endParaRPr lang="en-US" sz="100" dirty="0" err="1">
              <a:solidFill>
                <a:srgbClr val="FFFFFF"/>
              </a:solidFill>
              <a:latin typeface="Arial"/>
              <a:cs typeface="Calibri" pitchFamily="34" charset="0"/>
            </a:endParaRPr>
          </a:p>
        </p:txBody>
      </p:sp>
      <p:sp>
        <p:nvSpPr>
          <p:cNvPr id="12290" name="AutoShape 2"/>
          <p:cNvSpPr>
            <a:spLocks noChangeArrowheads="1"/>
          </p:cNvSpPr>
          <p:nvPr/>
        </p:nvSpPr>
        <p:spPr bwMode="auto">
          <a:xfrm>
            <a:off x="3552825" y="1677988"/>
            <a:ext cx="2266950" cy="3181350"/>
          </a:xfrm>
          <a:prstGeom prst="cube">
            <a:avLst>
              <a:gd name="adj" fmla="val 8264"/>
            </a:avLst>
          </a:prstGeom>
          <a:solidFill>
            <a:schemeClr val="tx1"/>
          </a:solidFill>
          <a:ln w="28575">
            <a:solidFill>
              <a:schemeClr val="bg1"/>
            </a:solidFill>
            <a:miter lim="800000"/>
            <a:headEnd/>
            <a:tailEnd/>
          </a:ln>
        </p:spPr>
        <p:txBody>
          <a:bodyPr lIns="0" tIns="0" rIns="0" bIns="0" anchor="ctr">
            <a:spAutoFit/>
          </a:bodyPr>
          <a:lstStyle/>
          <a:p>
            <a:endParaRPr lang="en-US"/>
          </a:p>
        </p:txBody>
      </p:sp>
      <p:sp>
        <p:nvSpPr>
          <p:cNvPr id="12291" name="AutoShape 3"/>
          <p:cNvSpPr>
            <a:spLocks noChangeArrowheads="1"/>
          </p:cNvSpPr>
          <p:nvPr/>
        </p:nvSpPr>
        <p:spPr bwMode="auto">
          <a:xfrm>
            <a:off x="7177088" y="4448175"/>
            <a:ext cx="1190625" cy="1985963"/>
          </a:xfrm>
          <a:prstGeom prst="cube">
            <a:avLst>
              <a:gd name="adj" fmla="val 13315"/>
            </a:avLst>
          </a:prstGeom>
          <a:noFill/>
          <a:ln w="28575">
            <a:solidFill>
              <a:srgbClr val="777777"/>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2292" name="Rectangle 4"/>
          <p:cNvSpPr>
            <a:spLocks noGrp="1" noChangeArrowheads="1"/>
          </p:cNvSpPr>
          <p:nvPr>
            <p:ph type="title"/>
          </p:nvPr>
        </p:nvSpPr>
        <p:spPr/>
        <p:txBody>
          <a:bodyPr/>
          <a:lstStyle/>
          <a:p>
            <a:pPr eaLnBrk="1" hangingPunct="1"/>
            <a:r>
              <a:rPr lang="en-US"/>
              <a:t>Document management architecture:</a:t>
            </a:r>
            <a:br>
              <a:rPr lang="en-US"/>
            </a:br>
            <a:r>
              <a:rPr lang="en-US"/>
              <a:t>Electronic doc. production (2)</a:t>
            </a:r>
          </a:p>
        </p:txBody>
      </p:sp>
      <p:sp>
        <p:nvSpPr>
          <p:cNvPr id="12293" name="Text Box 6"/>
          <p:cNvSpPr txBox="1">
            <a:spLocks noChangeArrowheads="1"/>
          </p:cNvSpPr>
          <p:nvPr/>
        </p:nvSpPr>
        <p:spPr bwMode="auto">
          <a:xfrm>
            <a:off x="7083425" y="4624388"/>
            <a:ext cx="121920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solidFill>
                  <a:srgbClr val="777777"/>
                </a:solidFill>
              </a:rPr>
              <a:t>Physical</a:t>
            </a:r>
            <a:br>
              <a:rPr lang="en-US" sz="1800" b="1">
                <a:solidFill>
                  <a:srgbClr val="777777"/>
                </a:solidFill>
              </a:rPr>
            </a:br>
            <a:r>
              <a:rPr lang="en-US" sz="1800" b="1">
                <a:solidFill>
                  <a:srgbClr val="777777"/>
                </a:solidFill>
              </a:rPr>
              <a:t>Location </a:t>
            </a:r>
          </a:p>
        </p:txBody>
      </p:sp>
      <p:grpSp>
        <p:nvGrpSpPr>
          <p:cNvPr id="12294" name="Group 7"/>
          <p:cNvGrpSpPr>
            <a:grpSpLocks/>
          </p:cNvGrpSpPr>
          <p:nvPr/>
        </p:nvGrpSpPr>
        <p:grpSpPr bwMode="auto">
          <a:xfrm>
            <a:off x="7307263" y="5795963"/>
            <a:ext cx="776287" cy="576262"/>
            <a:chOff x="3718" y="3630"/>
            <a:chExt cx="489" cy="363"/>
          </a:xfrm>
        </p:grpSpPr>
        <p:sp>
          <p:nvSpPr>
            <p:cNvPr id="12312" name="Rectangle 8"/>
            <p:cNvSpPr>
              <a:spLocks noChangeArrowheads="1"/>
            </p:cNvSpPr>
            <p:nvPr/>
          </p:nvSpPr>
          <p:spPr bwMode="auto">
            <a:xfrm>
              <a:off x="3718" y="3630"/>
              <a:ext cx="489" cy="363"/>
            </a:xfrm>
            <a:prstGeom prst="rect">
              <a:avLst/>
            </a:prstGeom>
            <a:noFill/>
            <a:ln w="28575" algn="ctr">
              <a:solidFill>
                <a:srgbClr val="777777"/>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2313" name="Rectangle 9"/>
            <p:cNvSpPr>
              <a:spLocks noChangeArrowheads="1"/>
            </p:cNvSpPr>
            <p:nvPr/>
          </p:nvSpPr>
          <p:spPr bwMode="auto">
            <a:xfrm>
              <a:off x="3838" y="3684"/>
              <a:ext cx="249" cy="114"/>
            </a:xfrm>
            <a:prstGeom prst="rect">
              <a:avLst/>
            </a:prstGeom>
            <a:noFill/>
            <a:ln w="28575" algn="ctr">
              <a:solidFill>
                <a:srgbClr val="777777"/>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2314" name="Rectangle 10"/>
            <p:cNvSpPr>
              <a:spLocks noChangeArrowheads="1"/>
            </p:cNvSpPr>
            <p:nvPr/>
          </p:nvSpPr>
          <p:spPr bwMode="auto">
            <a:xfrm>
              <a:off x="3891" y="3684"/>
              <a:ext cx="144" cy="69"/>
            </a:xfrm>
            <a:prstGeom prst="rect">
              <a:avLst/>
            </a:prstGeom>
            <a:noFill/>
            <a:ln w="28575" algn="ctr">
              <a:solidFill>
                <a:srgbClr val="777777"/>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grpSp>
        <p:nvGrpSpPr>
          <p:cNvPr id="12295" name="Group 11"/>
          <p:cNvGrpSpPr>
            <a:grpSpLocks/>
          </p:cNvGrpSpPr>
          <p:nvPr/>
        </p:nvGrpSpPr>
        <p:grpSpPr bwMode="auto">
          <a:xfrm>
            <a:off x="7307263" y="5167313"/>
            <a:ext cx="776287" cy="576262"/>
            <a:chOff x="3718" y="3630"/>
            <a:chExt cx="489" cy="363"/>
          </a:xfrm>
        </p:grpSpPr>
        <p:sp>
          <p:nvSpPr>
            <p:cNvPr id="12309" name="Rectangle 12"/>
            <p:cNvSpPr>
              <a:spLocks noChangeArrowheads="1"/>
            </p:cNvSpPr>
            <p:nvPr/>
          </p:nvSpPr>
          <p:spPr bwMode="auto">
            <a:xfrm>
              <a:off x="3718" y="3630"/>
              <a:ext cx="489" cy="363"/>
            </a:xfrm>
            <a:prstGeom prst="rect">
              <a:avLst/>
            </a:prstGeom>
            <a:noFill/>
            <a:ln w="28575" algn="ctr">
              <a:solidFill>
                <a:srgbClr val="777777"/>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2310" name="Rectangle 13"/>
            <p:cNvSpPr>
              <a:spLocks noChangeArrowheads="1"/>
            </p:cNvSpPr>
            <p:nvPr/>
          </p:nvSpPr>
          <p:spPr bwMode="auto">
            <a:xfrm>
              <a:off x="3838" y="3684"/>
              <a:ext cx="249" cy="114"/>
            </a:xfrm>
            <a:prstGeom prst="rect">
              <a:avLst/>
            </a:prstGeom>
            <a:noFill/>
            <a:ln w="28575" algn="ctr">
              <a:solidFill>
                <a:srgbClr val="777777"/>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2311" name="Rectangle 14"/>
            <p:cNvSpPr>
              <a:spLocks noChangeArrowheads="1"/>
            </p:cNvSpPr>
            <p:nvPr/>
          </p:nvSpPr>
          <p:spPr bwMode="auto">
            <a:xfrm>
              <a:off x="3891" y="3684"/>
              <a:ext cx="144" cy="69"/>
            </a:xfrm>
            <a:prstGeom prst="rect">
              <a:avLst/>
            </a:prstGeom>
            <a:noFill/>
            <a:ln w="28575" algn="ctr">
              <a:solidFill>
                <a:srgbClr val="777777"/>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sp>
        <p:nvSpPr>
          <p:cNvPr id="12296" name="Text Box 15"/>
          <p:cNvSpPr txBox="1">
            <a:spLocks noChangeArrowheads="1"/>
          </p:cNvSpPr>
          <p:nvPr/>
        </p:nvSpPr>
        <p:spPr bwMode="auto">
          <a:xfrm>
            <a:off x="619125" y="2360613"/>
            <a:ext cx="1776413"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User Machine</a:t>
            </a:r>
          </a:p>
        </p:txBody>
      </p:sp>
      <p:sp>
        <p:nvSpPr>
          <p:cNvPr id="12297" name="AutoShape 16"/>
          <p:cNvSpPr>
            <a:spLocks noChangeArrowheads="1"/>
          </p:cNvSpPr>
          <p:nvPr/>
        </p:nvSpPr>
        <p:spPr bwMode="auto">
          <a:xfrm>
            <a:off x="593725" y="2138363"/>
            <a:ext cx="2049463" cy="2706687"/>
          </a:xfrm>
          <a:prstGeom prst="cube">
            <a:avLst>
              <a:gd name="adj" fmla="val 10472"/>
            </a:avLst>
          </a:prstGeom>
          <a:noFill/>
          <a:ln w="2857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2298" name="AutoShape 17"/>
          <p:cNvSpPr>
            <a:spLocks noChangeArrowheads="1"/>
          </p:cNvSpPr>
          <p:nvPr/>
        </p:nvSpPr>
        <p:spPr bwMode="auto">
          <a:xfrm>
            <a:off x="6923088" y="2582863"/>
            <a:ext cx="1774825" cy="1733550"/>
          </a:xfrm>
          <a:prstGeom prst="cube">
            <a:avLst>
              <a:gd name="adj" fmla="val 10472"/>
            </a:avLst>
          </a:prstGeom>
          <a:noFill/>
          <a:ln w="28575">
            <a:solidFill>
              <a:srgbClr val="777777"/>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2299" name="Text Box 18"/>
          <p:cNvSpPr txBox="1">
            <a:spLocks noChangeArrowheads="1"/>
          </p:cNvSpPr>
          <p:nvPr/>
        </p:nvSpPr>
        <p:spPr bwMode="auto">
          <a:xfrm>
            <a:off x="7024688" y="2776538"/>
            <a:ext cx="1347787"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solidFill>
                  <a:srgbClr val="777777"/>
                </a:solidFill>
              </a:rPr>
              <a:t>Document Storage </a:t>
            </a:r>
          </a:p>
        </p:txBody>
      </p:sp>
      <p:sp>
        <p:nvSpPr>
          <p:cNvPr id="12300" name="Line 19"/>
          <p:cNvSpPr>
            <a:spLocks noChangeShapeType="1"/>
          </p:cNvSpPr>
          <p:nvPr/>
        </p:nvSpPr>
        <p:spPr bwMode="auto">
          <a:xfrm flipH="1">
            <a:off x="2014538" y="4408488"/>
            <a:ext cx="2401887" cy="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pic>
        <p:nvPicPr>
          <p:cNvPr id="12301" name="Picture 20" descr="document ic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51138" y="4114800"/>
            <a:ext cx="531812" cy="531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302" name="Picture 21" descr="document ic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49375" y="4013200"/>
            <a:ext cx="661988" cy="661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303" name="AutoShape 22"/>
          <p:cNvSpPr>
            <a:spLocks noChangeArrowheads="1"/>
          </p:cNvSpPr>
          <p:nvPr/>
        </p:nvSpPr>
        <p:spPr bwMode="auto">
          <a:xfrm>
            <a:off x="6923088" y="706438"/>
            <a:ext cx="1774825" cy="1733550"/>
          </a:xfrm>
          <a:prstGeom prst="cube">
            <a:avLst>
              <a:gd name="adj" fmla="val 10472"/>
            </a:avLst>
          </a:prstGeom>
          <a:noFill/>
          <a:ln w="28575">
            <a:solidFill>
              <a:srgbClr val="777777"/>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2304" name="Text Box 23"/>
          <p:cNvSpPr txBox="1">
            <a:spLocks noChangeArrowheads="1"/>
          </p:cNvSpPr>
          <p:nvPr/>
        </p:nvSpPr>
        <p:spPr bwMode="auto">
          <a:xfrm>
            <a:off x="7048500" y="914400"/>
            <a:ext cx="1347788"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solidFill>
                  <a:srgbClr val="777777"/>
                </a:solidFill>
              </a:rPr>
              <a:t>Document Production </a:t>
            </a:r>
          </a:p>
        </p:txBody>
      </p:sp>
      <p:sp>
        <p:nvSpPr>
          <p:cNvPr id="12305" name="Line 24"/>
          <p:cNvSpPr>
            <a:spLocks noChangeShapeType="1"/>
          </p:cNvSpPr>
          <p:nvPr/>
        </p:nvSpPr>
        <p:spPr bwMode="auto">
          <a:xfrm flipV="1">
            <a:off x="4410075" y="3836988"/>
            <a:ext cx="0" cy="573087"/>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pic>
        <p:nvPicPr>
          <p:cNvPr id="12306" name="Picture 25" descr="icon - Word templat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32250" y="3465513"/>
            <a:ext cx="665163" cy="693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307" name="Text Box 26"/>
          <p:cNvSpPr txBox="1">
            <a:spLocks noChangeArrowheads="1"/>
          </p:cNvSpPr>
          <p:nvPr/>
        </p:nvSpPr>
        <p:spPr bwMode="auto">
          <a:xfrm>
            <a:off x="4632325" y="3503613"/>
            <a:ext cx="91757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 field</a:t>
            </a:r>
            <a:br>
              <a:rPr lang="en-US" sz="1800" b="1"/>
            </a:br>
            <a:r>
              <a:rPr lang="en-US" sz="1800" b="1"/>
              <a:t>values </a:t>
            </a:r>
          </a:p>
        </p:txBody>
      </p:sp>
      <p:pic>
        <p:nvPicPr>
          <p:cNvPr id="12308" name="Picture 17" descr="claimcenter.png"/>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3908425" y="2027238"/>
            <a:ext cx="1357313" cy="1358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1"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|EOS~011|</a:t>
            </a:r>
            <a:endParaRPr lang="en-US" sz="100" dirty="0" err="1">
              <a:solidFill>
                <a:srgbClr val="FFFFFF"/>
              </a:solidFill>
              <a:latin typeface="Arial"/>
              <a:cs typeface="Calibri" pitchFamily="34" charset="0"/>
            </a:endParaRPr>
          </a:p>
        </p:txBody>
      </p:sp>
      <p:sp>
        <p:nvSpPr>
          <p:cNvPr id="13314" name="AutoShape 2"/>
          <p:cNvSpPr>
            <a:spLocks noChangeArrowheads="1"/>
          </p:cNvSpPr>
          <p:nvPr/>
        </p:nvSpPr>
        <p:spPr bwMode="auto">
          <a:xfrm>
            <a:off x="3552825" y="1677988"/>
            <a:ext cx="2266950" cy="3181350"/>
          </a:xfrm>
          <a:prstGeom prst="cube">
            <a:avLst>
              <a:gd name="adj" fmla="val 8264"/>
            </a:avLst>
          </a:prstGeom>
          <a:solidFill>
            <a:schemeClr val="tx1"/>
          </a:solidFill>
          <a:ln w="28575">
            <a:solidFill>
              <a:schemeClr val="bg1"/>
            </a:solidFill>
            <a:miter lim="800000"/>
            <a:headEnd/>
            <a:tailEnd/>
          </a:ln>
        </p:spPr>
        <p:txBody>
          <a:bodyPr lIns="0" tIns="0" rIns="0" bIns="0" anchor="ctr">
            <a:spAutoFit/>
          </a:bodyPr>
          <a:lstStyle/>
          <a:p>
            <a:endParaRPr lang="en-US"/>
          </a:p>
        </p:txBody>
      </p:sp>
      <p:sp>
        <p:nvSpPr>
          <p:cNvPr id="13315" name="AutoShape 3"/>
          <p:cNvSpPr>
            <a:spLocks noChangeArrowheads="1"/>
          </p:cNvSpPr>
          <p:nvPr/>
        </p:nvSpPr>
        <p:spPr bwMode="auto">
          <a:xfrm>
            <a:off x="7177088" y="4448175"/>
            <a:ext cx="1190625" cy="1985963"/>
          </a:xfrm>
          <a:prstGeom prst="cube">
            <a:avLst>
              <a:gd name="adj" fmla="val 13315"/>
            </a:avLst>
          </a:prstGeom>
          <a:noFill/>
          <a:ln w="28575">
            <a:solidFill>
              <a:srgbClr val="777777"/>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3316" name="Rectangle 4"/>
          <p:cNvSpPr>
            <a:spLocks noGrp="1" noChangeArrowheads="1"/>
          </p:cNvSpPr>
          <p:nvPr>
            <p:ph type="title"/>
          </p:nvPr>
        </p:nvSpPr>
        <p:spPr/>
        <p:txBody>
          <a:bodyPr/>
          <a:lstStyle/>
          <a:p>
            <a:pPr eaLnBrk="1" hangingPunct="1"/>
            <a:r>
              <a:rPr lang="en-US" dirty="0"/>
              <a:t>Document management architecture:</a:t>
            </a:r>
            <a:br>
              <a:rPr lang="en-US" dirty="0"/>
            </a:br>
            <a:r>
              <a:rPr lang="en-US" dirty="0"/>
              <a:t>Electronic document production (3)</a:t>
            </a:r>
          </a:p>
        </p:txBody>
      </p:sp>
      <p:sp>
        <p:nvSpPr>
          <p:cNvPr id="13317" name="Text Box 6"/>
          <p:cNvSpPr txBox="1">
            <a:spLocks noChangeArrowheads="1"/>
          </p:cNvSpPr>
          <p:nvPr/>
        </p:nvSpPr>
        <p:spPr bwMode="auto">
          <a:xfrm>
            <a:off x="7083425" y="4624388"/>
            <a:ext cx="121920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solidFill>
                  <a:srgbClr val="777777"/>
                </a:solidFill>
              </a:rPr>
              <a:t>Physical</a:t>
            </a:r>
            <a:br>
              <a:rPr lang="en-US" sz="1800" b="1">
                <a:solidFill>
                  <a:srgbClr val="777777"/>
                </a:solidFill>
              </a:rPr>
            </a:br>
            <a:r>
              <a:rPr lang="en-US" sz="1800" b="1">
                <a:solidFill>
                  <a:srgbClr val="777777"/>
                </a:solidFill>
              </a:rPr>
              <a:t>Location </a:t>
            </a:r>
          </a:p>
        </p:txBody>
      </p:sp>
      <p:grpSp>
        <p:nvGrpSpPr>
          <p:cNvPr id="13318" name="Group 7"/>
          <p:cNvGrpSpPr>
            <a:grpSpLocks/>
          </p:cNvGrpSpPr>
          <p:nvPr/>
        </p:nvGrpSpPr>
        <p:grpSpPr bwMode="auto">
          <a:xfrm>
            <a:off x="7307263" y="5795963"/>
            <a:ext cx="776287" cy="576262"/>
            <a:chOff x="3718" y="3630"/>
            <a:chExt cx="489" cy="363"/>
          </a:xfrm>
        </p:grpSpPr>
        <p:sp>
          <p:nvSpPr>
            <p:cNvPr id="13338" name="Rectangle 8"/>
            <p:cNvSpPr>
              <a:spLocks noChangeArrowheads="1"/>
            </p:cNvSpPr>
            <p:nvPr/>
          </p:nvSpPr>
          <p:spPr bwMode="auto">
            <a:xfrm>
              <a:off x="3718" y="3630"/>
              <a:ext cx="489" cy="363"/>
            </a:xfrm>
            <a:prstGeom prst="rect">
              <a:avLst/>
            </a:prstGeom>
            <a:noFill/>
            <a:ln w="28575" algn="ctr">
              <a:solidFill>
                <a:srgbClr val="777777"/>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3339" name="Rectangle 9"/>
            <p:cNvSpPr>
              <a:spLocks noChangeArrowheads="1"/>
            </p:cNvSpPr>
            <p:nvPr/>
          </p:nvSpPr>
          <p:spPr bwMode="auto">
            <a:xfrm>
              <a:off x="3838" y="3684"/>
              <a:ext cx="249" cy="114"/>
            </a:xfrm>
            <a:prstGeom prst="rect">
              <a:avLst/>
            </a:prstGeom>
            <a:noFill/>
            <a:ln w="28575" algn="ctr">
              <a:solidFill>
                <a:srgbClr val="777777"/>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3340" name="Rectangle 10"/>
            <p:cNvSpPr>
              <a:spLocks noChangeArrowheads="1"/>
            </p:cNvSpPr>
            <p:nvPr/>
          </p:nvSpPr>
          <p:spPr bwMode="auto">
            <a:xfrm>
              <a:off x="3891" y="3684"/>
              <a:ext cx="144" cy="69"/>
            </a:xfrm>
            <a:prstGeom prst="rect">
              <a:avLst/>
            </a:prstGeom>
            <a:noFill/>
            <a:ln w="28575" algn="ctr">
              <a:solidFill>
                <a:srgbClr val="777777"/>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grpSp>
        <p:nvGrpSpPr>
          <p:cNvPr id="13319" name="Group 11"/>
          <p:cNvGrpSpPr>
            <a:grpSpLocks/>
          </p:cNvGrpSpPr>
          <p:nvPr/>
        </p:nvGrpSpPr>
        <p:grpSpPr bwMode="auto">
          <a:xfrm>
            <a:off x="7307263" y="5167313"/>
            <a:ext cx="776287" cy="576262"/>
            <a:chOff x="3718" y="3630"/>
            <a:chExt cx="489" cy="363"/>
          </a:xfrm>
        </p:grpSpPr>
        <p:sp>
          <p:nvSpPr>
            <p:cNvPr id="13335" name="Rectangle 12"/>
            <p:cNvSpPr>
              <a:spLocks noChangeArrowheads="1"/>
            </p:cNvSpPr>
            <p:nvPr/>
          </p:nvSpPr>
          <p:spPr bwMode="auto">
            <a:xfrm>
              <a:off x="3718" y="3630"/>
              <a:ext cx="489" cy="363"/>
            </a:xfrm>
            <a:prstGeom prst="rect">
              <a:avLst/>
            </a:prstGeom>
            <a:noFill/>
            <a:ln w="28575" algn="ctr">
              <a:solidFill>
                <a:srgbClr val="777777"/>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3336" name="Rectangle 13"/>
            <p:cNvSpPr>
              <a:spLocks noChangeArrowheads="1"/>
            </p:cNvSpPr>
            <p:nvPr/>
          </p:nvSpPr>
          <p:spPr bwMode="auto">
            <a:xfrm>
              <a:off x="3838" y="3684"/>
              <a:ext cx="249" cy="114"/>
            </a:xfrm>
            <a:prstGeom prst="rect">
              <a:avLst/>
            </a:prstGeom>
            <a:noFill/>
            <a:ln w="28575" algn="ctr">
              <a:solidFill>
                <a:srgbClr val="777777"/>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3337" name="Rectangle 14"/>
            <p:cNvSpPr>
              <a:spLocks noChangeArrowheads="1"/>
            </p:cNvSpPr>
            <p:nvPr/>
          </p:nvSpPr>
          <p:spPr bwMode="auto">
            <a:xfrm>
              <a:off x="3891" y="3684"/>
              <a:ext cx="144" cy="69"/>
            </a:xfrm>
            <a:prstGeom prst="rect">
              <a:avLst/>
            </a:prstGeom>
            <a:noFill/>
            <a:ln w="28575" algn="ctr">
              <a:solidFill>
                <a:srgbClr val="777777"/>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sp>
        <p:nvSpPr>
          <p:cNvPr id="13320" name="Text Box 15"/>
          <p:cNvSpPr txBox="1">
            <a:spLocks noChangeArrowheads="1"/>
          </p:cNvSpPr>
          <p:nvPr/>
        </p:nvSpPr>
        <p:spPr bwMode="auto">
          <a:xfrm>
            <a:off x="619125" y="2360613"/>
            <a:ext cx="1776413"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User Machine</a:t>
            </a:r>
          </a:p>
        </p:txBody>
      </p:sp>
      <p:sp>
        <p:nvSpPr>
          <p:cNvPr id="13321" name="AutoShape 16"/>
          <p:cNvSpPr>
            <a:spLocks noChangeArrowheads="1"/>
          </p:cNvSpPr>
          <p:nvPr/>
        </p:nvSpPr>
        <p:spPr bwMode="auto">
          <a:xfrm>
            <a:off x="593725" y="2138363"/>
            <a:ext cx="2049463" cy="2706687"/>
          </a:xfrm>
          <a:prstGeom prst="cube">
            <a:avLst>
              <a:gd name="adj" fmla="val 10472"/>
            </a:avLst>
          </a:prstGeom>
          <a:noFill/>
          <a:ln w="2857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3322" name="AutoShape 17"/>
          <p:cNvSpPr>
            <a:spLocks noChangeArrowheads="1"/>
          </p:cNvSpPr>
          <p:nvPr/>
        </p:nvSpPr>
        <p:spPr bwMode="auto">
          <a:xfrm>
            <a:off x="6923088" y="2582863"/>
            <a:ext cx="1774825" cy="1733550"/>
          </a:xfrm>
          <a:prstGeom prst="cube">
            <a:avLst>
              <a:gd name="adj" fmla="val 10472"/>
            </a:avLst>
          </a:prstGeom>
          <a:noFill/>
          <a:ln w="28575">
            <a:solidFill>
              <a:srgbClr val="777777"/>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3323" name="Text Box 18"/>
          <p:cNvSpPr txBox="1">
            <a:spLocks noChangeArrowheads="1"/>
          </p:cNvSpPr>
          <p:nvPr/>
        </p:nvSpPr>
        <p:spPr bwMode="auto">
          <a:xfrm>
            <a:off x="7024688" y="2776538"/>
            <a:ext cx="1347787"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solidFill>
                  <a:srgbClr val="777777"/>
                </a:solidFill>
              </a:rPr>
              <a:t>Document Storage </a:t>
            </a:r>
          </a:p>
        </p:txBody>
      </p:sp>
      <p:sp>
        <p:nvSpPr>
          <p:cNvPr id="13324" name="Line 19"/>
          <p:cNvSpPr>
            <a:spLocks noChangeShapeType="1"/>
          </p:cNvSpPr>
          <p:nvPr/>
        </p:nvSpPr>
        <p:spPr bwMode="auto">
          <a:xfrm flipH="1">
            <a:off x="2014538" y="3482975"/>
            <a:ext cx="2581275" cy="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pic>
        <p:nvPicPr>
          <p:cNvPr id="13325" name="Picture 20" descr="document ic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4913" y="4083050"/>
            <a:ext cx="661987" cy="661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26" name="AutoShape 21"/>
          <p:cNvSpPr>
            <a:spLocks noChangeArrowheads="1"/>
          </p:cNvSpPr>
          <p:nvPr/>
        </p:nvSpPr>
        <p:spPr bwMode="auto">
          <a:xfrm>
            <a:off x="6923088" y="706438"/>
            <a:ext cx="1774825" cy="1733550"/>
          </a:xfrm>
          <a:prstGeom prst="cube">
            <a:avLst>
              <a:gd name="adj" fmla="val 10472"/>
            </a:avLst>
          </a:prstGeom>
          <a:noFill/>
          <a:ln w="28575">
            <a:solidFill>
              <a:srgbClr val="777777"/>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3327" name="Text Box 22"/>
          <p:cNvSpPr txBox="1">
            <a:spLocks noChangeArrowheads="1"/>
          </p:cNvSpPr>
          <p:nvPr/>
        </p:nvSpPr>
        <p:spPr bwMode="auto">
          <a:xfrm>
            <a:off x="7048500" y="914400"/>
            <a:ext cx="1347788"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solidFill>
                  <a:srgbClr val="777777"/>
                </a:solidFill>
              </a:rPr>
              <a:t>Document Production </a:t>
            </a:r>
          </a:p>
        </p:txBody>
      </p:sp>
      <p:pic>
        <p:nvPicPr>
          <p:cNvPr id="13328" name="Picture 23" descr="icon - Word template"/>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873375" y="3225800"/>
            <a:ext cx="493713"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29" name="Text Box 24"/>
          <p:cNvSpPr txBox="1">
            <a:spLocks noChangeArrowheads="1"/>
          </p:cNvSpPr>
          <p:nvPr/>
        </p:nvSpPr>
        <p:spPr bwMode="auto">
          <a:xfrm>
            <a:off x="2641600" y="3756025"/>
            <a:ext cx="91757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 field</a:t>
            </a:r>
            <a:br>
              <a:rPr lang="en-US" sz="1800" b="1"/>
            </a:br>
            <a:r>
              <a:rPr lang="en-US" sz="1800" b="1"/>
              <a:t>values </a:t>
            </a:r>
          </a:p>
        </p:txBody>
      </p:sp>
      <p:pic>
        <p:nvPicPr>
          <p:cNvPr id="13330" name="Picture 25" descr="icon - Word"/>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68388" y="2722563"/>
            <a:ext cx="958850" cy="1204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31" name="Line 26"/>
          <p:cNvSpPr>
            <a:spLocks noChangeShapeType="1"/>
          </p:cNvSpPr>
          <p:nvPr/>
        </p:nvSpPr>
        <p:spPr bwMode="auto">
          <a:xfrm flipV="1">
            <a:off x="4589463" y="3478213"/>
            <a:ext cx="0" cy="60960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pic>
        <p:nvPicPr>
          <p:cNvPr id="13332" name="Picture 27" descr="icon - Word templat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46563" y="3806825"/>
            <a:ext cx="665162" cy="693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33" name="Line 28"/>
          <p:cNvSpPr>
            <a:spLocks noChangeShapeType="1"/>
          </p:cNvSpPr>
          <p:nvPr/>
        </p:nvSpPr>
        <p:spPr bwMode="auto">
          <a:xfrm>
            <a:off x="1558925" y="3621088"/>
            <a:ext cx="0" cy="50165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pic>
        <p:nvPicPr>
          <p:cNvPr id="13334" name="Picture 17" descr="claimcenter.png"/>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3908425" y="2027238"/>
            <a:ext cx="1357313" cy="1358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|EOS~012|</a:t>
            </a:r>
            <a:endParaRPr lang="en-US" sz="100" dirty="0" err="1">
              <a:solidFill>
                <a:srgbClr val="FFFFFF"/>
              </a:solidFill>
              <a:latin typeface="Arial"/>
              <a:cs typeface="Calibri" pitchFamily="34" charset="0"/>
            </a:endParaRPr>
          </a:p>
        </p:txBody>
      </p:sp>
      <p:sp>
        <p:nvSpPr>
          <p:cNvPr id="14338" name="Rectangle 2"/>
          <p:cNvSpPr>
            <a:spLocks noChangeArrowheads="1"/>
          </p:cNvSpPr>
          <p:nvPr/>
        </p:nvSpPr>
        <p:spPr bwMode="auto">
          <a:xfrm>
            <a:off x="5156200" y="1354138"/>
            <a:ext cx="3062288" cy="1052512"/>
          </a:xfrm>
          <a:prstGeom prst="rect">
            <a:avLst/>
          </a:prstGeom>
          <a:solidFill>
            <a:srgbClr val="F0F057"/>
          </a:solidFill>
          <a:ln w="28575" algn="ctr">
            <a:solidFill>
              <a:schemeClr val="accent1"/>
            </a:solidFill>
            <a:miter lim="800000"/>
            <a:headEnd/>
            <a:tailEnd/>
          </a:ln>
        </p:spPr>
        <p:txBody>
          <a:bodyPr lIns="0" tIns="0" rIns="0" bIns="0" anchor="ctr">
            <a:spAutoFit/>
          </a:bodyPr>
          <a:lstStyle/>
          <a:p>
            <a:endParaRPr lang="en-US"/>
          </a:p>
        </p:txBody>
      </p:sp>
      <p:sp>
        <p:nvSpPr>
          <p:cNvPr id="14339" name="Rectangle 3"/>
          <p:cNvSpPr>
            <a:spLocks noGrp="1" noChangeArrowheads="1"/>
          </p:cNvSpPr>
          <p:nvPr>
            <p:ph type="title"/>
          </p:nvPr>
        </p:nvSpPr>
        <p:spPr/>
        <p:txBody>
          <a:bodyPr/>
          <a:lstStyle/>
          <a:p>
            <a:pPr eaLnBrk="1" hangingPunct="1"/>
            <a:r>
              <a:rPr lang="en-US"/>
              <a:t>Document production integration</a:t>
            </a:r>
          </a:p>
        </p:txBody>
      </p:sp>
      <p:sp>
        <p:nvSpPr>
          <p:cNvPr id="14340" name="Rectangle 4"/>
          <p:cNvSpPr>
            <a:spLocks noGrp="1" noChangeArrowheads="1"/>
          </p:cNvSpPr>
          <p:nvPr>
            <p:ph idx="1"/>
          </p:nvPr>
        </p:nvSpPr>
        <p:spPr>
          <a:xfrm>
            <a:off x="519113" y="2981325"/>
            <a:ext cx="8318500" cy="3408363"/>
          </a:xfrm>
        </p:spPr>
        <p:txBody>
          <a:bodyPr/>
          <a:lstStyle/>
          <a:p>
            <a:pPr>
              <a:buFont typeface="Arial" charset="0"/>
              <a:buChar char="•"/>
            </a:pPr>
            <a:r>
              <a:rPr lang="en-US"/>
              <a:t>Regardless of where the document production occurs, every instance of ClaimCenter has an integration point to a document production application somewhere in the ClaimCenter architecture</a:t>
            </a:r>
          </a:p>
          <a:p>
            <a:pPr lvl="1"/>
            <a:r>
              <a:rPr lang="en-US"/>
              <a:t>This application merges templates and data, and it may also store the document templates</a:t>
            </a:r>
          </a:p>
          <a:p>
            <a:pPr>
              <a:buFont typeface="Arial" charset="0"/>
              <a:buChar char="•"/>
            </a:pPr>
            <a:r>
              <a:rPr lang="en-US"/>
              <a:t>Nearly every implementation has at least some documents created using applications on each user's machine (such as Microsoft Word)</a:t>
            </a:r>
          </a:p>
          <a:p>
            <a:pPr lvl="1"/>
            <a:endParaRPr lang="en-US"/>
          </a:p>
        </p:txBody>
      </p:sp>
      <p:sp>
        <p:nvSpPr>
          <p:cNvPr id="14341" name="Rectangle 5"/>
          <p:cNvSpPr>
            <a:spLocks noChangeArrowheads="1"/>
          </p:cNvSpPr>
          <p:nvPr/>
        </p:nvSpPr>
        <p:spPr bwMode="auto">
          <a:xfrm>
            <a:off x="5003800" y="1201738"/>
            <a:ext cx="3062288" cy="1052512"/>
          </a:xfrm>
          <a:prstGeom prst="rect">
            <a:avLst/>
          </a:prstGeom>
          <a:solidFill>
            <a:srgbClr val="F0F057"/>
          </a:solidFill>
          <a:ln w="28575" algn="ctr">
            <a:solidFill>
              <a:schemeClr val="accent1"/>
            </a:solidFill>
            <a:miter lim="800000"/>
            <a:headEnd/>
            <a:tailEnd/>
          </a:ln>
        </p:spPr>
        <p:txBody>
          <a:bodyPr lIns="0" tIns="0" rIns="0" bIns="0" anchor="ctr">
            <a:spAutoFit/>
          </a:bodyPr>
          <a:lstStyle/>
          <a:p>
            <a:endParaRPr lang="en-US"/>
          </a:p>
        </p:txBody>
      </p:sp>
      <p:sp>
        <p:nvSpPr>
          <p:cNvPr id="14342" name="Text Box 6"/>
          <p:cNvSpPr txBox="1">
            <a:spLocks noChangeArrowheads="1"/>
          </p:cNvSpPr>
          <p:nvPr/>
        </p:nvSpPr>
        <p:spPr bwMode="auto">
          <a:xfrm>
            <a:off x="6081713" y="1223963"/>
            <a:ext cx="2084387"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a:spcAft>
                <a:spcPct val="0"/>
              </a:spcAft>
              <a:buClrTx/>
            </a:pPr>
            <a:r>
              <a:rPr lang="en-US" sz="2000" b="1">
                <a:solidFill>
                  <a:schemeClr val="accent1"/>
                </a:solidFill>
                <a:latin typeface="MetaPlusBook-Roman" pitchFamily="34" charset="0"/>
              </a:rPr>
              <a:t>Document</a:t>
            </a:r>
            <a:br>
              <a:rPr lang="en-US" sz="2000" b="1">
                <a:solidFill>
                  <a:schemeClr val="accent1"/>
                </a:solidFill>
                <a:latin typeface="MetaPlusBook-Roman" pitchFamily="34" charset="0"/>
              </a:rPr>
            </a:br>
            <a:r>
              <a:rPr lang="en-US" sz="2000" b="1">
                <a:solidFill>
                  <a:schemeClr val="accent1"/>
                </a:solidFill>
                <a:latin typeface="MetaPlusBook-Roman" pitchFamily="34" charset="0"/>
              </a:rPr>
              <a:t>Production</a:t>
            </a:r>
            <a:br>
              <a:rPr lang="en-US" sz="2000" b="1">
                <a:solidFill>
                  <a:schemeClr val="accent1"/>
                </a:solidFill>
                <a:latin typeface="MetaPlusBook-Roman" pitchFamily="34" charset="0"/>
              </a:rPr>
            </a:br>
            <a:r>
              <a:rPr lang="en-US" sz="2000" b="1">
                <a:solidFill>
                  <a:schemeClr val="accent1"/>
                </a:solidFill>
                <a:latin typeface="MetaPlusBook-Roman" pitchFamily="34" charset="0"/>
              </a:rPr>
              <a:t>System</a:t>
            </a:r>
          </a:p>
        </p:txBody>
      </p:sp>
      <p:pic>
        <p:nvPicPr>
          <p:cNvPr id="14343" name="Picture 7" descr="MCj023361600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49850" y="1266825"/>
            <a:ext cx="93980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44" name="Line 9"/>
          <p:cNvSpPr>
            <a:spLocks noChangeShapeType="1"/>
          </p:cNvSpPr>
          <p:nvPr/>
        </p:nvSpPr>
        <p:spPr bwMode="auto">
          <a:xfrm flipH="1">
            <a:off x="2587625" y="1920875"/>
            <a:ext cx="2408238" cy="0"/>
          </a:xfrm>
          <a:prstGeom prst="line">
            <a:avLst/>
          </a:prstGeom>
          <a:noFill/>
          <a:ln w="28575">
            <a:solidFill>
              <a:schemeClr val="accent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4345" name="Line 10"/>
          <p:cNvSpPr>
            <a:spLocks noChangeShapeType="1"/>
          </p:cNvSpPr>
          <p:nvPr/>
        </p:nvSpPr>
        <p:spPr bwMode="auto">
          <a:xfrm>
            <a:off x="2590800" y="1576388"/>
            <a:ext cx="2395538" cy="0"/>
          </a:xfrm>
          <a:prstGeom prst="line">
            <a:avLst/>
          </a:prstGeom>
          <a:noFill/>
          <a:ln w="28575">
            <a:solidFill>
              <a:schemeClr val="accent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4346" name="Text Box 11"/>
          <p:cNvSpPr txBox="1">
            <a:spLocks noChangeArrowheads="1"/>
          </p:cNvSpPr>
          <p:nvPr/>
        </p:nvSpPr>
        <p:spPr bwMode="auto">
          <a:xfrm>
            <a:off x="2816225" y="1912938"/>
            <a:ext cx="2011363"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solidFill>
                  <a:schemeClr val="accent1"/>
                </a:solidFill>
              </a:rPr>
              <a:t>draft of document</a:t>
            </a:r>
          </a:p>
        </p:txBody>
      </p:sp>
      <p:sp>
        <p:nvSpPr>
          <p:cNvPr id="14347" name="Text Box 12"/>
          <p:cNvSpPr txBox="1">
            <a:spLocks noChangeArrowheads="1"/>
          </p:cNvSpPr>
          <p:nvPr/>
        </p:nvSpPr>
        <p:spPr bwMode="auto">
          <a:xfrm>
            <a:off x="2816225" y="969963"/>
            <a:ext cx="2011363"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solidFill>
                  <a:schemeClr val="accent1"/>
                </a:solidFill>
              </a:rPr>
              <a:t>template name,</a:t>
            </a:r>
            <a:br>
              <a:rPr lang="en-US" sz="1800" b="1">
                <a:solidFill>
                  <a:schemeClr val="accent1"/>
                </a:solidFill>
              </a:rPr>
            </a:br>
            <a:r>
              <a:rPr lang="en-US" sz="1800" b="1">
                <a:solidFill>
                  <a:schemeClr val="accent1"/>
                </a:solidFill>
              </a:rPr>
              <a:t>data to merge</a:t>
            </a:r>
          </a:p>
        </p:txBody>
      </p:sp>
      <p:pic>
        <p:nvPicPr>
          <p:cNvPr id="14348" name="Picture 13" descr="document icon"/>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29575" y="917575"/>
            <a:ext cx="866775" cy="86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49" name="Picture 14" descr="document icon"/>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77175" y="765175"/>
            <a:ext cx="866775" cy="86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4350" name="Group 15"/>
          <p:cNvGrpSpPr>
            <a:grpSpLocks/>
          </p:cNvGrpSpPr>
          <p:nvPr/>
        </p:nvGrpSpPr>
        <p:grpSpPr bwMode="auto">
          <a:xfrm>
            <a:off x="7648575" y="844550"/>
            <a:ext cx="593725" cy="587375"/>
            <a:chOff x="2064" y="3278"/>
            <a:chExt cx="500" cy="495"/>
          </a:xfrm>
        </p:grpSpPr>
        <p:sp>
          <p:nvSpPr>
            <p:cNvPr id="14352" name="Rectangle 16"/>
            <p:cNvSpPr>
              <a:spLocks noChangeArrowheads="1"/>
            </p:cNvSpPr>
            <p:nvPr/>
          </p:nvSpPr>
          <p:spPr bwMode="auto">
            <a:xfrm rot="-2963728">
              <a:off x="2240" y="3267"/>
              <a:ext cx="144" cy="496"/>
            </a:xfrm>
            <a:prstGeom prst="rect">
              <a:avLst/>
            </a:prstGeom>
            <a:solidFill>
              <a:srgbClr val="FFCC00"/>
            </a:solidFill>
            <a:ln w="12700">
              <a:solidFill>
                <a:schemeClr val="bg1"/>
              </a:solidFill>
              <a:miter lim="800000"/>
              <a:headEnd/>
              <a:tailEnd/>
            </a:ln>
          </p:spPr>
          <p:txBody>
            <a:bodyPr anchor="ctr">
              <a:spAutoFit/>
            </a:bodyPr>
            <a:lstStyle/>
            <a:p>
              <a:endParaRPr lang="en-US"/>
            </a:p>
          </p:txBody>
        </p:sp>
        <p:sp>
          <p:nvSpPr>
            <p:cNvPr id="14353" name="Rectangle 17"/>
            <p:cNvSpPr>
              <a:spLocks noChangeArrowheads="1"/>
            </p:cNvSpPr>
            <p:nvPr/>
          </p:nvSpPr>
          <p:spPr bwMode="auto">
            <a:xfrm rot="-2963728">
              <a:off x="2050" y="3313"/>
              <a:ext cx="144" cy="73"/>
            </a:xfrm>
            <a:prstGeom prst="rect">
              <a:avLst/>
            </a:prstGeom>
            <a:solidFill>
              <a:srgbClr val="FF66FF"/>
            </a:solidFill>
            <a:ln w="12700">
              <a:solidFill>
                <a:schemeClr val="bg1"/>
              </a:solidFill>
              <a:miter lim="800000"/>
              <a:headEnd/>
              <a:tailEnd/>
            </a:ln>
          </p:spPr>
          <p:txBody>
            <a:bodyPr anchor="ctr">
              <a:spAutoFit/>
            </a:bodyPr>
            <a:lstStyle/>
            <a:p>
              <a:endParaRPr lang="en-US"/>
            </a:p>
          </p:txBody>
        </p:sp>
        <p:sp>
          <p:nvSpPr>
            <p:cNvPr id="14354" name="AutoShape 18"/>
            <p:cNvSpPr>
              <a:spLocks noChangeArrowheads="1"/>
            </p:cNvSpPr>
            <p:nvPr/>
          </p:nvSpPr>
          <p:spPr bwMode="auto">
            <a:xfrm rot="18636272" flipV="1">
              <a:off x="2456" y="3664"/>
              <a:ext cx="144" cy="73"/>
            </a:xfrm>
            <a:prstGeom prst="triangle">
              <a:avLst>
                <a:gd name="adj" fmla="val 49995"/>
              </a:avLst>
            </a:prstGeom>
            <a:solidFill>
              <a:schemeClr val="hlink"/>
            </a:solidFill>
            <a:ln w="12700">
              <a:solidFill>
                <a:schemeClr val="bg1"/>
              </a:solidFill>
              <a:miter lim="800000"/>
              <a:headEnd/>
              <a:tailEnd/>
            </a:ln>
          </p:spPr>
          <p:txBody>
            <a:bodyPr anchor="ctr">
              <a:spAutoFit/>
            </a:bodyPr>
            <a:lstStyle/>
            <a:p>
              <a:endParaRPr lang="en-US"/>
            </a:p>
          </p:txBody>
        </p:sp>
      </p:grpSp>
      <p:pic>
        <p:nvPicPr>
          <p:cNvPr id="14351" name="Picture 17" descr="claimcenter.png"/>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233488" y="1071563"/>
            <a:ext cx="1357312" cy="1358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|EOS~013|</a:t>
            </a:r>
            <a:endParaRPr lang="en-US" sz="100" dirty="0" err="1">
              <a:solidFill>
                <a:srgbClr val="FFFFFF"/>
              </a:solidFill>
              <a:latin typeface="Arial"/>
              <a:cs typeface="Calibri" pitchFamily="34" charset="0"/>
            </a:endParaRPr>
          </a:p>
        </p:txBody>
      </p:sp>
      <p:sp>
        <p:nvSpPr>
          <p:cNvPr id="15363" name="Text Box 3"/>
          <p:cNvSpPr txBox="1">
            <a:spLocks noChangeArrowheads="1"/>
          </p:cNvSpPr>
          <p:nvPr/>
        </p:nvSpPr>
        <p:spPr bwMode="auto">
          <a:xfrm>
            <a:off x="619125" y="2360613"/>
            <a:ext cx="1776413"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User Machine</a:t>
            </a:r>
          </a:p>
        </p:txBody>
      </p:sp>
      <p:sp>
        <p:nvSpPr>
          <p:cNvPr id="15364" name="AutoShape 4"/>
          <p:cNvSpPr>
            <a:spLocks noChangeArrowheads="1"/>
          </p:cNvSpPr>
          <p:nvPr/>
        </p:nvSpPr>
        <p:spPr bwMode="auto">
          <a:xfrm>
            <a:off x="593725" y="2138363"/>
            <a:ext cx="2049463" cy="2706687"/>
          </a:xfrm>
          <a:prstGeom prst="cube">
            <a:avLst>
              <a:gd name="adj" fmla="val 10472"/>
            </a:avLst>
          </a:prstGeom>
          <a:noFill/>
          <a:ln w="2857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5365" name="Text Box 5"/>
          <p:cNvSpPr txBox="1">
            <a:spLocks noChangeArrowheads="1"/>
          </p:cNvSpPr>
          <p:nvPr/>
        </p:nvSpPr>
        <p:spPr bwMode="auto">
          <a:xfrm>
            <a:off x="989013" y="4522788"/>
            <a:ext cx="153035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(local copy)</a:t>
            </a:r>
          </a:p>
        </p:txBody>
      </p:sp>
      <p:pic>
        <p:nvPicPr>
          <p:cNvPr id="15366" name="Picture 6" descr="document ic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01750" y="3667125"/>
            <a:ext cx="866775" cy="86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7" name="AutoShape 7"/>
          <p:cNvSpPr>
            <a:spLocks noChangeArrowheads="1"/>
          </p:cNvSpPr>
          <p:nvPr/>
        </p:nvSpPr>
        <p:spPr bwMode="auto">
          <a:xfrm>
            <a:off x="3552825" y="1677988"/>
            <a:ext cx="2266950" cy="3181350"/>
          </a:xfrm>
          <a:prstGeom prst="cube">
            <a:avLst>
              <a:gd name="adj" fmla="val 8264"/>
            </a:avLst>
          </a:prstGeom>
          <a:solidFill>
            <a:schemeClr val="tx1"/>
          </a:solidFill>
          <a:ln w="28575">
            <a:solidFill>
              <a:schemeClr val="bg1"/>
            </a:solidFill>
            <a:miter lim="800000"/>
            <a:headEnd/>
            <a:tailEnd/>
          </a:ln>
        </p:spPr>
        <p:txBody>
          <a:bodyPr lIns="0" tIns="0" rIns="0" bIns="0" anchor="ctr">
            <a:spAutoFit/>
          </a:bodyPr>
          <a:lstStyle/>
          <a:p>
            <a:endParaRPr lang="en-US"/>
          </a:p>
        </p:txBody>
      </p:sp>
      <p:sp>
        <p:nvSpPr>
          <p:cNvPr id="15368" name="Line 8"/>
          <p:cNvSpPr>
            <a:spLocks noChangeShapeType="1"/>
          </p:cNvSpPr>
          <p:nvPr/>
        </p:nvSpPr>
        <p:spPr bwMode="auto">
          <a:xfrm flipH="1">
            <a:off x="2109788" y="4405313"/>
            <a:ext cx="4168775" cy="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5369" name="AutoShape 9"/>
          <p:cNvSpPr>
            <a:spLocks noChangeArrowheads="1"/>
          </p:cNvSpPr>
          <p:nvPr/>
        </p:nvSpPr>
        <p:spPr bwMode="auto">
          <a:xfrm>
            <a:off x="7177088" y="4448175"/>
            <a:ext cx="1190625" cy="1985963"/>
          </a:xfrm>
          <a:prstGeom prst="cube">
            <a:avLst>
              <a:gd name="adj" fmla="val 13315"/>
            </a:avLst>
          </a:prstGeom>
          <a:noFill/>
          <a:ln w="28575">
            <a:solidFill>
              <a:srgbClr val="777777"/>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5370" name="AutoShape 10"/>
          <p:cNvSpPr>
            <a:spLocks noChangeArrowheads="1"/>
          </p:cNvSpPr>
          <p:nvPr/>
        </p:nvSpPr>
        <p:spPr bwMode="auto">
          <a:xfrm>
            <a:off x="6923088" y="706438"/>
            <a:ext cx="1774825" cy="1733550"/>
          </a:xfrm>
          <a:prstGeom prst="cube">
            <a:avLst>
              <a:gd name="adj" fmla="val 10472"/>
            </a:avLst>
          </a:prstGeom>
          <a:noFill/>
          <a:ln w="28575">
            <a:solidFill>
              <a:srgbClr val="777777"/>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5371" name="Rectangle 11"/>
          <p:cNvSpPr>
            <a:spLocks noGrp="1" noChangeArrowheads="1"/>
          </p:cNvSpPr>
          <p:nvPr>
            <p:ph type="title"/>
          </p:nvPr>
        </p:nvSpPr>
        <p:spPr/>
        <p:txBody>
          <a:bodyPr/>
          <a:lstStyle/>
          <a:p>
            <a:pPr eaLnBrk="1" hangingPunct="1"/>
            <a:r>
              <a:rPr lang="en-US"/>
              <a:t>Document management architecture:</a:t>
            </a:r>
            <a:br>
              <a:rPr lang="en-US"/>
            </a:br>
            <a:r>
              <a:rPr lang="en-US"/>
              <a:t>Electronic document storage</a:t>
            </a:r>
          </a:p>
        </p:txBody>
      </p:sp>
      <p:sp>
        <p:nvSpPr>
          <p:cNvPr id="15372" name="AutoShape 12"/>
          <p:cNvSpPr>
            <a:spLocks noChangeArrowheads="1"/>
          </p:cNvSpPr>
          <p:nvPr/>
        </p:nvSpPr>
        <p:spPr bwMode="auto">
          <a:xfrm>
            <a:off x="6923088" y="2582863"/>
            <a:ext cx="1774825" cy="1733550"/>
          </a:xfrm>
          <a:prstGeom prst="cube">
            <a:avLst>
              <a:gd name="adj" fmla="val 10472"/>
            </a:avLst>
          </a:prstGeom>
          <a:solidFill>
            <a:srgbClr val="F0F057"/>
          </a:solidFill>
          <a:ln w="28575">
            <a:solidFill>
              <a:schemeClr val="bg1"/>
            </a:solidFill>
            <a:miter lim="800000"/>
            <a:headEnd/>
            <a:tailEnd/>
          </a:ln>
        </p:spPr>
        <p:txBody>
          <a:bodyPr lIns="0" tIns="0" rIns="0" bIns="0" anchor="ctr">
            <a:spAutoFit/>
          </a:bodyPr>
          <a:lstStyle/>
          <a:p>
            <a:endParaRPr lang="en-US"/>
          </a:p>
        </p:txBody>
      </p:sp>
      <p:sp>
        <p:nvSpPr>
          <p:cNvPr id="15373" name="Text Box 13"/>
          <p:cNvSpPr txBox="1">
            <a:spLocks noChangeArrowheads="1"/>
          </p:cNvSpPr>
          <p:nvPr/>
        </p:nvSpPr>
        <p:spPr bwMode="auto">
          <a:xfrm>
            <a:off x="7024688" y="2776538"/>
            <a:ext cx="1347787"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Document Storage </a:t>
            </a:r>
          </a:p>
        </p:txBody>
      </p:sp>
      <p:sp>
        <p:nvSpPr>
          <p:cNvPr id="15374" name="Text Box 14"/>
          <p:cNvSpPr txBox="1">
            <a:spLocks noChangeArrowheads="1"/>
          </p:cNvSpPr>
          <p:nvPr/>
        </p:nvSpPr>
        <p:spPr bwMode="auto">
          <a:xfrm>
            <a:off x="7048500" y="914400"/>
            <a:ext cx="1347788"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solidFill>
                  <a:srgbClr val="777777"/>
                </a:solidFill>
              </a:rPr>
              <a:t>Document Production </a:t>
            </a:r>
          </a:p>
        </p:txBody>
      </p:sp>
      <p:sp>
        <p:nvSpPr>
          <p:cNvPr id="15375" name="Text Box 16"/>
          <p:cNvSpPr txBox="1">
            <a:spLocks noChangeArrowheads="1"/>
          </p:cNvSpPr>
          <p:nvPr/>
        </p:nvSpPr>
        <p:spPr bwMode="auto">
          <a:xfrm>
            <a:off x="7083425" y="4624388"/>
            <a:ext cx="121920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solidFill>
                  <a:srgbClr val="777777"/>
                </a:solidFill>
              </a:rPr>
              <a:t>Physical</a:t>
            </a:r>
            <a:br>
              <a:rPr lang="en-US" sz="1800" b="1">
                <a:solidFill>
                  <a:srgbClr val="777777"/>
                </a:solidFill>
              </a:rPr>
            </a:br>
            <a:r>
              <a:rPr lang="en-US" sz="1800" b="1">
                <a:solidFill>
                  <a:srgbClr val="777777"/>
                </a:solidFill>
              </a:rPr>
              <a:t>Location </a:t>
            </a:r>
          </a:p>
        </p:txBody>
      </p:sp>
      <p:grpSp>
        <p:nvGrpSpPr>
          <p:cNvPr id="15376" name="Group 17"/>
          <p:cNvGrpSpPr>
            <a:grpSpLocks/>
          </p:cNvGrpSpPr>
          <p:nvPr/>
        </p:nvGrpSpPr>
        <p:grpSpPr bwMode="auto">
          <a:xfrm>
            <a:off x="7307263" y="5795963"/>
            <a:ext cx="776287" cy="576262"/>
            <a:chOff x="3718" y="3630"/>
            <a:chExt cx="489" cy="363"/>
          </a:xfrm>
        </p:grpSpPr>
        <p:sp>
          <p:nvSpPr>
            <p:cNvPr id="15402" name="Rectangle 18"/>
            <p:cNvSpPr>
              <a:spLocks noChangeArrowheads="1"/>
            </p:cNvSpPr>
            <p:nvPr/>
          </p:nvSpPr>
          <p:spPr bwMode="auto">
            <a:xfrm>
              <a:off x="3718" y="3630"/>
              <a:ext cx="489" cy="363"/>
            </a:xfrm>
            <a:prstGeom prst="rect">
              <a:avLst/>
            </a:prstGeom>
            <a:noFill/>
            <a:ln w="28575" algn="ctr">
              <a:solidFill>
                <a:srgbClr val="777777"/>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5403" name="Rectangle 19"/>
            <p:cNvSpPr>
              <a:spLocks noChangeArrowheads="1"/>
            </p:cNvSpPr>
            <p:nvPr/>
          </p:nvSpPr>
          <p:spPr bwMode="auto">
            <a:xfrm>
              <a:off x="3838" y="3684"/>
              <a:ext cx="249" cy="114"/>
            </a:xfrm>
            <a:prstGeom prst="rect">
              <a:avLst/>
            </a:prstGeom>
            <a:noFill/>
            <a:ln w="28575" algn="ctr">
              <a:solidFill>
                <a:srgbClr val="777777"/>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5404" name="Rectangle 20"/>
            <p:cNvSpPr>
              <a:spLocks noChangeArrowheads="1"/>
            </p:cNvSpPr>
            <p:nvPr/>
          </p:nvSpPr>
          <p:spPr bwMode="auto">
            <a:xfrm>
              <a:off x="3891" y="3684"/>
              <a:ext cx="144" cy="69"/>
            </a:xfrm>
            <a:prstGeom prst="rect">
              <a:avLst/>
            </a:prstGeom>
            <a:noFill/>
            <a:ln w="28575" algn="ctr">
              <a:solidFill>
                <a:srgbClr val="777777"/>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grpSp>
        <p:nvGrpSpPr>
          <p:cNvPr id="15377" name="Group 21"/>
          <p:cNvGrpSpPr>
            <a:grpSpLocks/>
          </p:cNvGrpSpPr>
          <p:nvPr/>
        </p:nvGrpSpPr>
        <p:grpSpPr bwMode="auto">
          <a:xfrm>
            <a:off x="7307263" y="5167313"/>
            <a:ext cx="776287" cy="576262"/>
            <a:chOff x="3718" y="3630"/>
            <a:chExt cx="489" cy="363"/>
          </a:xfrm>
        </p:grpSpPr>
        <p:sp>
          <p:nvSpPr>
            <p:cNvPr id="15399" name="Rectangle 22"/>
            <p:cNvSpPr>
              <a:spLocks noChangeArrowheads="1"/>
            </p:cNvSpPr>
            <p:nvPr/>
          </p:nvSpPr>
          <p:spPr bwMode="auto">
            <a:xfrm>
              <a:off x="3718" y="3630"/>
              <a:ext cx="489" cy="363"/>
            </a:xfrm>
            <a:prstGeom prst="rect">
              <a:avLst/>
            </a:prstGeom>
            <a:noFill/>
            <a:ln w="28575" algn="ctr">
              <a:solidFill>
                <a:srgbClr val="777777"/>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5400" name="Rectangle 23"/>
            <p:cNvSpPr>
              <a:spLocks noChangeArrowheads="1"/>
            </p:cNvSpPr>
            <p:nvPr/>
          </p:nvSpPr>
          <p:spPr bwMode="auto">
            <a:xfrm>
              <a:off x="3838" y="3684"/>
              <a:ext cx="249" cy="114"/>
            </a:xfrm>
            <a:prstGeom prst="rect">
              <a:avLst/>
            </a:prstGeom>
            <a:noFill/>
            <a:ln w="28575" algn="ctr">
              <a:solidFill>
                <a:srgbClr val="777777"/>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5401" name="Rectangle 24"/>
            <p:cNvSpPr>
              <a:spLocks noChangeArrowheads="1"/>
            </p:cNvSpPr>
            <p:nvPr/>
          </p:nvSpPr>
          <p:spPr bwMode="auto">
            <a:xfrm>
              <a:off x="3891" y="3684"/>
              <a:ext cx="144" cy="69"/>
            </a:xfrm>
            <a:prstGeom prst="rect">
              <a:avLst/>
            </a:prstGeom>
            <a:noFill/>
            <a:ln w="28575" algn="ctr">
              <a:solidFill>
                <a:srgbClr val="777777"/>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sp>
        <p:nvSpPr>
          <p:cNvPr id="15378" name="Text Box 25"/>
          <p:cNvSpPr txBox="1">
            <a:spLocks noChangeArrowheads="1"/>
          </p:cNvSpPr>
          <p:nvPr/>
        </p:nvSpPr>
        <p:spPr bwMode="auto">
          <a:xfrm>
            <a:off x="6988175" y="4008438"/>
            <a:ext cx="1525588"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(master copy)</a:t>
            </a:r>
          </a:p>
        </p:txBody>
      </p:sp>
      <p:pic>
        <p:nvPicPr>
          <p:cNvPr id="15379" name="Picture 26" descr="document ic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07300" y="3411538"/>
            <a:ext cx="630238" cy="630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5380" name="Group 27"/>
          <p:cNvGrpSpPr>
            <a:grpSpLocks/>
          </p:cNvGrpSpPr>
          <p:nvPr/>
        </p:nvGrpSpPr>
        <p:grpSpPr bwMode="auto">
          <a:xfrm>
            <a:off x="7135813" y="3430588"/>
            <a:ext cx="311150" cy="349250"/>
            <a:chOff x="4513" y="2286"/>
            <a:chExt cx="173" cy="194"/>
          </a:xfrm>
        </p:grpSpPr>
        <p:sp>
          <p:nvSpPr>
            <p:cNvPr id="15393" name="AutoShape 28"/>
            <p:cNvSpPr>
              <a:spLocks noChangeArrowheads="1"/>
            </p:cNvSpPr>
            <p:nvPr/>
          </p:nvSpPr>
          <p:spPr bwMode="auto">
            <a:xfrm rot="10800000" flipH="1">
              <a:off x="4513" y="2286"/>
              <a:ext cx="173" cy="194"/>
            </a:xfrm>
            <a:prstGeom prst="foldedCorner">
              <a:avLst>
                <a:gd name="adj" fmla="val 26509"/>
              </a:avLst>
            </a:prstGeom>
            <a:solidFill>
              <a:srgbClr val="FFFFCC"/>
            </a:solidFill>
            <a:ln w="12700">
              <a:solidFill>
                <a:schemeClr val="bg1"/>
              </a:solidFill>
              <a:round/>
              <a:headEnd/>
              <a:tailEnd/>
            </a:ln>
          </p:spPr>
          <p:txBody>
            <a:bodyPr lIns="0" tIns="0" rIns="0" bIns="0" anchor="ctr">
              <a:spAutoFit/>
            </a:bodyPr>
            <a:lstStyle/>
            <a:p>
              <a:endParaRPr lang="en-US"/>
            </a:p>
          </p:txBody>
        </p:sp>
        <p:sp>
          <p:nvSpPr>
            <p:cNvPr id="15394" name="Line 29"/>
            <p:cNvSpPr>
              <a:spLocks noChangeShapeType="1"/>
            </p:cNvSpPr>
            <p:nvPr/>
          </p:nvSpPr>
          <p:spPr bwMode="auto">
            <a:xfrm>
              <a:off x="4537" y="2368"/>
              <a:ext cx="125"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5395" name="Line 30"/>
            <p:cNvSpPr>
              <a:spLocks noChangeShapeType="1"/>
            </p:cNvSpPr>
            <p:nvPr/>
          </p:nvSpPr>
          <p:spPr bwMode="auto">
            <a:xfrm>
              <a:off x="4537" y="2397"/>
              <a:ext cx="125"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5396" name="Line 31"/>
            <p:cNvSpPr>
              <a:spLocks noChangeShapeType="1"/>
            </p:cNvSpPr>
            <p:nvPr/>
          </p:nvSpPr>
          <p:spPr bwMode="auto">
            <a:xfrm>
              <a:off x="4537" y="2425"/>
              <a:ext cx="125"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5397" name="Line 32"/>
            <p:cNvSpPr>
              <a:spLocks noChangeShapeType="1"/>
            </p:cNvSpPr>
            <p:nvPr/>
          </p:nvSpPr>
          <p:spPr bwMode="auto">
            <a:xfrm>
              <a:off x="4537" y="2453"/>
              <a:ext cx="125"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5398" name="Freeform 33"/>
            <p:cNvSpPr>
              <a:spLocks/>
            </p:cNvSpPr>
            <p:nvPr/>
          </p:nvSpPr>
          <p:spPr bwMode="auto">
            <a:xfrm>
              <a:off x="4537" y="2297"/>
              <a:ext cx="123" cy="55"/>
            </a:xfrm>
            <a:custGeom>
              <a:avLst/>
              <a:gdLst>
                <a:gd name="T0" fmla="*/ 0 w 609"/>
                <a:gd name="T1" fmla="*/ 2 h 275"/>
                <a:gd name="T2" fmla="*/ 1 w 609"/>
                <a:gd name="T3" fmla="*/ 1 h 275"/>
                <a:gd name="T4" fmla="*/ 1 w 609"/>
                <a:gd name="T5" fmla="*/ 2 h 275"/>
                <a:gd name="T6" fmla="*/ 1 w 609"/>
                <a:gd name="T7" fmla="*/ 1 h 275"/>
                <a:gd name="T8" fmla="*/ 1 w 609"/>
                <a:gd name="T9" fmla="*/ 2 h 275"/>
                <a:gd name="T10" fmla="*/ 1 w 609"/>
                <a:gd name="T11" fmla="*/ 0 h 275"/>
                <a:gd name="T12" fmla="*/ 2 w 609"/>
                <a:gd name="T13" fmla="*/ 1 h 275"/>
                <a:gd name="T14" fmla="*/ 2 w 609"/>
                <a:gd name="T15" fmla="*/ 1 h 275"/>
                <a:gd name="T16" fmla="*/ 3 w 609"/>
                <a:gd name="T17" fmla="*/ 2 h 275"/>
                <a:gd name="T18" fmla="*/ 3 w 609"/>
                <a:gd name="T19" fmla="*/ 2 h 275"/>
                <a:gd name="T20" fmla="*/ 4 w 609"/>
                <a:gd name="T21" fmla="*/ 1 h 275"/>
                <a:gd name="T22" fmla="*/ 4 w 609"/>
                <a:gd name="T23" fmla="*/ 2 h 275"/>
                <a:gd name="T24" fmla="*/ 5 w 609"/>
                <a:gd name="T25" fmla="*/ 2 h 27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09"/>
                <a:gd name="T40" fmla="*/ 0 h 275"/>
                <a:gd name="T41" fmla="*/ 609 w 609"/>
                <a:gd name="T42" fmla="*/ 275 h 27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09" h="275">
                  <a:moveTo>
                    <a:pt x="0" y="207"/>
                  </a:moveTo>
                  <a:cubicBezTo>
                    <a:pt x="26" y="135"/>
                    <a:pt x="52" y="63"/>
                    <a:pt x="66" y="73"/>
                  </a:cubicBezTo>
                  <a:cubicBezTo>
                    <a:pt x="80" y="83"/>
                    <a:pt x="77" y="255"/>
                    <a:pt x="83" y="265"/>
                  </a:cubicBezTo>
                  <a:cubicBezTo>
                    <a:pt x="89" y="275"/>
                    <a:pt x="90" y="135"/>
                    <a:pt x="100" y="132"/>
                  </a:cubicBezTo>
                  <a:cubicBezTo>
                    <a:pt x="110" y="129"/>
                    <a:pt x="131" y="267"/>
                    <a:pt x="141" y="248"/>
                  </a:cubicBezTo>
                  <a:cubicBezTo>
                    <a:pt x="151" y="229"/>
                    <a:pt x="148" y="30"/>
                    <a:pt x="158" y="15"/>
                  </a:cubicBezTo>
                  <a:cubicBezTo>
                    <a:pt x="168" y="0"/>
                    <a:pt x="176" y="137"/>
                    <a:pt x="200" y="157"/>
                  </a:cubicBezTo>
                  <a:cubicBezTo>
                    <a:pt x="224" y="177"/>
                    <a:pt x="279" y="121"/>
                    <a:pt x="300" y="132"/>
                  </a:cubicBezTo>
                  <a:cubicBezTo>
                    <a:pt x="321" y="143"/>
                    <a:pt x="312" y="213"/>
                    <a:pt x="325" y="223"/>
                  </a:cubicBezTo>
                  <a:cubicBezTo>
                    <a:pt x="338" y="233"/>
                    <a:pt x="353" y="200"/>
                    <a:pt x="375" y="190"/>
                  </a:cubicBezTo>
                  <a:cubicBezTo>
                    <a:pt x="397" y="180"/>
                    <a:pt x="431" y="158"/>
                    <a:pt x="459" y="165"/>
                  </a:cubicBezTo>
                  <a:cubicBezTo>
                    <a:pt x="487" y="172"/>
                    <a:pt x="517" y="227"/>
                    <a:pt x="542" y="232"/>
                  </a:cubicBezTo>
                  <a:cubicBezTo>
                    <a:pt x="567" y="237"/>
                    <a:pt x="598" y="204"/>
                    <a:pt x="609" y="198"/>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grpSp>
        <p:nvGrpSpPr>
          <p:cNvPr id="15381" name="Group 34"/>
          <p:cNvGrpSpPr>
            <a:grpSpLocks/>
          </p:cNvGrpSpPr>
          <p:nvPr/>
        </p:nvGrpSpPr>
        <p:grpSpPr bwMode="auto">
          <a:xfrm>
            <a:off x="4208463" y="3463925"/>
            <a:ext cx="754062" cy="850900"/>
            <a:chOff x="2597" y="1981"/>
            <a:chExt cx="430" cy="485"/>
          </a:xfrm>
        </p:grpSpPr>
        <p:sp>
          <p:nvSpPr>
            <p:cNvPr id="15387" name="AutoShape 35"/>
            <p:cNvSpPr>
              <a:spLocks noChangeArrowheads="1"/>
            </p:cNvSpPr>
            <p:nvPr/>
          </p:nvSpPr>
          <p:spPr bwMode="auto">
            <a:xfrm rot="10800000" flipH="1">
              <a:off x="2597" y="1981"/>
              <a:ext cx="430" cy="485"/>
            </a:xfrm>
            <a:prstGeom prst="foldedCorner">
              <a:avLst>
                <a:gd name="adj" fmla="val 26509"/>
              </a:avLst>
            </a:prstGeom>
            <a:solidFill>
              <a:srgbClr val="FFFFCC"/>
            </a:solidFill>
            <a:ln w="12700">
              <a:solidFill>
                <a:schemeClr val="bg1"/>
              </a:solidFill>
              <a:round/>
              <a:headEnd/>
              <a:tailEnd/>
            </a:ln>
          </p:spPr>
          <p:txBody>
            <a:bodyPr lIns="0" tIns="0" rIns="0" bIns="0" anchor="ctr">
              <a:spAutoFit/>
            </a:bodyPr>
            <a:lstStyle/>
            <a:p>
              <a:endParaRPr lang="en-US"/>
            </a:p>
          </p:txBody>
        </p:sp>
        <p:sp>
          <p:nvSpPr>
            <p:cNvPr id="15388" name="Line 36"/>
            <p:cNvSpPr>
              <a:spLocks noChangeShapeType="1"/>
            </p:cNvSpPr>
            <p:nvPr/>
          </p:nvSpPr>
          <p:spPr bwMode="auto">
            <a:xfrm>
              <a:off x="2657" y="2186"/>
              <a:ext cx="310"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5389" name="Line 37"/>
            <p:cNvSpPr>
              <a:spLocks noChangeShapeType="1"/>
            </p:cNvSpPr>
            <p:nvPr/>
          </p:nvSpPr>
          <p:spPr bwMode="auto">
            <a:xfrm>
              <a:off x="2657" y="2257"/>
              <a:ext cx="310"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5390" name="Line 38"/>
            <p:cNvSpPr>
              <a:spLocks noChangeShapeType="1"/>
            </p:cNvSpPr>
            <p:nvPr/>
          </p:nvSpPr>
          <p:spPr bwMode="auto">
            <a:xfrm>
              <a:off x="2657" y="2328"/>
              <a:ext cx="310"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5391" name="Line 39"/>
            <p:cNvSpPr>
              <a:spLocks noChangeShapeType="1"/>
            </p:cNvSpPr>
            <p:nvPr/>
          </p:nvSpPr>
          <p:spPr bwMode="auto">
            <a:xfrm>
              <a:off x="2657" y="2398"/>
              <a:ext cx="310"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5392" name="Freeform 40"/>
            <p:cNvSpPr>
              <a:spLocks/>
            </p:cNvSpPr>
            <p:nvPr/>
          </p:nvSpPr>
          <p:spPr bwMode="auto">
            <a:xfrm>
              <a:off x="2654" y="2008"/>
              <a:ext cx="309" cy="139"/>
            </a:xfrm>
            <a:custGeom>
              <a:avLst/>
              <a:gdLst>
                <a:gd name="T0" fmla="*/ 0 w 609"/>
                <a:gd name="T1" fmla="*/ 27 h 275"/>
                <a:gd name="T2" fmla="*/ 9 w 609"/>
                <a:gd name="T3" fmla="*/ 10 h 275"/>
                <a:gd name="T4" fmla="*/ 11 w 609"/>
                <a:gd name="T5" fmla="*/ 34 h 275"/>
                <a:gd name="T6" fmla="*/ 13 w 609"/>
                <a:gd name="T7" fmla="*/ 17 h 275"/>
                <a:gd name="T8" fmla="*/ 19 w 609"/>
                <a:gd name="T9" fmla="*/ 32 h 275"/>
                <a:gd name="T10" fmla="*/ 21 w 609"/>
                <a:gd name="T11" fmla="*/ 2 h 275"/>
                <a:gd name="T12" fmla="*/ 26 w 609"/>
                <a:gd name="T13" fmla="*/ 20 h 275"/>
                <a:gd name="T14" fmla="*/ 39 w 609"/>
                <a:gd name="T15" fmla="*/ 17 h 275"/>
                <a:gd name="T16" fmla="*/ 43 w 609"/>
                <a:gd name="T17" fmla="*/ 29 h 275"/>
                <a:gd name="T18" fmla="*/ 49 w 609"/>
                <a:gd name="T19" fmla="*/ 25 h 275"/>
                <a:gd name="T20" fmla="*/ 60 w 609"/>
                <a:gd name="T21" fmla="*/ 21 h 275"/>
                <a:gd name="T22" fmla="*/ 71 w 609"/>
                <a:gd name="T23" fmla="*/ 30 h 275"/>
                <a:gd name="T24" fmla="*/ 80 w 609"/>
                <a:gd name="T25" fmla="*/ 26 h 27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09"/>
                <a:gd name="T40" fmla="*/ 0 h 275"/>
                <a:gd name="T41" fmla="*/ 609 w 609"/>
                <a:gd name="T42" fmla="*/ 275 h 27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09" h="275">
                  <a:moveTo>
                    <a:pt x="0" y="207"/>
                  </a:moveTo>
                  <a:cubicBezTo>
                    <a:pt x="26" y="135"/>
                    <a:pt x="52" y="63"/>
                    <a:pt x="66" y="73"/>
                  </a:cubicBezTo>
                  <a:cubicBezTo>
                    <a:pt x="80" y="83"/>
                    <a:pt x="77" y="255"/>
                    <a:pt x="83" y="265"/>
                  </a:cubicBezTo>
                  <a:cubicBezTo>
                    <a:pt x="89" y="275"/>
                    <a:pt x="90" y="135"/>
                    <a:pt x="100" y="132"/>
                  </a:cubicBezTo>
                  <a:cubicBezTo>
                    <a:pt x="110" y="129"/>
                    <a:pt x="131" y="267"/>
                    <a:pt x="141" y="248"/>
                  </a:cubicBezTo>
                  <a:cubicBezTo>
                    <a:pt x="151" y="229"/>
                    <a:pt x="148" y="30"/>
                    <a:pt x="158" y="15"/>
                  </a:cubicBezTo>
                  <a:cubicBezTo>
                    <a:pt x="168" y="0"/>
                    <a:pt x="176" y="137"/>
                    <a:pt x="200" y="157"/>
                  </a:cubicBezTo>
                  <a:cubicBezTo>
                    <a:pt x="224" y="177"/>
                    <a:pt x="279" y="121"/>
                    <a:pt x="300" y="132"/>
                  </a:cubicBezTo>
                  <a:cubicBezTo>
                    <a:pt x="321" y="143"/>
                    <a:pt x="312" y="213"/>
                    <a:pt x="325" y="223"/>
                  </a:cubicBezTo>
                  <a:cubicBezTo>
                    <a:pt x="338" y="233"/>
                    <a:pt x="353" y="200"/>
                    <a:pt x="375" y="190"/>
                  </a:cubicBezTo>
                  <a:cubicBezTo>
                    <a:pt x="397" y="180"/>
                    <a:pt x="431" y="158"/>
                    <a:pt x="459" y="165"/>
                  </a:cubicBezTo>
                  <a:cubicBezTo>
                    <a:pt x="487" y="172"/>
                    <a:pt x="517" y="227"/>
                    <a:pt x="542" y="232"/>
                  </a:cubicBezTo>
                  <a:cubicBezTo>
                    <a:pt x="567" y="237"/>
                    <a:pt x="598" y="204"/>
                    <a:pt x="609" y="198"/>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sp>
        <p:nvSpPr>
          <p:cNvPr id="15382" name="Line 41"/>
          <p:cNvSpPr>
            <a:spLocks noChangeShapeType="1"/>
          </p:cNvSpPr>
          <p:nvPr/>
        </p:nvSpPr>
        <p:spPr bwMode="auto">
          <a:xfrm>
            <a:off x="7442200" y="3616325"/>
            <a:ext cx="207963" cy="0"/>
          </a:xfrm>
          <a:prstGeom prst="line">
            <a:avLst/>
          </a:prstGeom>
          <a:noFill/>
          <a:ln w="28575">
            <a:solidFill>
              <a:srgbClr val="FF0000"/>
            </a:solidFill>
            <a:round/>
            <a:headEnd type="triangle" w="med" len="me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5383" name="Line 42"/>
          <p:cNvSpPr>
            <a:spLocks noChangeShapeType="1"/>
          </p:cNvSpPr>
          <p:nvPr/>
        </p:nvSpPr>
        <p:spPr bwMode="auto">
          <a:xfrm>
            <a:off x="4959350" y="3708400"/>
            <a:ext cx="2190750" cy="0"/>
          </a:xfrm>
          <a:prstGeom prst="line">
            <a:avLst/>
          </a:prstGeom>
          <a:noFill/>
          <a:ln w="28575">
            <a:solidFill>
              <a:srgbClr val="FF0000"/>
            </a:solidFill>
            <a:round/>
            <a:headEnd type="triangle" w="med" len="me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5384" name="Line 43"/>
          <p:cNvSpPr>
            <a:spLocks noChangeShapeType="1"/>
          </p:cNvSpPr>
          <p:nvPr/>
        </p:nvSpPr>
        <p:spPr bwMode="auto">
          <a:xfrm flipV="1">
            <a:off x="6275388" y="3921125"/>
            <a:ext cx="0" cy="484188"/>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5385" name="Line 44"/>
          <p:cNvSpPr>
            <a:spLocks noChangeShapeType="1"/>
          </p:cNvSpPr>
          <p:nvPr/>
        </p:nvSpPr>
        <p:spPr bwMode="auto">
          <a:xfrm>
            <a:off x="6275388" y="3921125"/>
            <a:ext cx="1317625" cy="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pic>
        <p:nvPicPr>
          <p:cNvPr id="15386" name="Picture 17" descr="claimcenter.pn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908425" y="2027238"/>
            <a:ext cx="1357313" cy="1358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 name="Picture 5" descr="C:\Users\sluersen\Desktop\Google_Chrome_icon_(2011).png"/>
          <p:cNvPicPr>
            <a:picLocks noChangeAspect="1" noChangeArrowheads="1"/>
          </p:cNvPicPr>
          <p:nvPr/>
        </p:nvPicPr>
        <p:blipFill>
          <a:blip r:embed="rId5"/>
          <a:srcRect/>
          <a:stretch>
            <a:fillRect/>
          </a:stretch>
        </p:blipFill>
        <p:spPr bwMode="auto">
          <a:xfrm>
            <a:off x="1045368" y="2565503"/>
            <a:ext cx="923925" cy="923925"/>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48" name="TextBox 21"/>
          <p:cNvSpPr txBox="1">
            <a:spLocks noChangeArrowheads="1"/>
          </p:cNvSpPr>
          <p:nvPr/>
        </p:nvSpPr>
        <p:spPr bwMode="auto">
          <a:xfrm>
            <a:off x="843755" y="3413228"/>
            <a:ext cx="13271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FF0000"/>
                </a:solidFill>
                <a:latin typeface="Arial" pitchFamily="34" charset="0"/>
                <a:cs typeface="Arial" pitchFamily="34" charset="0"/>
              </a:defRPr>
            </a:lvl1pPr>
            <a:lvl2pPr marL="742950" indent="-285750" eaLnBrk="0" hangingPunct="0">
              <a:defRPr sz="2000" b="1">
                <a:solidFill>
                  <a:srgbClr val="FF0000"/>
                </a:solidFill>
                <a:latin typeface="Arial" pitchFamily="34" charset="0"/>
                <a:cs typeface="Arial" pitchFamily="34" charset="0"/>
              </a:defRPr>
            </a:lvl2pPr>
            <a:lvl3pPr marL="1143000" indent="-228600" eaLnBrk="0" hangingPunct="0">
              <a:defRPr sz="2000" b="1">
                <a:solidFill>
                  <a:srgbClr val="FF0000"/>
                </a:solidFill>
                <a:latin typeface="Arial" pitchFamily="34" charset="0"/>
                <a:cs typeface="Arial" pitchFamily="34" charset="0"/>
              </a:defRPr>
            </a:lvl3pPr>
            <a:lvl4pPr marL="1600200" indent="-228600" eaLnBrk="0" hangingPunct="0">
              <a:defRPr sz="2000" b="1">
                <a:solidFill>
                  <a:srgbClr val="FF0000"/>
                </a:solidFill>
                <a:latin typeface="Arial" pitchFamily="34" charset="0"/>
                <a:cs typeface="Arial" pitchFamily="34" charset="0"/>
              </a:defRPr>
            </a:lvl4pPr>
            <a:lvl5pPr marL="2057400" indent="-228600" eaLnBrk="0" hangingPunct="0">
              <a:defRPr sz="2000" b="1">
                <a:solidFill>
                  <a:srgbClr val="FF0000"/>
                </a:solidFill>
                <a:latin typeface="Arial" pitchFamily="34" charset="0"/>
                <a:cs typeface="Arial" pitchFamily="34" charset="0"/>
              </a:defRPr>
            </a:lvl5pPr>
            <a:lvl6pPr marL="2514600" indent="-228600" eaLnBrk="0" fontAlgn="base" hangingPunct="0">
              <a:spcBef>
                <a:spcPct val="0"/>
              </a:spcBef>
              <a:spcAft>
                <a:spcPct val="0"/>
              </a:spcAft>
              <a:defRPr sz="2000" b="1">
                <a:solidFill>
                  <a:srgbClr val="FF0000"/>
                </a:solidFill>
                <a:latin typeface="Arial" pitchFamily="34" charset="0"/>
                <a:cs typeface="Arial" pitchFamily="34" charset="0"/>
              </a:defRPr>
            </a:lvl6pPr>
            <a:lvl7pPr marL="2971800" indent="-228600" eaLnBrk="0" fontAlgn="base" hangingPunct="0">
              <a:spcBef>
                <a:spcPct val="0"/>
              </a:spcBef>
              <a:spcAft>
                <a:spcPct val="0"/>
              </a:spcAft>
              <a:defRPr sz="2000" b="1">
                <a:solidFill>
                  <a:srgbClr val="FF0000"/>
                </a:solidFill>
                <a:latin typeface="Arial" pitchFamily="34" charset="0"/>
                <a:cs typeface="Arial" pitchFamily="34" charset="0"/>
              </a:defRPr>
            </a:lvl7pPr>
            <a:lvl8pPr marL="3429000" indent="-228600" eaLnBrk="0" fontAlgn="base" hangingPunct="0">
              <a:spcBef>
                <a:spcPct val="0"/>
              </a:spcBef>
              <a:spcAft>
                <a:spcPct val="0"/>
              </a:spcAft>
              <a:defRPr sz="2000" b="1">
                <a:solidFill>
                  <a:srgbClr val="FF0000"/>
                </a:solidFill>
                <a:latin typeface="Arial" pitchFamily="34" charset="0"/>
                <a:cs typeface="Arial" pitchFamily="34" charset="0"/>
              </a:defRPr>
            </a:lvl8pPr>
            <a:lvl9pPr marL="3886200" indent="-228600" eaLnBrk="0" fontAlgn="base" hangingPunct="0">
              <a:spcBef>
                <a:spcPct val="0"/>
              </a:spcBef>
              <a:spcAft>
                <a:spcPct val="0"/>
              </a:spcAft>
              <a:defRPr sz="2000" b="1">
                <a:solidFill>
                  <a:srgbClr val="FF0000"/>
                </a:solidFill>
                <a:latin typeface="Arial" pitchFamily="34" charset="0"/>
                <a:cs typeface="Arial" pitchFamily="34" charset="0"/>
              </a:defRPr>
            </a:lvl9pPr>
          </a:lstStyle>
          <a:p>
            <a:pPr algn="ctr" eaLnBrk="1" hangingPunct="1"/>
            <a:r>
              <a:rPr lang="en-US" dirty="0">
                <a:solidFill>
                  <a:schemeClr val="bg1"/>
                </a:solidFill>
                <a:latin typeface="Calibri" pitchFamily="34" charset="0"/>
              </a:rPr>
              <a:t>browser</a:t>
            </a: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|EOS~014|</a:t>
            </a:r>
            <a:endParaRPr lang="en-US" sz="100" dirty="0" err="1">
              <a:solidFill>
                <a:srgbClr val="FFFFFF"/>
              </a:solidFill>
              <a:latin typeface="Arial"/>
              <a:cs typeface="Calibri" pitchFamily="34" charset="0"/>
            </a:endParaRPr>
          </a:p>
        </p:txBody>
      </p:sp>
      <p:sp>
        <p:nvSpPr>
          <p:cNvPr id="16386" name="Rectangle 2"/>
          <p:cNvSpPr>
            <a:spLocks noGrp="1" noChangeArrowheads="1"/>
          </p:cNvSpPr>
          <p:nvPr>
            <p:ph type="title"/>
          </p:nvPr>
        </p:nvSpPr>
        <p:spPr/>
        <p:txBody>
          <a:bodyPr/>
          <a:lstStyle/>
          <a:p>
            <a:pPr eaLnBrk="1" hangingPunct="1"/>
            <a:r>
              <a:rPr lang="en-US" dirty="0"/>
              <a:t>Document storage integration</a:t>
            </a:r>
          </a:p>
        </p:txBody>
      </p:sp>
      <p:sp>
        <p:nvSpPr>
          <p:cNvPr id="16387" name="Rectangle 3"/>
          <p:cNvSpPr>
            <a:spLocks noGrp="1" noChangeArrowheads="1"/>
          </p:cNvSpPr>
          <p:nvPr>
            <p:ph idx="1"/>
          </p:nvPr>
        </p:nvSpPr>
        <p:spPr>
          <a:xfrm>
            <a:off x="519113" y="2981325"/>
            <a:ext cx="8318500" cy="3408363"/>
          </a:xfrm>
        </p:spPr>
        <p:txBody>
          <a:bodyPr/>
          <a:lstStyle/>
          <a:p>
            <a:pPr>
              <a:buFont typeface="Arial" charset="0"/>
              <a:buChar char="•"/>
            </a:pPr>
            <a:r>
              <a:rPr lang="en-US"/>
              <a:t>Every instance of ClaimCenter has an integration point to a document storage application, such as ImageRight</a:t>
            </a:r>
          </a:p>
          <a:p>
            <a:pPr lvl="1"/>
            <a:r>
              <a:rPr lang="en-US"/>
              <a:t>This application stores "master" copies of documents</a:t>
            </a:r>
          </a:p>
        </p:txBody>
      </p:sp>
      <p:sp>
        <p:nvSpPr>
          <p:cNvPr id="16388" name="Rectangle 4"/>
          <p:cNvSpPr>
            <a:spLocks noChangeArrowheads="1"/>
          </p:cNvSpPr>
          <p:nvPr/>
        </p:nvSpPr>
        <p:spPr bwMode="auto">
          <a:xfrm>
            <a:off x="5003800" y="1201738"/>
            <a:ext cx="3062288" cy="1052512"/>
          </a:xfrm>
          <a:prstGeom prst="rect">
            <a:avLst/>
          </a:prstGeom>
          <a:solidFill>
            <a:srgbClr val="F0F057"/>
          </a:solidFill>
          <a:ln w="28575" algn="ctr">
            <a:solidFill>
              <a:schemeClr val="accent1"/>
            </a:solidFill>
            <a:miter lim="800000"/>
            <a:headEnd/>
            <a:tailEnd/>
          </a:ln>
        </p:spPr>
        <p:txBody>
          <a:bodyPr lIns="0" tIns="0" rIns="0" bIns="0" anchor="ctr">
            <a:spAutoFit/>
          </a:bodyPr>
          <a:lstStyle/>
          <a:p>
            <a:endParaRPr lang="en-US"/>
          </a:p>
        </p:txBody>
      </p:sp>
      <p:sp>
        <p:nvSpPr>
          <p:cNvPr id="16389" name="Text Box 5"/>
          <p:cNvSpPr txBox="1">
            <a:spLocks noChangeArrowheads="1"/>
          </p:cNvSpPr>
          <p:nvPr/>
        </p:nvSpPr>
        <p:spPr bwMode="auto">
          <a:xfrm>
            <a:off x="6081713" y="1223963"/>
            <a:ext cx="2084387"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a:spcAft>
                <a:spcPct val="0"/>
              </a:spcAft>
              <a:buClrTx/>
            </a:pPr>
            <a:r>
              <a:rPr lang="en-US" sz="2000" b="1">
                <a:solidFill>
                  <a:schemeClr val="accent1"/>
                </a:solidFill>
                <a:latin typeface="MetaPlusBook-Roman" pitchFamily="34" charset="0"/>
              </a:rPr>
              <a:t>Document</a:t>
            </a:r>
            <a:br>
              <a:rPr lang="en-US" sz="2000" b="1">
                <a:solidFill>
                  <a:schemeClr val="accent1"/>
                </a:solidFill>
                <a:latin typeface="MetaPlusBook-Roman" pitchFamily="34" charset="0"/>
              </a:rPr>
            </a:br>
            <a:r>
              <a:rPr lang="en-US" sz="2000" b="1">
                <a:solidFill>
                  <a:schemeClr val="accent1"/>
                </a:solidFill>
                <a:latin typeface="MetaPlusBook-Roman" pitchFamily="34" charset="0"/>
              </a:rPr>
              <a:t>Storage</a:t>
            </a:r>
            <a:br>
              <a:rPr lang="en-US" sz="2000" b="1">
                <a:solidFill>
                  <a:schemeClr val="accent1"/>
                </a:solidFill>
                <a:latin typeface="MetaPlusBook-Roman" pitchFamily="34" charset="0"/>
              </a:rPr>
            </a:br>
            <a:r>
              <a:rPr lang="en-US" sz="2000" b="1">
                <a:solidFill>
                  <a:schemeClr val="accent1"/>
                </a:solidFill>
                <a:latin typeface="MetaPlusBook-Roman" pitchFamily="34" charset="0"/>
              </a:rPr>
              <a:t>System</a:t>
            </a:r>
          </a:p>
        </p:txBody>
      </p:sp>
      <p:pic>
        <p:nvPicPr>
          <p:cNvPr id="16390" name="Picture 6" descr="MCj023361600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49850" y="1266825"/>
            <a:ext cx="93980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91" name="Line 8"/>
          <p:cNvSpPr>
            <a:spLocks noChangeShapeType="1"/>
          </p:cNvSpPr>
          <p:nvPr/>
        </p:nvSpPr>
        <p:spPr bwMode="auto">
          <a:xfrm flipH="1">
            <a:off x="2587625" y="1920875"/>
            <a:ext cx="2408238" cy="0"/>
          </a:xfrm>
          <a:prstGeom prst="line">
            <a:avLst/>
          </a:prstGeom>
          <a:noFill/>
          <a:ln w="28575">
            <a:solidFill>
              <a:schemeClr val="accent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6392" name="Line 9"/>
          <p:cNvSpPr>
            <a:spLocks noChangeShapeType="1"/>
          </p:cNvSpPr>
          <p:nvPr/>
        </p:nvSpPr>
        <p:spPr bwMode="auto">
          <a:xfrm>
            <a:off x="2590800" y="1576388"/>
            <a:ext cx="2395538" cy="0"/>
          </a:xfrm>
          <a:prstGeom prst="line">
            <a:avLst/>
          </a:prstGeom>
          <a:noFill/>
          <a:ln w="28575">
            <a:solidFill>
              <a:schemeClr val="accent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6393" name="Text Box 10"/>
          <p:cNvSpPr txBox="1">
            <a:spLocks noChangeArrowheads="1"/>
          </p:cNvSpPr>
          <p:nvPr/>
        </p:nvSpPr>
        <p:spPr bwMode="auto">
          <a:xfrm>
            <a:off x="2816225" y="1912938"/>
            <a:ext cx="2011363"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solidFill>
                  <a:schemeClr val="accent1"/>
                </a:solidFill>
              </a:rPr>
              <a:t>document to</a:t>
            </a:r>
            <a:br>
              <a:rPr lang="en-US" sz="1800" b="1">
                <a:solidFill>
                  <a:schemeClr val="accent1"/>
                </a:solidFill>
              </a:rPr>
            </a:br>
            <a:r>
              <a:rPr lang="en-US" sz="1800" b="1">
                <a:solidFill>
                  <a:schemeClr val="accent1"/>
                </a:solidFill>
              </a:rPr>
              <a:t>view and/or edit</a:t>
            </a:r>
          </a:p>
        </p:txBody>
      </p:sp>
      <p:sp>
        <p:nvSpPr>
          <p:cNvPr id="16394" name="Text Box 11"/>
          <p:cNvSpPr txBox="1">
            <a:spLocks noChangeArrowheads="1"/>
          </p:cNvSpPr>
          <p:nvPr/>
        </p:nvSpPr>
        <p:spPr bwMode="auto">
          <a:xfrm>
            <a:off x="2816225" y="969963"/>
            <a:ext cx="2011363"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solidFill>
                  <a:schemeClr val="accent1"/>
                </a:solidFill>
              </a:rPr>
              <a:t>document</a:t>
            </a:r>
            <a:br>
              <a:rPr lang="en-US" sz="1800" b="1">
                <a:solidFill>
                  <a:schemeClr val="accent1"/>
                </a:solidFill>
              </a:rPr>
            </a:br>
            <a:r>
              <a:rPr lang="en-US" sz="1800" b="1">
                <a:solidFill>
                  <a:schemeClr val="accent1"/>
                </a:solidFill>
              </a:rPr>
              <a:t>to store</a:t>
            </a:r>
          </a:p>
        </p:txBody>
      </p:sp>
      <p:grpSp>
        <p:nvGrpSpPr>
          <p:cNvPr id="16395" name="Group 12"/>
          <p:cNvGrpSpPr>
            <a:grpSpLocks/>
          </p:cNvGrpSpPr>
          <p:nvPr/>
        </p:nvGrpSpPr>
        <p:grpSpPr bwMode="auto">
          <a:xfrm>
            <a:off x="7532688" y="549275"/>
            <a:ext cx="1035050" cy="1041400"/>
            <a:chOff x="5172" y="554"/>
            <a:chExt cx="652" cy="656"/>
          </a:xfrm>
        </p:grpSpPr>
        <p:sp>
          <p:nvSpPr>
            <p:cNvPr id="16397" name="Freeform 13"/>
            <p:cNvSpPr>
              <a:spLocks/>
            </p:cNvSpPr>
            <p:nvPr/>
          </p:nvSpPr>
          <p:spPr bwMode="auto">
            <a:xfrm>
              <a:off x="5325" y="777"/>
              <a:ext cx="489" cy="420"/>
            </a:xfrm>
            <a:custGeom>
              <a:avLst/>
              <a:gdLst>
                <a:gd name="T0" fmla="*/ 0 w 1692"/>
                <a:gd name="T1" fmla="*/ 9 h 1453"/>
                <a:gd name="T2" fmla="*/ 4 w 1692"/>
                <a:gd name="T3" fmla="*/ 2 h 1453"/>
                <a:gd name="T4" fmla="*/ 29 w 1692"/>
                <a:gd name="T5" fmla="*/ 2 h 1453"/>
                <a:gd name="T6" fmla="*/ 29 w 1692"/>
                <a:gd name="T7" fmla="*/ 0 h 1453"/>
                <a:gd name="T8" fmla="*/ 37 w 1692"/>
                <a:gd name="T9" fmla="*/ 0 h 1453"/>
                <a:gd name="T10" fmla="*/ 36 w 1692"/>
                <a:gd name="T11" fmla="*/ 2 h 1453"/>
                <a:gd name="T12" fmla="*/ 41 w 1692"/>
                <a:gd name="T13" fmla="*/ 2 h 1453"/>
                <a:gd name="T14" fmla="*/ 35 w 1692"/>
                <a:gd name="T15" fmla="*/ 35 h 1453"/>
                <a:gd name="T16" fmla="*/ 24 w 1692"/>
                <a:gd name="T17" fmla="*/ 34 h 1453"/>
                <a:gd name="T18" fmla="*/ 10 w 1692"/>
                <a:gd name="T19" fmla="*/ 29 h 1453"/>
                <a:gd name="T20" fmla="*/ 0 w 1692"/>
                <a:gd name="T21" fmla="*/ 9 h 145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692"/>
                <a:gd name="T34" fmla="*/ 0 h 1453"/>
                <a:gd name="T35" fmla="*/ 1692 w 1692"/>
                <a:gd name="T36" fmla="*/ 1453 h 145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692" h="1453">
                  <a:moveTo>
                    <a:pt x="0" y="382"/>
                  </a:moveTo>
                  <a:lnTo>
                    <a:pt x="154" y="96"/>
                  </a:lnTo>
                  <a:lnTo>
                    <a:pt x="1179" y="87"/>
                  </a:lnTo>
                  <a:lnTo>
                    <a:pt x="1214" y="10"/>
                  </a:lnTo>
                  <a:lnTo>
                    <a:pt x="1526" y="0"/>
                  </a:lnTo>
                  <a:lnTo>
                    <a:pt x="1510" y="79"/>
                  </a:lnTo>
                  <a:lnTo>
                    <a:pt x="1692" y="79"/>
                  </a:lnTo>
                  <a:lnTo>
                    <a:pt x="1446" y="1453"/>
                  </a:lnTo>
                  <a:lnTo>
                    <a:pt x="980" y="1414"/>
                  </a:lnTo>
                  <a:lnTo>
                    <a:pt x="424" y="1179"/>
                  </a:lnTo>
                  <a:lnTo>
                    <a:pt x="0" y="382"/>
                  </a:lnTo>
                  <a:close/>
                </a:path>
              </a:pathLst>
            </a:custGeom>
            <a:solidFill>
              <a:srgbClr val="CEAA5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398" name="Freeform 14"/>
            <p:cNvSpPr>
              <a:spLocks/>
            </p:cNvSpPr>
            <p:nvPr/>
          </p:nvSpPr>
          <p:spPr bwMode="auto">
            <a:xfrm>
              <a:off x="5719" y="800"/>
              <a:ext cx="95" cy="397"/>
            </a:xfrm>
            <a:custGeom>
              <a:avLst/>
              <a:gdLst>
                <a:gd name="T0" fmla="*/ 6 w 330"/>
                <a:gd name="T1" fmla="*/ 0 h 1374"/>
                <a:gd name="T2" fmla="*/ 0 w 330"/>
                <a:gd name="T3" fmla="*/ 31 h 1374"/>
                <a:gd name="T4" fmla="*/ 2 w 330"/>
                <a:gd name="T5" fmla="*/ 33 h 1374"/>
                <a:gd name="T6" fmla="*/ 8 w 330"/>
                <a:gd name="T7" fmla="*/ 0 h 1374"/>
                <a:gd name="T8" fmla="*/ 6 w 330"/>
                <a:gd name="T9" fmla="*/ 0 h 1374"/>
                <a:gd name="T10" fmla="*/ 0 60000 65536"/>
                <a:gd name="T11" fmla="*/ 0 60000 65536"/>
                <a:gd name="T12" fmla="*/ 0 60000 65536"/>
                <a:gd name="T13" fmla="*/ 0 60000 65536"/>
                <a:gd name="T14" fmla="*/ 0 60000 65536"/>
                <a:gd name="T15" fmla="*/ 0 w 330"/>
                <a:gd name="T16" fmla="*/ 0 h 1374"/>
                <a:gd name="T17" fmla="*/ 330 w 330"/>
                <a:gd name="T18" fmla="*/ 1374 h 1374"/>
              </a:gdLst>
              <a:ahLst/>
              <a:cxnLst>
                <a:cxn ang="T10">
                  <a:pos x="T0" y="T1"/>
                </a:cxn>
                <a:cxn ang="T11">
                  <a:pos x="T2" y="T3"/>
                </a:cxn>
                <a:cxn ang="T12">
                  <a:pos x="T4" y="T5"/>
                </a:cxn>
                <a:cxn ang="T13">
                  <a:pos x="T6" y="T7"/>
                </a:cxn>
                <a:cxn ang="T14">
                  <a:pos x="T8" y="T9"/>
                </a:cxn>
              </a:cxnLst>
              <a:rect l="T15" t="T16" r="T17" b="T18"/>
              <a:pathLst>
                <a:path w="330" h="1374">
                  <a:moveTo>
                    <a:pt x="239" y="17"/>
                  </a:moveTo>
                  <a:lnTo>
                    <a:pt x="0" y="1309"/>
                  </a:lnTo>
                  <a:lnTo>
                    <a:pt x="84" y="1374"/>
                  </a:lnTo>
                  <a:lnTo>
                    <a:pt x="330" y="0"/>
                  </a:lnTo>
                  <a:lnTo>
                    <a:pt x="239" y="17"/>
                  </a:lnTo>
                  <a:close/>
                </a:path>
              </a:pathLst>
            </a:custGeom>
            <a:solidFill>
              <a:srgbClr val="F2CE7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399" name="Freeform 15"/>
            <p:cNvSpPr>
              <a:spLocks/>
            </p:cNvSpPr>
            <p:nvPr/>
          </p:nvSpPr>
          <p:spPr bwMode="auto">
            <a:xfrm>
              <a:off x="5410" y="777"/>
              <a:ext cx="358" cy="228"/>
            </a:xfrm>
            <a:custGeom>
              <a:avLst/>
              <a:gdLst>
                <a:gd name="T0" fmla="*/ 20 w 1240"/>
                <a:gd name="T1" fmla="*/ 19 h 789"/>
                <a:gd name="T2" fmla="*/ 30 w 1240"/>
                <a:gd name="T3" fmla="*/ 2 h 789"/>
                <a:gd name="T4" fmla="*/ 29 w 1240"/>
                <a:gd name="T5" fmla="*/ 2 h 789"/>
                <a:gd name="T6" fmla="*/ 30 w 1240"/>
                <a:gd name="T7" fmla="*/ 0 h 789"/>
                <a:gd name="T8" fmla="*/ 22 w 1240"/>
                <a:gd name="T9" fmla="*/ 0 h 789"/>
                <a:gd name="T10" fmla="*/ 21 w 1240"/>
                <a:gd name="T11" fmla="*/ 2 h 789"/>
                <a:gd name="T12" fmla="*/ 6 w 1240"/>
                <a:gd name="T13" fmla="*/ 2 h 789"/>
                <a:gd name="T14" fmla="*/ 0 w 1240"/>
                <a:gd name="T15" fmla="*/ 10 h 789"/>
                <a:gd name="T16" fmla="*/ 20 w 1240"/>
                <a:gd name="T17" fmla="*/ 19 h 78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240"/>
                <a:gd name="T28" fmla="*/ 0 h 789"/>
                <a:gd name="T29" fmla="*/ 1240 w 1240"/>
                <a:gd name="T30" fmla="*/ 789 h 78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240" h="789">
                  <a:moveTo>
                    <a:pt x="834" y="789"/>
                  </a:moveTo>
                  <a:lnTo>
                    <a:pt x="1240" y="79"/>
                  </a:lnTo>
                  <a:lnTo>
                    <a:pt x="1217" y="79"/>
                  </a:lnTo>
                  <a:lnTo>
                    <a:pt x="1233" y="0"/>
                  </a:lnTo>
                  <a:lnTo>
                    <a:pt x="921" y="10"/>
                  </a:lnTo>
                  <a:lnTo>
                    <a:pt x="886" y="87"/>
                  </a:lnTo>
                  <a:lnTo>
                    <a:pt x="252" y="93"/>
                  </a:lnTo>
                  <a:lnTo>
                    <a:pt x="0" y="426"/>
                  </a:lnTo>
                  <a:lnTo>
                    <a:pt x="834" y="789"/>
                  </a:lnTo>
                  <a:close/>
                </a:path>
              </a:pathLst>
            </a:custGeom>
            <a:solidFill>
              <a:srgbClr val="AD893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400" name="Freeform 16"/>
            <p:cNvSpPr>
              <a:spLocks/>
            </p:cNvSpPr>
            <p:nvPr/>
          </p:nvSpPr>
          <p:spPr bwMode="auto">
            <a:xfrm>
              <a:off x="5332" y="767"/>
              <a:ext cx="492" cy="443"/>
            </a:xfrm>
            <a:custGeom>
              <a:avLst/>
              <a:gdLst>
                <a:gd name="T0" fmla="*/ 37 w 1701"/>
                <a:gd name="T1" fmla="*/ 2 h 1529"/>
                <a:gd name="T2" fmla="*/ 37 w 1701"/>
                <a:gd name="T3" fmla="*/ 0 h 1529"/>
                <a:gd name="T4" fmla="*/ 28 w 1701"/>
                <a:gd name="T5" fmla="*/ 0 h 1529"/>
                <a:gd name="T6" fmla="*/ 28 w 1701"/>
                <a:gd name="T7" fmla="*/ 2 h 1529"/>
                <a:gd name="T8" fmla="*/ 3 w 1701"/>
                <a:gd name="T9" fmla="*/ 2 h 1529"/>
                <a:gd name="T10" fmla="*/ 0 w 1701"/>
                <a:gd name="T11" fmla="*/ 8 h 1529"/>
                <a:gd name="T12" fmla="*/ 1 w 1701"/>
                <a:gd name="T13" fmla="*/ 8 h 1529"/>
                <a:gd name="T14" fmla="*/ 3 w 1701"/>
                <a:gd name="T15" fmla="*/ 3 h 1529"/>
                <a:gd name="T16" fmla="*/ 29 w 1701"/>
                <a:gd name="T17" fmla="*/ 3 h 1529"/>
                <a:gd name="T18" fmla="*/ 30 w 1701"/>
                <a:gd name="T19" fmla="*/ 1 h 1529"/>
                <a:gd name="T20" fmla="*/ 36 w 1701"/>
                <a:gd name="T21" fmla="*/ 1 h 1529"/>
                <a:gd name="T22" fmla="*/ 35 w 1701"/>
                <a:gd name="T23" fmla="*/ 3 h 1529"/>
                <a:gd name="T24" fmla="*/ 40 w 1701"/>
                <a:gd name="T25" fmla="*/ 3 h 1529"/>
                <a:gd name="T26" fmla="*/ 33 w 1701"/>
                <a:gd name="T27" fmla="*/ 37 h 1529"/>
                <a:gd name="T28" fmla="*/ 35 w 1701"/>
                <a:gd name="T29" fmla="*/ 37 h 1529"/>
                <a:gd name="T30" fmla="*/ 41 w 1701"/>
                <a:gd name="T31" fmla="*/ 2 h 1529"/>
                <a:gd name="T32" fmla="*/ 37 w 1701"/>
                <a:gd name="T33" fmla="*/ 2 h 152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701"/>
                <a:gd name="T52" fmla="*/ 0 h 1529"/>
                <a:gd name="T53" fmla="*/ 1701 w 1701"/>
                <a:gd name="T54" fmla="*/ 1529 h 1529"/>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701" h="1529">
                  <a:moveTo>
                    <a:pt x="1523" y="90"/>
                  </a:moveTo>
                  <a:lnTo>
                    <a:pt x="1541" y="0"/>
                  </a:lnTo>
                  <a:lnTo>
                    <a:pt x="1174" y="0"/>
                  </a:lnTo>
                  <a:lnTo>
                    <a:pt x="1144" y="97"/>
                  </a:lnTo>
                  <a:lnTo>
                    <a:pt x="115" y="97"/>
                  </a:lnTo>
                  <a:lnTo>
                    <a:pt x="0" y="316"/>
                  </a:lnTo>
                  <a:lnTo>
                    <a:pt x="45" y="341"/>
                  </a:lnTo>
                  <a:lnTo>
                    <a:pt x="147" y="148"/>
                  </a:lnTo>
                  <a:lnTo>
                    <a:pt x="1183" y="148"/>
                  </a:lnTo>
                  <a:lnTo>
                    <a:pt x="1213" y="51"/>
                  </a:lnTo>
                  <a:lnTo>
                    <a:pt x="1479" y="51"/>
                  </a:lnTo>
                  <a:lnTo>
                    <a:pt x="1459" y="143"/>
                  </a:lnTo>
                  <a:lnTo>
                    <a:pt x="1639" y="143"/>
                  </a:lnTo>
                  <a:lnTo>
                    <a:pt x="1380" y="1507"/>
                  </a:lnTo>
                  <a:lnTo>
                    <a:pt x="1438" y="1529"/>
                  </a:lnTo>
                  <a:lnTo>
                    <a:pt x="1701" y="90"/>
                  </a:lnTo>
                  <a:lnTo>
                    <a:pt x="1523" y="9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pic>
          <p:nvPicPr>
            <p:cNvPr id="16401" name="Picture 17" descr="document icon"/>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53" y="554"/>
              <a:ext cx="474" cy="4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402" name="Freeform 18"/>
            <p:cNvSpPr>
              <a:spLocks/>
            </p:cNvSpPr>
            <p:nvPr/>
          </p:nvSpPr>
          <p:spPr bwMode="auto">
            <a:xfrm>
              <a:off x="5321" y="862"/>
              <a:ext cx="188" cy="108"/>
            </a:xfrm>
            <a:custGeom>
              <a:avLst/>
              <a:gdLst>
                <a:gd name="T0" fmla="*/ 16 w 650"/>
                <a:gd name="T1" fmla="*/ 8 h 374"/>
                <a:gd name="T2" fmla="*/ 1 w 650"/>
                <a:gd name="T3" fmla="*/ 0 h 374"/>
                <a:gd name="T4" fmla="*/ 1 w 650"/>
                <a:gd name="T5" fmla="*/ 0 h 374"/>
                <a:gd name="T6" fmla="*/ 0 w 650"/>
                <a:gd name="T7" fmla="*/ 0 h 374"/>
                <a:gd name="T8" fmla="*/ 0 w 650"/>
                <a:gd name="T9" fmla="*/ 0 h 374"/>
                <a:gd name="T10" fmla="*/ 0 w 650"/>
                <a:gd name="T11" fmla="*/ 0 h 374"/>
                <a:gd name="T12" fmla="*/ 0 w 650"/>
                <a:gd name="T13" fmla="*/ 0 h 374"/>
                <a:gd name="T14" fmla="*/ 0 w 650"/>
                <a:gd name="T15" fmla="*/ 0 h 374"/>
                <a:gd name="T16" fmla="*/ 0 w 650"/>
                <a:gd name="T17" fmla="*/ 1 h 374"/>
                <a:gd name="T18" fmla="*/ 0 w 650"/>
                <a:gd name="T19" fmla="*/ 1 h 374"/>
                <a:gd name="T20" fmla="*/ 0 w 650"/>
                <a:gd name="T21" fmla="*/ 1 h 374"/>
                <a:gd name="T22" fmla="*/ 0 w 650"/>
                <a:gd name="T23" fmla="*/ 1 h 374"/>
                <a:gd name="T24" fmla="*/ 15 w 650"/>
                <a:gd name="T25" fmla="*/ 9 h 374"/>
                <a:gd name="T26" fmla="*/ 15 w 650"/>
                <a:gd name="T27" fmla="*/ 9 h 374"/>
                <a:gd name="T28" fmla="*/ 15 w 650"/>
                <a:gd name="T29" fmla="*/ 9 h 374"/>
                <a:gd name="T30" fmla="*/ 15 w 650"/>
                <a:gd name="T31" fmla="*/ 9 h 374"/>
                <a:gd name="T32" fmla="*/ 16 w 650"/>
                <a:gd name="T33" fmla="*/ 9 h 374"/>
                <a:gd name="T34" fmla="*/ 16 w 650"/>
                <a:gd name="T35" fmla="*/ 9 h 374"/>
                <a:gd name="T36" fmla="*/ 16 w 650"/>
                <a:gd name="T37" fmla="*/ 9 h 374"/>
                <a:gd name="T38" fmla="*/ 16 w 650"/>
                <a:gd name="T39" fmla="*/ 8 h 374"/>
                <a:gd name="T40" fmla="*/ 16 w 650"/>
                <a:gd name="T41" fmla="*/ 8 h 374"/>
                <a:gd name="T42" fmla="*/ 16 w 650"/>
                <a:gd name="T43" fmla="*/ 8 h 374"/>
                <a:gd name="T44" fmla="*/ 16 w 650"/>
                <a:gd name="T45" fmla="*/ 8 h 37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650"/>
                <a:gd name="T70" fmla="*/ 0 h 374"/>
                <a:gd name="T71" fmla="*/ 650 w 650"/>
                <a:gd name="T72" fmla="*/ 374 h 374"/>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650" h="374">
                  <a:moveTo>
                    <a:pt x="641" y="340"/>
                  </a:moveTo>
                  <a:lnTo>
                    <a:pt x="25" y="3"/>
                  </a:lnTo>
                  <a:lnTo>
                    <a:pt x="18" y="0"/>
                  </a:lnTo>
                  <a:lnTo>
                    <a:pt x="12" y="1"/>
                  </a:lnTo>
                  <a:lnTo>
                    <a:pt x="6" y="4"/>
                  </a:lnTo>
                  <a:lnTo>
                    <a:pt x="2" y="10"/>
                  </a:lnTo>
                  <a:lnTo>
                    <a:pt x="0" y="16"/>
                  </a:lnTo>
                  <a:lnTo>
                    <a:pt x="0" y="22"/>
                  </a:lnTo>
                  <a:lnTo>
                    <a:pt x="3" y="28"/>
                  </a:lnTo>
                  <a:lnTo>
                    <a:pt x="9" y="33"/>
                  </a:lnTo>
                  <a:lnTo>
                    <a:pt x="625" y="371"/>
                  </a:lnTo>
                  <a:lnTo>
                    <a:pt x="632" y="374"/>
                  </a:lnTo>
                  <a:lnTo>
                    <a:pt x="637" y="372"/>
                  </a:lnTo>
                  <a:lnTo>
                    <a:pt x="644" y="369"/>
                  </a:lnTo>
                  <a:lnTo>
                    <a:pt x="648" y="364"/>
                  </a:lnTo>
                  <a:lnTo>
                    <a:pt x="650" y="357"/>
                  </a:lnTo>
                  <a:lnTo>
                    <a:pt x="650" y="351"/>
                  </a:lnTo>
                  <a:lnTo>
                    <a:pt x="647" y="344"/>
                  </a:lnTo>
                  <a:lnTo>
                    <a:pt x="641" y="3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403" name="Freeform 19"/>
            <p:cNvSpPr>
              <a:spLocks/>
            </p:cNvSpPr>
            <p:nvPr/>
          </p:nvSpPr>
          <p:spPr bwMode="auto">
            <a:xfrm>
              <a:off x="5304" y="894"/>
              <a:ext cx="188" cy="107"/>
            </a:xfrm>
            <a:custGeom>
              <a:avLst/>
              <a:gdLst>
                <a:gd name="T0" fmla="*/ 15 w 651"/>
                <a:gd name="T1" fmla="*/ 8 h 372"/>
                <a:gd name="T2" fmla="*/ 1 w 651"/>
                <a:gd name="T3" fmla="*/ 0 h 372"/>
                <a:gd name="T4" fmla="*/ 1 w 651"/>
                <a:gd name="T5" fmla="*/ 0 h 372"/>
                <a:gd name="T6" fmla="*/ 1 w 651"/>
                <a:gd name="T7" fmla="*/ 0 h 372"/>
                <a:gd name="T8" fmla="*/ 0 w 651"/>
                <a:gd name="T9" fmla="*/ 0 h 372"/>
                <a:gd name="T10" fmla="*/ 0 w 651"/>
                <a:gd name="T11" fmla="*/ 0 h 372"/>
                <a:gd name="T12" fmla="*/ 0 w 651"/>
                <a:gd name="T13" fmla="*/ 0 h 372"/>
                <a:gd name="T14" fmla="*/ 0 w 651"/>
                <a:gd name="T15" fmla="*/ 0 h 372"/>
                <a:gd name="T16" fmla="*/ 0 w 651"/>
                <a:gd name="T17" fmla="*/ 1 h 372"/>
                <a:gd name="T18" fmla="*/ 0 w 651"/>
                <a:gd name="T19" fmla="*/ 1 h 372"/>
                <a:gd name="T20" fmla="*/ 0 w 651"/>
                <a:gd name="T21" fmla="*/ 1 h 372"/>
                <a:gd name="T22" fmla="*/ 0 w 651"/>
                <a:gd name="T23" fmla="*/ 1 h 372"/>
                <a:gd name="T24" fmla="*/ 15 w 651"/>
                <a:gd name="T25" fmla="*/ 9 h 372"/>
                <a:gd name="T26" fmla="*/ 15 w 651"/>
                <a:gd name="T27" fmla="*/ 9 h 372"/>
                <a:gd name="T28" fmla="*/ 15 w 651"/>
                <a:gd name="T29" fmla="*/ 9 h 372"/>
                <a:gd name="T30" fmla="*/ 15 w 651"/>
                <a:gd name="T31" fmla="*/ 9 h 372"/>
                <a:gd name="T32" fmla="*/ 16 w 651"/>
                <a:gd name="T33" fmla="*/ 9 h 372"/>
                <a:gd name="T34" fmla="*/ 16 w 651"/>
                <a:gd name="T35" fmla="*/ 9 h 372"/>
                <a:gd name="T36" fmla="*/ 16 w 651"/>
                <a:gd name="T37" fmla="*/ 9 h 372"/>
                <a:gd name="T38" fmla="*/ 16 w 651"/>
                <a:gd name="T39" fmla="*/ 8 h 372"/>
                <a:gd name="T40" fmla="*/ 16 w 651"/>
                <a:gd name="T41" fmla="*/ 8 h 372"/>
                <a:gd name="T42" fmla="*/ 15 w 651"/>
                <a:gd name="T43" fmla="*/ 8 h 372"/>
                <a:gd name="T44" fmla="*/ 15 w 651"/>
                <a:gd name="T45" fmla="*/ 8 h 372"/>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651"/>
                <a:gd name="T70" fmla="*/ 0 h 372"/>
                <a:gd name="T71" fmla="*/ 651 w 651"/>
                <a:gd name="T72" fmla="*/ 372 h 372"/>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651" h="372">
                  <a:moveTo>
                    <a:pt x="641" y="340"/>
                  </a:moveTo>
                  <a:lnTo>
                    <a:pt x="27" y="1"/>
                  </a:lnTo>
                  <a:lnTo>
                    <a:pt x="20" y="0"/>
                  </a:lnTo>
                  <a:lnTo>
                    <a:pt x="13" y="0"/>
                  </a:lnTo>
                  <a:lnTo>
                    <a:pt x="7" y="2"/>
                  </a:lnTo>
                  <a:lnTo>
                    <a:pt x="3" y="8"/>
                  </a:lnTo>
                  <a:lnTo>
                    <a:pt x="0" y="15"/>
                  </a:lnTo>
                  <a:lnTo>
                    <a:pt x="2" y="22"/>
                  </a:lnTo>
                  <a:lnTo>
                    <a:pt x="4" y="27"/>
                  </a:lnTo>
                  <a:lnTo>
                    <a:pt x="10" y="32"/>
                  </a:lnTo>
                  <a:lnTo>
                    <a:pt x="624" y="371"/>
                  </a:lnTo>
                  <a:lnTo>
                    <a:pt x="631" y="372"/>
                  </a:lnTo>
                  <a:lnTo>
                    <a:pt x="638" y="372"/>
                  </a:lnTo>
                  <a:lnTo>
                    <a:pt x="644" y="369"/>
                  </a:lnTo>
                  <a:lnTo>
                    <a:pt x="648" y="364"/>
                  </a:lnTo>
                  <a:lnTo>
                    <a:pt x="651" y="357"/>
                  </a:lnTo>
                  <a:lnTo>
                    <a:pt x="649" y="351"/>
                  </a:lnTo>
                  <a:lnTo>
                    <a:pt x="647" y="344"/>
                  </a:lnTo>
                  <a:lnTo>
                    <a:pt x="641" y="3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404" name="Freeform 20"/>
            <p:cNvSpPr>
              <a:spLocks/>
            </p:cNvSpPr>
            <p:nvPr/>
          </p:nvSpPr>
          <p:spPr bwMode="auto">
            <a:xfrm>
              <a:off x="5172" y="856"/>
              <a:ext cx="576" cy="354"/>
            </a:xfrm>
            <a:custGeom>
              <a:avLst/>
              <a:gdLst>
                <a:gd name="T0" fmla="*/ 39 w 1992"/>
                <a:gd name="T1" fmla="*/ 0 h 1222"/>
                <a:gd name="T2" fmla="*/ 0 w 1992"/>
                <a:gd name="T3" fmla="*/ 0 h 1222"/>
                <a:gd name="T4" fmla="*/ 9 w 1992"/>
                <a:gd name="T5" fmla="*/ 30 h 1222"/>
                <a:gd name="T6" fmla="*/ 48 w 1992"/>
                <a:gd name="T7" fmla="*/ 30 h 1222"/>
                <a:gd name="T8" fmla="*/ 39 w 1992"/>
                <a:gd name="T9" fmla="*/ 0 h 1222"/>
                <a:gd name="T10" fmla="*/ 0 60000 65536"/>
                <a:gd name="T11" fmla="*/ 0 60000 65536"/>
                <a:gd name="T12" fmla="*/ 0 60000 65536"/>
                <a:gd name="T13" fmla="*/ 0 60000 65536"/>
                <a:gd name="T14" fmla="*/ 0 60000 65536"/>
                <a:gd name="T15" fmla="*/ 0 w 1992"/>
                <a:gd name="T16" fmla="*/ 0 h 1222"/>
                <a:gd name="T17" fmla="*/ 1992 w 1992"/>
                <a:gd name="T18" fmla="*/ 1222 h 1222"/>
              </a:gdLst>
              <a:ahLst/>
              <a:cxnLst>
                <a:cxn ang="T10">
                  <a:pos x="T0" y="T1"/>
                </a:cxn>
                <a:cxn ang="T11">
                  <a:pos x="T2" y="T3"/>
                </a:cxn>
                <a:cxn ang="T12">
                  <a:pos x="T4" y="T5"/>
                </a:cxn>
                <a:cxn ang="T13">
                  <a:pos x="T6" y="T7"/>
                </a:cxn>
                <a:cxn ang="T14">
                  <a:pos x="T8" y="T9"/>
                </a:cxn>
              </a:cxnLst>
              <a:rect l="T15" t="T16" r="T17" b="T18"/>
              <a:pathLst>
                <a:path w="1992" h="1222">
                  <a:moveTo>
                    <a:pt x="1610" y="0"/>
                  </a:moveTo>
                  <a:lnTo>
                    <a:pt x="0" y="0"/>
                  </a:lnTo>
                  <a:lnTo>
                    <a:pt x="387" y="1222"/>
                  </a:lnTo>
                  <a:lnTo>
                    <a:pt x="1992" y="1222"/>
                  </a:lnTo>
                  <a:lnTo>
                    <a:pt x="161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405" name="Freeform 21"/>
            <p:cNvSpPr>
              <a:spLocks/>
            </p:cNvSpPr>
            <p:nvPr/>
          </p:nvSpPr>
          <p:spPr bwMode="auto">
            <a:xfrm>
              <a:off x="5196" y="874"/>
              <a:ext cx="530" cy="318"/>
            </a:xfrm>
            <a:custGeom>
              <a:avLst/>
              <a:gdLst>
                <a:gd name="T0" fmla="*/ 0 w 1831"/>
                <a:gd name="T1" fmla="*/ 0 h 1100"/>
                <a:gd name="T2" fmla="*/ 36 w 1831"/>
                <a:gd name="T3" fmla="*/ 0 h 1100"/>
                <a:gd name="T4" fmla="*/ 44 w 1831"/>
                <a:gd name="T5" fmla="*/ 27 h 1100"/>
                <a:gd name="T6" fmla="*/ 8 w 1831"/>
                <a:gd name="T7" fmla="*/ 27 h 1100"/>
                <a:gd name="T8" fmla="*/ 0 w 1831"/>
                <a:gd name="T9" fmla="*/ 0 h 1100"/>
                <a:gd name="T10" fmla="*/ 0 60000 65536"/>
                <a:gd name="T11" fmla="*/ 0 60000 65536"/>
                <a:gd name="T12" fmla="*/ 0 60000 65536"/>
                <a:gd name="T13" fmla="*/ 0 60000 65536"/>
                <a:gd name="T14" fmla="*/ 0 60000 65536"/>
                <a:gd name="T15" fmla="*/ 0 w 1831"/>
                <a:gd name="T16" fmla="*/ 0 h 1100"/>
                <a:gd name="T17" fmla="*/ 1831 w 1831"/>
                <a:gd name="T18" fmla="*/ 1100 h 1100"/>
              </a:gdLst>
              <a:ahLst/>
              <a:cxnLst>
                <a:cxn ang="T10">
                  <a:pos x="T0" y="T1"/>
                </a:cxn>
                <a:cxn ang="T11">
                  <a:pos x="T2" y="T3"/>
                </a:cxn>
                <a:cxn ang="T12">
                  <a:pos x="T4" y="T5"/>
                </a:cxn>
                <a:cxn ang="T13">
                  <a:pos x="T6" y="T7"/>
                </a:cxn>
                <a:cxn ang="T14">
                  <a:pos x="T8" y="T9"/>
                </a:cxn>
              </a:cxnLst>
              <a:rect l="T15" t="T16" r="T17" b="T18"/>
              <a:pathLst>
                <a:path w="1831" h="1100">
                  <a:moveTo>
                    <a:pt x="0" y="0"/>
                  </a:moveTo>
                  <a:lnTo>
                    <a:pt x="1482" y="0"/>
                  </a:lnTo>
                  <a:lnTo>
                    <a:pt x="1831" y="1100"/>
                  </a:lnTo>
                  <a:lnTo>
                    <a:pt x="349" y="1100"/>
                  </a:lnTo>
                  <a:lnTo>
                    <a:pt x="0" y="0"/>
                  </a:lnTo>
                  <a:close/>
                </a:path>
              </a:pathLst>
            </a:custGeom>
            <a:solidFill>
              <a:srgbClr val="F2CE7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406" name="Freeform 22"/>
            <p:cNvSpPr>
              <a:spLocks/>
            </p:cNvSpPr>
            <p:nvPr/>
          </p:nvSpPr>
          <p:spPr bwMode="auto">
            <a:xfrm>
              <a:off x="5196" y="874"/>
              <a:ext cx="530" cy="318"/>
            </a:xfrm>
            <a:custGeom>
              <a:avLst/>
              <a:gdLst>
                <a:gd name="T0" fmla="*/ 35 w 1831"/>
                <a:gd name="T1" fmla="*/ 1 h 1100"/>
                <a:gd name="T2" fmla="*/ 43 w 1831"/>
                <a:gd name="T3" fmla="*/ 27 h 1100"/>
                <a:gd name="T4" fmla="*/ 44 w 1831"/>
                <a:gd name="T5" fmla="*/ 27 h 1100"/>
                <a:gd name="T6" fmla="*/ 36 w 1831"/>
                <a:gd name="T7" fmla="*/ 0 h 1100"/>
                <a:gd name="T8" fmla="*/ 0 w 1831"/>
                <a:gd name="T9" fmla="*/ 0 h 1100"/>
                <a:gd name="T10" fmla="*/ 0 w 1831"/>
                <a:gd name="T11" fmla="*/ 1 h 1100"/>
                <a:gd name="T12" fmla="*/ 35 w 1831"/>
                <a:gd name="T13" fmla="*/ 1 h 1100"/>
                <a:gd name="T14" fmla="*/ 0 60000 65536"/>
                <a:gd name="T15" fmla="*/ 0 60000 65536"/>
                <a:gd name="T16" fmla="*/ 0 60000 65536"/>
                <a:gd name="T17" fmla="*/ 0 60000 65536"/>
                <a:gd name="T18" fmla="*/ 0 60000 65536"/>
                <a:gd name="T19" fmla="*/ 0 60000 65536"/>
                <a:gd name="T20" fmla="*/ 0 60000 65536"/>
                <a:gd name="T21" fmla="*/ 0 w 1831"/>
                <a:gd name="T22" fmla="*/ 0 h 1100"/>
                <a:gd name="T23" fmla="*/ 1831 w 1831"/>
                <a:gd name="T24" fmla="*/ 1100 h 110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31" h="1100">
                  <a:moveTo>
                    <a:pt x="1447" y="59"/>
                  </a:moveTo>
                  <a:lnTo>
                    <a:pt x="1776" y="1100"/>
                  </a:lnTo>
                  <a:lnTo>
                    <a:pt x="1831" y="1100"/>
                  </a:lnTo>
                  <a:lnTo>
                    <a:pt x="1482" y="0"/>
                  </a:lnTo>
                  <a:lnTo>
                    <a:pt x="0" y="0"/>
                  </a:lnTo>
                  <a:lnTo>
                    <a:pt x="19" y="59"/>
                  </a:lnTo>
                  <a:lnTo>
                    <a:pt x="1447" y="59"/>
                  </a:lnTo>
                  <a:close/>
                </a:path>
              </a:pathLst>
            </a:custGeom>
            <a:solidFill>
              <a:srgbClr val="F9E8B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407" name="Freeform 23"/>
            <p:cNvSpPr>
              <a:spLocks/>
            </p:cNvSpPr>
            <p:nvPr/>
          </p:nvSpPr>
          <p:spPr bwMode="auto">
            <a:xfrm>
              <a:off x="5277" y="910"/>
              <a:ext cx="387" cy="282"/>
            </a:xfrm>
            <a:custGeom>
              <a:avLst/>
              <a:gdLst>
                <a:gd name="T0" fmla="*/ 30 w 1334"/>
                <a:gd name="T1" fmla="*/ 0 h 974"/>
                <a:gd name="T2" fmla="*/ 0 w 1334"/>
                <a:gd name="T3" fmla="*/ 19 h 974"/>
                <a:gd name="T4" fmla="*/ 2 w 1334"/>
                <a:gd name="T5" fmla="*/ 24 h 974"/>
                <a:gd name="T6" fmla="*/ 6 w 1334"/>
                <a:gd name="T7" fmla="*/ 24 h 974"/>
                <a:gd name="T8" fmla="*/ 32 w 1334"/>
                <a:gd name="T9" fmla="*/ 7 h 974"/>
                <a:gd name="T10" fmla="*/ 30 w 1334"/>
                <a:gd name="T11" fmla="*/ 0 h 974"/>
                <a:gd name="T12" fmla="*/ 0 60000 65536"/>
                <a:gd name="T13" fmla="*/ 0 60000 65536"/>
                <a:gd name="T14" fmla="*/ 0 60000 65536"/>
                <a:gd name="T15" fmla="*/ 0 60000 65536"/>
                <a:gd name="T16" fmla="*/ 0 60000 65536"/>
                <a:gd name="T17" fmla="*/ 0 60000 65536"/>
                <a:gd name="T18" fmla="*/ 0 w 1334"/>
                <a:gd name="T19" fmla="*/ 0 h 974"/>
                <a:gd name="T20" fmla="*/ 1334 w 1334"/>
                <a:gd name="T21" fmla="*/ 974 h 974"/>
              </a:gdLst>
              <a:ahLst/>
              <a:cxnLst>
                <a:cxn ang="T12">
                  <a:pos x="T0" y="T1"/>
                </a:cxn>
                <a:cxn ang="T13">
                  <a:pos x="T2" y="T3"/>
                </a:cxn>
                <a:cxn ang="T14">
                  <a:pos x="T4" y="T5"/>
                </a:cxn>
                <a:cxn ang="T15">
                  <a:pos x="T6" y="T7"/>
                </a:cxn>
                <a:cxn ang="T16">
                  <a:pos x="T8" y="T9"/>
                </a:cxn>
                <a:cxn ang="T17">
                  <a:pos x="T10" y="T11"/>
                </a:cxn>
              </a:cxnLst>
              <a:rect l="T18" t="T19" r="T20" b="T21"/>
              <a:pathLst>
                <a:path w="1334" h="974">
                  <a:moveTo>
                    <a:pt x="1240" y="0"/>
                  </a:moveTo>
                  <a:lnTo>
                    <a:pt x="0" y="764"/>
                  </a:lnTo>
                  <a:lnTo>
                    <a:pt x="67" y="974"/>
                  </a:lnTo>
                  <a:lnTo>
                    <a:pt x="239" y="974"/>
                  </a:lnTo>
                  <a:lnTo>
                    <a:pt x="1334" y="297"/>
                  </a:lnTo>
                  <a:lnTo>
                    <a:pt x="1240" y="0"/>
                  </a:lnTo>
                  <a:close/>
                </a:path>
              </a:pathLst>
            </a:custGeom>
            <a:solidFill>
              <a:srgbClr val="F9E8B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408" name="Freeform 24"/>
            <p:cNvSpPr>
              <a:spLocks/>
            </p:cNvSpPr>
            <p:nvPr/>
          </p:nvSpPr>
          <p:spPr bwMode="auto">
            <a:xfrm>
              <a:off x="5263" y="874"/>
              <a:ext cx="370" cy="248"/>
            </a:xfrm>
            <a:custGeom>
              <a:avLst/>
              <a:gdLst>
                <a:gd name="T0" fmla="*/ 30 w 1278"/>
                <a:gd name="T1" fmla="*/ 0 h 857"/>
                <a:gd name="T2" fmla="*/ 29 w 1278"/>
                <a:gd name="T3" fmla="*/ 0 h 857"/>
                <a:gd name="T4" fmla="*/ 0 w 1278"/>
                <a:gd name="T5" fmla="*/ 18 h 857"/>
                <a:gd name="T6" fmla="*/ 1 w 1278"/>
                <a:gd name="T7" fmla="*/ 21 h 857"/>
                <a:gd name="T8" fmla="*/ 31 w 1278"/>
                <a:gd name="T9" fmla="*/ 2 h 857"/>
                <a:gd name="T10" fmla="*/ 30 w 1278"/>
                <a:gd name="T11" fmla="*/ 0 h 857"/>
                <a:gd name="T12" fmla="*/ 0 60000 65536"/>
                <a:gd name="T13" fmla="*/ 0 60000 65536"/>
                <a:gd name="T14" fmla="*/ 0 60000 65536"/>
                <a:gd name="T15" fmla="*/ 0 60000 65536"/>
                <a:gd name="T16" fmla="*/ 0 60000 65536"/>
                <a:gd name="T17" fmla="*/ 0 60000 65536"/>
                <a:gd name="T18" fmla="*/ 0 w 1278"/>
                <a:gd name="T19" fmla="*/ 0 h 857"/>
                <a:gd name="T20" fmla="*/ 1278 w 1278"/>
                <a:gd name="T21" fmla="*/ 857 h 857"/>
              </a:gdLst>
              <a:ahLst/>
              <a:cxnLst>
                <a:cxn ang="T12">
                  <a:pos x="T0" y="T1"/>
                </a:cxn>
                <a:cxn ang="T13">
                  <a:pos x="T2" y="T3"/>
                </a:cxn>
                <a:cxn ang="T14">
                  <a:pos x="T4" y="T5"/>
                </a:cxn>
                <a:cxn ang="T15">
                  <a:pos x="T6" y="T7"/>
                </a:cxn>
                <a:cxn ang="T16">
                  <a:pos x="T8" y="T9"/>
                </a:cxn>
                <a:cxn ang="T17">
                  <a:pos x="T10" y="T11"/>
                </a:cxn>
              </a:cxnLst>
              <a:rect l="T18" t="T19" r="T20" b="T21"/>
              <a:pathLst>
                <a:path w="1278" h="857">
                  <a:moveTo>
                    <a:pt x="1249" y="0"/>
                  </a:moveTo>
                  <a:lnTo>
                    <a:pt x="1197" y="0"/>
                  </a:lnTo>
                  <a:lnTo>
                    <a:pt x="0" y="737"/>
                  </a:lnTo>
                  <a:lnTo>
                    <a:pt x="38" y="857"/>
                  </a:lnTo>
                  <a:lnTo>
                    <a:pt x="1278" y="91"/>
                  </a:lnTo>
                  <a:lnTo>
                    <a:pt x="1249" y="0"/>
                  </a:lnTo>
                  <a:close/>
                </a:path>
              </a:pathLst>
            </a:custGeom>
            <a:solidFill>
              <a:srgbClr val="F9E8B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409" name="Freeform 25"/>
            <p:cNvSpPr>
              <a:spLocks/>
            </p:cNvSpPr>
            <p:nvPr/>
          </p:nvSpPr>
          <p:spPr bwMode="auto">
            <a:xfrm>
              <a:off x="5384" y="1016"/>
              <a:ext cx="290" cy="176"/>
            </a:xfrm>
            <a:custGeom>
              <a:avLst/>
              <a:gdLst>
                <a:gd name="T0" fmla="*/ 24 w 1002"/>
                <a:gd name="T1" fmla="*/ 0 h 608"/>
                <a:gd name="T2" fmla="*/ 0 w 1002"/>
                <a:gd name="T3" fmla="*/ 15 h 608"/>
                <a:gd name="T4" fmla="*/ 2 w 1002"/>
                <a:gd name="T5" fmla="*/ 15 h 608"/>
                <a:gd name="T6" fmla="*/ 24 w 1002"/>
                <a:gd name="T7" fmla="*/ 1 h 608"/>
                <a:gd name="T8" fmla="*/ 24 w 1002"/>
                <a:gd name="T9" fmla="*/ 0 h 608"/>
                <a:gd name="T10" fmla="*/ 0 60000 65536"/>
                <a:gd name="T11" fmla="*/ 0 60000 65536"/>
                <a:gd name="T12" fmla="*/ 0 60000 65536"/>
                <a:gd name="T13" fmla="*/ 0 60000 65536"/>
                <a:gd name="T14" fmla="*/ 0 60000 65536"/>
                <a:gd name="T15" fmla="*/ 0 w 1002"/>
                <a:gd name="T16" fmla="*/ 0 h 608"/>
                <a:gd name="T17" fmla="*/ 1002 w 1002"/>
                <a:gd name="T18" fmla="*/ 608 h 608"/>
              </a:gdLst>
              <a:ahLst/>
              <a:cxnLst>
                <a:cxn ang="T10">
                  <a:pos x="T0" y="T1"/>
                </a:cxn>
                <a:cxn ang="T11">
                  <a:pos x="T2" y="T3"/>
                </a:cxn>
                <a:cxn ang="T12">
                  <a:pos x="T4" y="T5"/>
                </a:cxn>
                <a:cxn ang="T13">
                  <a:pos x="T6" y="T7"/>
                </a:cxn>
                <a:cxn ang="T14">
                  <a:pos x="T8" y="T9"/>
                </a:cxn>
              </a:cxnLst>
              <a:rect l="T15" t="T16" r="T17" b="T18"/>
              <a:pathLst>
                <a:path w="1002" h="608">
                  <a:moveTo>
                    <a:pt x="987" y="0"/>
                  </a:moveTo>
                  <a:lnTo>
                    <a:pt x="0" y="608"/>
                  </a:lnTo>
                  <a:lnTo>
                    <a:pt x="98" y="608"/>
                  </a:lnTo>
                  <a:lnTo>
                    <a:pt x="1002" y="51"/>
                  </a:lnTo>
                  <a:lnTo>
                    <a:pt x="987" y="0"/>
                  </a:lnTo>
                  <a:close/>
                </a:path>
              </a:pathLst>
            </a:custGeom>
            <a:solidFill>
              <a:srgbClr val="F9E8B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pic>
        <p:nvPicPr>
          <p:cNvPr id="16396" name="Picture 17" descr="claimcenter.png"/>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241425" y="1020763"/>
            <a:ext cx="1357313" cy="1358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|EOS~015|</a:t>
            </a:r>
            <a:endParaRPr lang="en-US" sz="100" dirty="0" err="1">
              <a:solidFill>
                <a:srgbClr val="FFFFFF"/>
              </a:solidFill>
              <a:latin typeface="Arial"/>
              <a:cs typeface="Calibri" pitchFamily="34" charset="0"/>
            </a:endParaRPr>
          </a:p>
        </p:txBody>
      </p:sp>
      <p:sp>
        <p:nvSpPr>
          <p:cNvPr id="17410" name="AutoShape 2"/>
          <p:cNvSpPr>
            <a:spLocks noChangeArrowheads="1"/>
          </p:cNvSpPr>
          <p:nvPr/>
        </p:nvSpPr>
        <p:spPr bwMode="auto">
          <a:xfrm>
            <a:off x="7177088" y="4448175"/>
            <a:ext cx="1190625" cy="1985963"/>
          </a:xfrm>
          <a:prstGeom prst="cube">
            <a:avLst>
              <a:gd name="adj" fmla="val 13315"/>
            </a:avLst>
          </a:prstGeom>
          <a:noFill/>
          <a:ln w="28575">
            <a:solidFill>
              <a:srgbClr val="777777"/>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7411" name="AutoShape 3"/>
          <p:cNvSpPr>
            <a:spLocks noChangeArrowheads="1"/>
          </p:cNvSpPr>
          <p:nvPr/>
        </p:nvSpPr>
        <p:spPr bwMode="auto">
          <a:xfrm>
            <a:off x="6923088" y="706438"/>
            <a:ext cx="1774825" cy="1733550"/>
          </a:xfrm>
          <a:prstGeom prst="cube">
            <a:avLst>
              <a:gd name="adj" fmla="val 10472"/>
            </a:avLst>
          </a:prstGeom>
          <a:noFill/>
          <a:ln w="28575">
            <a:solidFill>
              <a:srgbClr val="777777"/>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7412" name="Rectangle 4"/>
          <p:cNvSpPr>
            <a:spLocks noGrp="1" noChangeArrowheads="1"/>
          </p:cNvSpPr>
          <p:nvPr>
            <p:ph type="title"/>
          </p:nvPr>
        </p:nvSpPr>
        <p:spPr/>
        <p:txBody>
          <a:bodyPr/>
          <a:lstStyle/>
          <a:p>
            <a:pPr eaLnBrk="1" hangingPunct="1"/>
            <a:r>
              <a:rPr lang="en-US"/>
              <a:t>Document mailing</a:t>
            </a:r>
          </a:p>
        </p:txBody>
      </p:sp>
      <p:sp>
        <p:nvSpPr>
          <p:cNvPr id="17413" name="AutoShape 5"/>
          <p:cNvSpPr>
            <a:spLocks noChangeArrowheads="1"/>
          </p:cNvSpPr>
          <p:nvPr/>
        </p:nvSpPr>
        <p:spPr bwMode="auto">
          <a:xfrm>
            <a:off x="3552825" y="1677988"/>
            <a:ext cx="2266950" cy="3181350"/>
          </a:xfrm>
          <a:prstGeom prst="cube">
            <a:avLst>
              <a:gd name="adj" fmla="val 8264"/>
            </a:avLst>
          </a:prstGeom>
          <a:solidFill>
            <a:schemeClr val="tx1"/>
          </a:solidFill>
          <a:ln w="28575">
            <a:solidFill>
              <a:schemeClr val="bg1"/>
            </a:solidFill>
            <a:miter lim="800000"/>
            <a:headEnd/>
            <a:tailEnd/>
          </a:ln>
        </p:spPr>
        <p:txBody>
          <a:bodyPr lIns="0" tIns="0" rIns="0" bIns="0" anchor="ctr">
            <a:spAutoFit/>
          </a:bodyPr>
          <a:lstStyle/>
          <a:p>
            <a:endParaRPr lang="en-US"/>
          </a:p>
        </p:txBody>
      </p:sp>
      <p:sp>
        <p:nvSpPr>
          <p:cNvPr id="17415" name="Text Box 7"/>
          <p:cNvSpPr txBox="1">
            <a:spLocks noChangeArrowheads="1"/>
          </p:cNvSpPr>
          <p:nvPr/>
        </p:nvSpPr>
        <p:spPr bwMode="auto">
          <a:xfrm>
            <a:off x="619125" y="2360613"/>
            <a:ext cx="1776413"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User Machine</a:t>
            </a:r>
          </a:p>
        </p:txBody>
      </p:sp>
      <p:sp>
        <p:nvSpPr>
          <p:cNvPr id="17416" name="AutoShape 8"/>
          <p:cNvSpPr>
            <a:spLocks noChangeArrowheads="1"/>
          </p:cNvSpPr>
          <p:nvPr/>
        </p:nvSpPr>
        <p:spPr bwMode="auto">
          <a:xfrm>
            <a:off x="593725" y="2138363"/>
            <a:ext cx="2049463" cy="2706687"/>
          </a:xfrm>
          <a:prstGeom prst="cube">
            <a:avLst>
              <a:gd name="adj" fmla="val 10472"/>
            </a:avLst>
          </a:prstGeom>
          <a:noFill/>
          <a:ln w="2857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7417" name="AutoShape 9"/>
          <p:cNvSpPr>
            <a:spLocks noChangeArrowheads="1"/>
          </p:cNvSpPr>
          <p:nvPr/>
        </p:nvSpPr>
        <p:spPr bwMode="auto">
          <a:xfrm>
            <a:off x="6923088" y="2582863"/>
            <a:ext cx="1774825" cy="1733550"/>
          </a:xfrm>
          <a:prstGeom prst="cube">
            <a:avLst>
              <a:gd name="adj" fmla="val 10472"/>
            </a:avLst>
          </a:prstGeom>
          <a:solidFill>
            <a:srgbClr val="F0F057"/>
          </a:solidFill>
          <a:ln w="28575">
            <a:solidFill>
              <a:schemeClr val="bg1"/>
            </a:solidFill>
            <a:miter lim="800000"/>
            <a:headEnd/>
            <a:tailEnd/>
          </a:ln>
        </p:spPr>
        <p:txBody>
          <a:bodyPr lIns="0" tIns="0" rIns="0" bIns="0" anchor="ctr">
            <a:spAutoFit/>
          </a:bodyPr>
          <a:lstStyle/>
          <a:p>
            <a:endParaRPr lang="en-US"/>
          </a:p>
        </p:txBody>
      </p:sp>
      <p:sp>
        <p:nvSpPr>
          <p:cNvPr id="17418" name="Text Box 10"/>
          <p:cNvSpPr txBox="1">
            <a:spLocks noChangeArrowheads="1"/>
          </p:cNvSpPr>
          <p:nvPr/>
        </p:nvSpPr>
        <p:spPr bwMode="auto">
          <a:xfrm>
            <a:off x="7024688" y="2776538"/>
            <a:ext cx="1347787"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Document Storage </a:t>
            </a:r>
          </a:p>
        </p:txBody>
      </p:sp>
      <p:sp>
        <p:nvSpPr>
          <p:cNvPr id="17419" name="Text Box 11"/>
          <p:cNvSpPr txBox="1">
            <a:spLocks noChangeArrowheads="1"/>
          </p:cNvSpPr>
          <p:nvPr/>
        </p:nvSpPr>
        <p:spPr bwMode="auto">
          <a:xfrm>
            <a:off x="7048500" y="914400"/>
            <a:ext cx="1347788"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solidFill>
                  <a:srgbClr val="777777"/>
                </a:solidFill>
              </a:rPr>
              <a:t>Document Production </a:t>
            </a:r>
          </a:p>
        </p:txBody>
      </p:sp>
      <p:sp>
        <p:nvSpPr>
          <p:cNvPr id="17420" name="Text Box 13"/>
          <p:cNvSpPr txBox="1">
            <a:spLocks noChangeArrowheads="1"/>
          </p:cNvSpPr>
          <p:nvPr/>
        </p:nvSpPr>
        <p:spPr bwMode="auto">
          <a:xfrm>
            <a:off x="7083425" y="4624388"/>
            <a:ext cx="121920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solidFill>
                  <a:srgbClr val="777777"/>
                </a:solidFill>
              </a:rPr>
              <a:t>Physical</a:t>
            </a:r>
            <a:br>
              <a:rPr lang="en-US" sz="1800" b="1">
                <a:solidFill>
                  <a:srgbClr val="777777"/>
                </a:solidFill>
              </a:rPr>
            </a:br>
            <a:r>
              <a:rPr lang="en-US" sz="1800" b="1">
                <a:solidFill>
                  <a:srgbClr val="777777"/>
                </a:solidFill>
              </a:rPr>
              <a:t>Location </a:t>
            </a:r>
          </a:p>
        </p:txBody>
      </p:sp>
      <p:grpSp>
        <p:nvGrpSpPr>
          <p:cNvPr id="17421" name="Group 14"/>
          <p:cNvGrpSpPr>
            <a:grpSpLocks/>
          </p:cNvGrpSpPr>
          <p:nvPr/>
        </p:nvGrpSpPr>
        <p:grpSpPr bwMode="auto">
          <a:xfrm>
            <a:off x="7307263" y="5795963"/>
            <a:ext cx="776287" cy="576262"/>
            <a:chOff x="3718" y="3630"/>
            <a:chExt cx="489" cy="363"/>
          </a:xfrm>
        </p:grpSpPr>
        <p:sp>
          <p:nvSpPr>
            <p:cNvPr id="17445" name="Rectangle 15"/>
            <p:cNvSpPr>
              <a:spLocks noChangeArrowheads="1"/>
            </p:cNvSpPr>
            <p:nvPr/>
          </p:nvSpPr>
          <p:spPr bwMode="auto">
            <a:xfrm>
              <a:off x="3718" y="3630"/>
              <a:ext cx="489" cy="363"/>
            </a:xfrm>
            <a:prstGeom prst="rect">
              <a:avLst/>
            </a:prstGeom>
            <a:noFill/>
            <a:ln w="28575" algn="ctr">
              <a:solidFill>
                <a:srgbClr val="777777"/>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7446" name="Rectangle 16"/>
            <p:cNvSpPr>
              <a:spLocks noChangeArrowheads="1"/>
            </p:cNvSpPr>
            <p:nvPr/>
          </p:nvSpPr>
          <p:spPr bwMode="auto">
            <a:xfrm>
              <a:off x="3838" y="3684"/>
              <a:ext cx="249" cy="114"/>
            </a:xfrm>
            <a:prstGeom prst="rect">
              <a:avLst/>
            </a:prstGeom>
            <a:noFill/>
            <a:ln w="28575" algn="ctr">
              <a:solidFill>
                <a:srgbClr val="777777"/>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7447" name="Rectangle 17"/>
            <p:cNvSpPr>
              <a:spLocks noChangeArrowheads="1"/>
            </p:cNvSpPr>
            <p:nvPr/>
          </p:nvSpPr>
          <p:spPr bwMode="auto">
            <a:xfrm>
              <a:off x="3891" y="3684"/>
              <a:ext cx="144" cy="69"/>
            </a:xfrm>
            <a:prstGeom prst="rect">
              <a:avLst/>
            </a:prstGeom>
            <a:noFill/>
            <a:ln w="28575" algn="ctr">
              <a:solidFill>
                <a:srgbClr val="777777"/>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grpSp>
        <p:nvGrpSpPr>
          <p:cNvPr id="17422" name="Group 18"/>
          <p:cNvGrpSpPr>
            <a:grpSpLocks/>
          </p:cNvGrpSpPr>
          <p:nvPr/>
        </p:nvGrpSpPr>
        <p:grpSpPr bwMode="auto">
          <a:xfrm>
            <a:off x="7307263" y="5167313"/>
            <a:ext cx="776287" cy="576262"/>
            <a:chOff x="3718" y="3630"/>
            <a:chExt cx="489" cy="363"/>
          </a:xfrm>
        </p:grpSpPr>
        <p:sp>
          <p:nvSpPr>
            <p:cNvPr id="17442" name="Rectangle 19"/>
            <p:cNvSpPr>
              <a:spLocks noChangeArrowheads="1"/>
            </p:cNvSpPr>
            <p:nvPr/>
          </p:nvSpPr>
          <p:spPr bwMode="auto">
            <a:xfrm>
              <a:off x="3718" y="3630"/>
              <a:ext cx="489" cy="363"/>
            </a:xfrm>
            <a:prstGeom prst="rect">
              <a:avLst/>
            </a:prstGeom>
            <a:noFill/>
            <a:ln w="28575" algn="ctr">
              <a:solidFill>
                <a:srgbClr val="777777"/>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7443" name="Rectangle 20"/>
            <p:cNvSpPr>
              <a:spLocks noChangeArrowheads="1"/>
            </p:cNvSpPr>
            <p:nvPr/>
          </p:nvSpPr>
          <p:spPr bwMode="auto">
            <a:xfrm>
              <a:off x="3838" y="3684"/>
              <a:ext cx="249" cy="114"/>
            </a:xfrm>
            <a:prstGeom prst="rect">
              <a:avLst/>
            </a:prstGeom>
            <a:noFill/>
            <a:ln w="28575" algn="ctr">
              <a:solidFill>
                <a:srgbClr val="777777"/>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7444" name="Rectangle 21"/>
            <p:cNvSpPr>
              <a:spLocks noChangeArrowheads="1"/>
            </p:cNvSpPr>
            <p:nvPr/>
          </p:nvSpPr>
          <p:spPr bwMode="auto">
            <a:xfrm>
              <a:off x="3891" y="3684"/>
              <a:ext cx="144" cy="69"/>
            </a:xfrm>
            <a:prstGeom prst="rect">
              <a:avLst/>
            </a:prstGeom>
            <a:noFill/>
            <a:ln w="28575" algn="ctr">
              <a:solidFill>
                <a:srgbClr val="777777"/>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sp>
        <p:nvSpPr>
          <p:cNvPr id="17423" name="Text Box 22"/>
          <p:cNvSpPr txBox="1">
            <a:spLocks noChangeArrowheads="1"/>
          </p:cNvSpPr>
          <p:nvPr/>
        </p:nvSpPr>
        <p:spPr bwMode="auto">
          <a:xfrm>
            <a:off x="989013" y="4522788"/>
            <a:ext cx="153035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(local copy)</a:t>
            </a:r>
          </a:p>
        </p:txBody>
      </p:sp>
      <p:pic>
        <p:nvPicPr>
          <p:cNvPr id="17424" name="Picture 23" descr="document ic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01750" y="3667125"/>
            <a:ext cx="866775" cy="86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25" name="Text Box 24"/>
          <p:cNvSpPr txBox="1">
            <a:spLocks noChangeArrowheads="1"/>
          </p:cNvSpPr>
          <p:nvPr/>
        </p:nvSpPr>
        <p:spPr bwMode="auto">
          <a:xfrm>
            <a:off x="6988175" y="4008438"/>
            <a:ext cx="1525588"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(master copy)</a:t>
            </a:r>
          </a:p>
        </p:txBody>
      </p:sp>
      <p:pic>
        <p:nvPicPr>
          <p:cNvPr id="17426" name="Picture 25" descr="document ic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07300" y="3411538"/>
            <a:ext cx="630238" cy="630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7427" name="Group 26"/>
          <p:cNvGrpSpPr>
            <a:grpSpLocks/>
          </p:cNvGrpSpPr>
          <p:nvPr/>
        </p:nvGrpSpPr>
        <p:grpSpPr bwMode="auto">
          <a:xfrm>
            <a:off x="3786188" y="5422900"/>
            <a:ext cx="896937" cy="896938"/>
            <a:chOff x="1350" y="686"/>
            <a:chExt cx="1132" cy="1132"/>
          </a:xfrm>
        </p:grpSpPr>
        <p:sp>
          <p:nvSpPr>
            <p:cNvPr id="17440" name="AutoShape 27"/>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17441" name="Picture 28" descr="j0151939"/>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7428" name="Group 29"/>
          <p:cNvGrpSpPr>
            <a:grpSpLocks/>
          </p:cNvGrpSpPr>
          <p:nvPr/>
        </p:nvGrpSpPr>
        <p:grpSpPr bwMode="auto">
          <a:xfrm>
            <a:off x="4494213" y="5286375"/>
            <a:ext cx="595312" cy="1168400"/>
            <a:chOff x="4573" y="2521"/>
            <a:chExt cx="576" cy="1128"/>
          </a:xfrm>
        </p:grpSpPr>
        <p:sp>
          <p:nvSpPr>
            <p:cNvPr id="17435" name="Rectangle 30"/>
            <p:cNvSpPr>
              <a:spLocks noChangeArrowheads="1"/>
            </p:cNvSpPr>
            <p:nvPr/>
          </p:nvSpPr>
          <p:spPr bwMode="auto">
            <a:xfrm>
              <a:off x="4850" y="3042"/>
              <a:ext cx="118" cy="607"/>
            </a:xfrm>
            <a:prstGeom prst="rect">
              <a:avLst/>
            </a:prstGeom>
            <a:solidFill>
              <a:srgbClr val="996633"/>
            </a:solidFill>
            <a:ln w="9525" algn="ctr">
              <a:solidFill>
                <a:schemeClr val="bg1"/>
              </a:solidFill>
              <a:miter lim="800000"/>
              <a:headEnd/>
              <a:tailEnd/>
            </a:ln>
          </p:spPr>
          <p:txBody>
            <a:bodyPr wrap="none" anchor="ctr"/>
            <a:lstStyle/>
            <a:p>
              <a:endParaRPr lang="en-US"/>
            </a:p>
          </p:txBody>
        </p:sp>
        <p:sp>
          <p:nvSpPr>
            <p:cNvPr id="17436" name="Freeform 31"/>
            <p:cNvSpPr>
              <a:spLocks/>
            </p:cNvSpPr>
            <p:nvPr/>
          </p:nvSpPr>
          <p:spPr bwMode="auto">
            <a:xfrm>
              <a:off x="4654" y="2615"/>
              <a:ext cx="495" cy="602"/>
            </a:xfrm>
            <a:custGeom>
              <a:avLst/>
              <a:gdLst>
                <a:gd name="T0" fmla="*/ 0 w 237"/>
                <a:gd name="T1" fmla="*/ 1122 h 288"/>
                <a:gd name="T2" fmla="*/ 902 w 237"/>
                <a:gd name="T3" fmla="*/ 2630 h 288"/>
                <a:gd name="T4" fmla="*/ 2160 w 237"/>
                <a:gd name="T5" fmla="*/ 1507 h 288"/>
                <a:gd name="T6" fmla="*/ 2160 w 237"/>
                <a:gd name="T7" fmla="*/ 577 h 288"/>
                <a:gd name="T8" fmla="*/ 2076 w 237"/>
                <a:gd name="T9" fmla="*/ 219 h 288"/>
                <a:gd name="T10" fmla="*/ 1884 w 237"/>
                <a:gd name="T11" fmla="*/ 27 h 288"/>
                <a:gd name="T12" fmla="*/ 1506 w 237"/>
                <a:gd name="T13" fmla="*/ 0 h 288"/>
                <a:gd name="T14" fmla="*/ 1257 w 237"/>
                <a:gd name="T15" fmla="*/ 84 h 288"/>
                <a:gd name="T16" fmla="*/ 0 w 237"/>
                <a:gd name="T17" fmla="*/ 1122 h 28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37"/>
                <a:gd name="T28" fmla="*/ 0 h 288"/>
                <a:gd name="T29" fmla="*/ 237 w 237"/>
                <a:gd name="T30" fmla="*/ 288 h 28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37" h="288">
                  <a:moveTo>
                    <a:pt x="0" y="123"/>
                  </a:moveTo>
                  <a:lnTo>
                    <a:pt x="99" y="288"/>
                  </a:lnTo>
                  <a:lnTo>
                    <a:pt x="237" y="165"/>
                  </a:lnTo>
                  <a:lnTo>
                    <a:pt x="237" y="63"/>
                  </a:lnTo>
                  <a:lnTo>
                    <a:pt x="228" y="24"/>
                  </a:lnTo>
                  <a:lnTo>
                    <a:pt x="207" y="3"/>
                  </a:lnTo>
                  <a:lnTo>
                    <a:pt x="165" y="0"/>
                  </a:lnTo>
                  <a:lnTo>
                    <a:pt x="138" y="9"/>
                  </a:lnTo>
                  <a:lnTo>
                    <a:pt x="0" y="123"/>
                  </a:lnTo>
                  <a:close/>
                </a:path>
              </a:pathLst>
            </a:custGeom>
            <a:solidFill>
              <a:srgbClr val="6699FF"/>
            </a:solidFill>
            <a:ln w="9525">
              <a:solidFill>
                <a:schemeClr val="bg1"/>
              </a:solidFill>
              <a:round/>
              <a:headEnd/>
              <a:tailEnd/>
            </a:ln>
          </p:spPr>
          <p:txBody>
            <a:bodyPr wrap="none" anchor="ctr"/>
            <a:lstStyle/>
            <a:p>
              <a:endParaRPr lang="en-US"/>
            </a:p>
          </p:txBody>
        </p:sp>
        <p:sp>
          <p:nvSpPr>
            <p:cNvPr id="17437" name="Line 32"/>
            <p:cNvSpPr>
              <a:spLocks noChangeShapeType="1"/>
            </p:cNvSpPr>
            <p:nvPr/>
          </p:nvSpPr>
          <p:spPr bwMode="invGray">
            <a:xfrm flipV="1">
              <a:off x="4948" y="2696"/>
              <a:ext cx="0" cy="214"/>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438" name="AutoShape 33"/>
            <p:cNvSpPr>
              <a:spLocks noChangeArrowheads="1"/>
            </p:cNvSpPr>
            <p:nvPr/>
          </p:nvSpPr>
          <p:spPr bwMode="invGray">
            <a:xfrm rot="5400000" flipH="1">
              <a:off x="4875" y="2594"/>
              <a:ext cx="265" cy="120"/>
            </a:xfrm>
            <a:prstGeom prst="parallelogram">
              <a:avLst>
                <a:gd name="adj" fmla="val 101645"/>
              </a:avLst>
            </a:prstGeom>
            <a:solidFill>
              <a:srgbClr val="FF0000"/>
            </a:solidFill>
            <a:ln w="9525">
              <a:solidFill>
                <a:srgbClr val="FF0000"/>
              </a:solidFill>
              <a:miter lim="800000"/>
              <a:headEnd/>
              <a:tailEnd/>
            </a:ln>
          </p:spPr>
          <p:txBody>
            <a:bodyPr wrap="none" anchor="ctr"/>
            <a:lstStyle/>
            <a:p>
              <a:endParaRPr lang="en-US"/>
            </a:p>
          </p:txBody>
        </p:sp>
        <p:sp>
          <p:nvSpPr>
            <p:cNvPr id="17439" name="Freeform 34"/>
            <p:cNvSpPr>
              <a:spLocks/>
            </p:cNvSpPr>
            <p:nvPr/>
          </p:nvSpPr>
          <p:spPr bwMode="auto">
            <a:xfrm>
              <a:off x="4573" y="2871"/>
              <a:ext cx="289" cy="346"/>
            </a:xfrm>
            <a:custGeom>
              <a:avLst/>
              <a:gdLst>
                <a:gd name="T0" fmla="*/ 1210 w 138"/>
                <a:gd name="T1" fmla="*/ 1522 h 165"/>
                <a:gd name="T2" fmla="*/ 0 w 138"/>
                <a:gd name="T3" fmla="*/ 1522 h 165"/>
                <a:gd name="T4" fmla="*/ 0 w 138"/>
                <a:gd name="T5" fmla="*/ 637 h 165"/>
                <a:gd name="T6" fmla="*/ 136 w 138"/>
                <a:gd name="T7" fmla="*/ 220 h 165"/>
                <a:gd name="T8" fmla="*/ 385 w 138"/>
                <a:gd name="T9" fmla="*/ 27 h 165"/>
                <a:gd name="T10" fmla="*/ 662 w 138"/>
                <a:gd name="T11" fmla="*/ 0 h 165"/>
                <a:gd name="T12" fmla="*/ 1018 w 138"/>
                <a:gd name="T13" fmla="*/ 84 h 165"/>
                <a:gd name="T14" fmla="*/ 1158 w 138"/>
                <a:gd name="T15" fmla="*/ 193 h 165"/>
                <a:gd name="T16" fmla="*/ 1267 w 138"/>
                <a:gd name="T17" fmla="*/ 388 h 165"/>
                <a:gd name="T18" fmla="*/ 1267 w 138"/>
                <a:gd name="T19" fmla="*/ 581 h 165"/>
                <a:gd name="T20" fmla="*/ 1267 w 138"/>
                <a:gd name="T21" fmla="*/ 1051 h 165"/>
                <a:gd name="T22" fmla="*/ 1267 w 138"/>
                <a:gd name="T23" fmla="*/ 1302 h 165"/>
                <a:gd name="T24" fmla="*/ 1210 w 138"/>
                <a:gd name="T25" fmla="*/ 1522 h 16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38"/>
                <a:gd name="T40" fmla="*/ 0 h 165"/>
                <a:gd name="T41" fmla="*/ 138 w 138"/>
                <a:gd name="T42" fmla="*/ 165 h 16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38" h="165">
                  <a:moveTo>
                    <a:pt x="132" y="165"/>
                  </a:moveTo>
                  <a:lnTo>
                    <a:pt x="0" y="165"/>
                  </a:lnTo>
                  <a:lnTo>
                    <a:pt x="0" y="69"/>
                  </a:lnTo>
                  <a:lnTo>
                    <a:pt x="15" y="24"/>
                  </a:lnTo>
                  <a:lnTo>
                    <a:pt x="42" y="3"/>
                  </a:lnTo>
                  <a:lnTo>
                    <a:pt x="72" y="0"/>
                  </a:lnTo>
                  <a:lnTo>
                    <a:pt x="111" y="9"/>
                  </a:lnTo>
                  <a:lnTo>
                    <a:pt x="126" y="21"/>
                  </a:lnTo>
                  <a:lnTo>
                    <a:pt x="138" y="42"/>
                  </a:lnTo>
                  <a:lnTo>
                    <a:pt x="138" y="63"/>
                  </a:lnTo>
                  <a:lnTo>
                    <a:pt x="138" y="114"/>
                  </a:lnTo>
                  <a:lnTo>
                    <a:pt x="138" y="141"/>
                  </a:lnTo>
                  <a:lnTo>
                    <a:pt x="132" y="165"/>
                  </a:lnTo>
                  <a:close/>
                </a:path>
              </a:pathLst>
            </a:custGeom>
            <a:solidFill>
              <a:schemeClr val="bg1"/>
            </a:solidFill>
            <a:ln w="9525">
              <a:solidFill>
                <a:schemeClr val="bg1"/>
              </a:solidFill>
              <a:round/>
              <a:headEnd/>
              <a:tailEnd/>
            </a:ln>
          </p:spPr>
          <p:txBody>
            <a:bodyPr wrap="none" anchor="ctr"/>
            <a:lstStyle/>
            <a:p>
              <a:endParaRPr lang="en-US"/>
            </a:p>
          </p:txBody>
        </p:sp>
      </p:grpSp>
      <p:sp>
        <p:nvSpPr>
          <p:cNvPr id="17429" name="Line 35"/>
          <p:cNvSpPr>
            <a:spLocks noChangeShapeType="1"/>
          </p:cNvSpPr>
          <p:nvPr/>
        </p:nvSpPr>
        <p:spPr bwMode="auto">
          <a:xfrm>
            <a:off x="1755775" y="4498975"/>
            <a:ext cx="0" cy="1481138"/>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7430" name="Line 36"/>
          <p:cNvSpPr>
            <a:spLocks noChangeShapeType="1"/>
          </p:cNvSpPr>
          <p:nvPr/>
        </p:nvSpPr>
        <p:spPr bwMode="auto">
          <a:xfrm>
            <a:off x="1736725" y="5999163"/>
            <a:ext cx="2066925" cy="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7431" name="Line 37"/>
          <p:cNvSpPr>
            <a:spLocks noChangeShapeType="1"/>
          </p:cNvSpPr>
          <p:nvPr/>
        </p:nvSpPr>
        <p:spPr bwMode="auto">
          <a:xfrm flipH="1">
            <a:off x="6327775" y="3767138"/>
            <a:ext cx="1279525"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7432" name="Line 38"/>
          <p:cNvSpPr>
            <a:spLocks noChangeShapeType="1"/>
          </p:cNvSpPr>
          <p:nvPr/>
        </p:nvSpPr>
        <p:spPr bwMode="auto">
          <a:xfrm>
            <a:off x="6327775" y="3767138"/>
            <a:ext cx="0" cy="2249487"/>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7433" name="Line 39"/>
          <p:cNvSpPr>
            <a:spLocks noChangeShapeType="1"/>
          </p:cNvSpPr>
          <p:nvPr/>
        </p:nvSpPr>
        <p:spPr bwMode="auto">
          <a:xfrm flipH="1">
            <a:off x="4919663" y="6016625"/>
            <a:ext cx="1408112" cy="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pic>
        <p:nvPicPr>
          <p:cNvPr id="17434" name="Picture 17" descr="claimcenter.png"/>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3908425" y="2027238"/>
            <a:ext cx="1357313" cy="1358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 name="Picture 5" descr="C:\Users\sluersen\Desktop\Google_Chrome_icon_(2011).png"/>
          <p:cNvPicPr>
            <a:picLocks noChangeAspect="1" noChangeArrowheads="1"/>
          </p:cNvPicPr>
          <p:nvPr/>
        </p:nvPicPr>
        <p:blipFill>
          <a:blip r:embed="rId6"/>
          <a:srcRect/>
          <a:stretch>
            <a:fillRect/>
          </a:stretch>
        </p:blipFill>
        <p:spPr bwMode="auto">
          <a:xfrm>
            <a:off x="1045368" y="2565503"/>
            <a:ext cx="923925" cy="923925"/>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41" name="TextBox 21"/>
          <p:cNvSpPr txBox="1">
            <a:spLocks noChangeArrowheads="1"/>
          </p:cNvSpPr>
          <p:nvPr/>
        </p:nvSpPr>
        <p:spPr bwMode="auto">
          <a:xfrm>
            <a:off x="843755" y="3413228"/>
            <a:ext cx="13271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FF0000"/>
                </a:solidFill>
                <a:latin typeface="Arial" pitchFamily="34" charset="0"/>
                <a:cs typeface="Arial" pitchFamily="34" charset="0"/>
              </a:defRPr>
            </a:lvl1pPr>
            <a:lvl2pPr marL="742950" indent="-285750" eaLnBrk="0" hangingPunct="0">
              <a:defRPr sz="2000" b="1">
                <a:solidFill>
                  <a:srgbClr val="FF0000"/>
                </a:solidFill>
                <a:latin typeface="Arial" pitchFamily="34" charset="0"/>
                <a:cs typeface="Arial" pitchFamily="34" charset="0"/>
              </a:defRPr>
            </a:lvl2pPr>
            <a:lvl3pPr marL="1143000" indent="-228600" eaLnBrk="0" hangingPunct="0">
              <a:defRPr sz="2000" b="1">
                <a:solidFill>
                  <a:srgbClr val="FF0000"/>
                </a:solidFill>
                <a:latin typeface="Arial" pitchFamily="34" charset="0"/>
                <a:cs typeface="Arial" pitchFamily="34" charset="0"/>
              </a:defRPr>
            </a:lvl3pPr>
            <a:lvl4pPr marL="1600200" indent="-228600" eaLnBrk="0" hangingPunct="0">
              <a:defRPr sz="2000" b="1">
                <a:solidFill>
                  <a:srgbClr val="FF0000"/>
                </a:solidFill>
                <a:latin typeface="Arial" pitchFamily="34" charset="0"/>
                <a:cs typeface="Arial" pitchFamily="34" charset="0"/>
              </a:defRPr>
            </a:lvl4pPr>
            <a:lvl5pPr marL="2057400" indent="-228600" eaLnBrk="0" hangingPunct="0">
              <a:defRPr sz="2000" b="1">
                <a:solidFill>
                  <a:srgbClr val="FF0000"/>
                </a:solidFill>
                <a:latin typeface="Arial" pitchFamily="34" charset="0"/>
                <a:cs typeface="Arial" pitchFamily="34" charset="0"/>
              </a:defRPr>
            </a:lvl5pPr>
            <a:lvl6pPr marL="2514600" indent="-228600" eaLnBrk="0" fontAlgn="base" hangingPunct="0">
              <a:spcBef>
                <a:spcPct val="0"/>
              </a:spcBef>
              <a:spcAft>
                <a:spcPct val="0"/>
              </a:spcAft>
              <a:defRPr sz="2000" b="1">
                <a:solidFill>
                  <a:srgbClr val="FF0000"/>
                </a:solidFill>
                <a:latin typeface="Arial" pitchFamily="34" charset="0"/>
                <a:cs typeface="Arial" pitchFamily="34" charset="0"/>
              </a:defRPr>
            </a:lvl6pPr>
            <a:lvl7pPr marL="2971800" indent="-228600" eaLnBrk="0" fontAlgn="base" hangingPunct="0">
              <a:spcBef>
                <a:spcPct val="0"/>
              </a:spcBef>
              <a:spcAft>
                <a:spcPct val="0"/>
              </a:spcAft>
              <a:defRPr sz="2000" b="1">
                <a:solidFill>
                  <a:srgbClr val="FF0000"/>
                </a:solidFill>
                <a:latin typeface="Arial" pitchFamily="34" charset="0"/>
                <a:cs typeface="Arial" pitchFamily="34" charset="0"/>
              </a:defRPr>
            </a:lvl7pPr>
            <a:lvl8pPr marL="3429000" indent="-228600" eaLnBrk="0" fontAlgn="base" hangingPunct="0">
              <a:spcBef>
                <a:spcPct val="0"/>
              </a:spcBef>
              <a:spcAft>
                <a:spcPct val="0"/>
              </a:spcAft>
              <a:defRPr sz="2000" b="1">
                <a:solidFill>
                  <a:srgbClr val="FF0000"/>
                </a:solidFill>
                <a:latin typeface="Arial" pitchFamily="34" charset="0"/>
                <a:cs typeface="Arial" pitchFamily="34" charset="0"/>
              </a:defRPr>
            </a:lvl8pPr>
            <a:lvl9pPr marL="3886200" indent="-228600" eaLnBrk="0" fontAlgn="base" hangingPunct="0">
              <a:spcBef>
                <a:spcPct val="0"/>
              </a:spcBef>
              <a:spcAft>
                <a:spcPct val="0"/>
              </a:spcAft>
              <a:defRPr sz="2000" b="1">
                <a:solidFill>
                  <a:srgbClr val="FF0000"/>
                </a:solidFill>
                <a:latin typeface="Arial" pitchFamily="34" charset="0"/>
                <a:cs typeface="Arial" pitchFamily="34" charset="0"/>
              </a:defRPr>
            </a:lvl9pPr>
          </a:lstStyle>
          <a:p>
            <a:pPr algn="ctr" eaLnBrk="1" hangingPunct="1"/>
            <a:r>
              <a:rPr lang="en-US" dirty="0">
                <a:solidFill>
                  <a:schemeClr val="bg1"/>
                </a:solidFill>
                <a:latin typeface="Calibri" pitchFamily="34" charset="0"/>
              </a:rPr>
              <a:t>browser</a:t>
            </a: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|EOS~016|</a:t>
            </a:r>
            <a:endParaRPr lang="en-US" sz="100" dirty="0" err="1">
              <a:solidFill>
                <a:srgbClr val="FFFFFF"/>
              </a:solidFill>
              <a:latin typeface="Arial"/>
              <a:cs typeface="Calibri" pitchFamily="34" charset="0"/>
            </a:endParaRPr>
          </a:p>
        </p:txBody>
      </p:sp>
      <p:sp>
        <p:nvSpPr>
          <p:cNvPr id="18434" name="Rectangle 2"/>
          <p:cNvSpPr>
            <a:spLocks noGrp="1" noChangeArrowheads="1"/>
          </p:cNvSpPr>
          <p:nvPr>
            <p:ph type="title"/>
          </p:nvPr>
        </p:nvSpPr>
        <p:spPr/>
        <p:txBody>
          <a:bodyPr/>
          <a:lstStyle/>
          <a:p>
            <a:pPr eaLnBrk="1" hangingPunct="1"/>
            <a:r>
              <a:rPr lang="en-US"/>
              <a:t>Important document attributes</a:t>
            </a:r>
          </a:p>
        </p:txBody>
      </p:sp>
      <p:sp>
        <p:nvSpPr>
          <p:cNvPr id="18435" name="Rectangle 3"/>
          <p:cNvSpPr>
            <a:spLocks noGrp="1" noChangeArrowheads="1"/>
          </p:cNvSpPr>
          <p:nvPr>
            <p:ph idx="1"/>
          </p:nvPr>
        </p:nvSpPr>
        <p:spPr>
          <a:xfrm>
            <a:off x="495300" y="3333750"/>
            <a:ext cx="8318500" cy="3248025"/>
          </a:xfrm>
        </p:spPr>
        <p:txBody>
          <a:bodyPr/>
          <a:lstStyle/>
          <a:p>
            <a:pPr>
              <a:buFont typeface="Arial" charset="0"/>
              <a:buChar char="•"/>
            </a:pPr>
            <a:r>
              <a:rPr lang="en-US"/>
              <a:t>Each document has a MIME type</a:t>
            </a:r>
          </a:p>
          <a:p>
            <a:pPr lvl="1"/>
            <a:r>
              <a:rPr lang="en-US"/>
              <a:t>This is used by the user's local machine to determine what application to use to view a document (such as using Adobe Acrobat for PDF files)</a:t>
            </a:r>
          </a:p>
          <a:p>
            <a:pPr>
              <a:buFont typeface="Arial" charset="0"/>
              <a:buChar char="•"/>
            </a:pPr>
            <a:r>
              <a:rPr lang="en-US"/>
              <a:t>Each document has a security type</a:t>
            </a:r>
          </a:p>
          <a:p>
            <a:pPr lvl="1"/>
            <a:r>
              <a:rPr lang="en-US"/>
              <a:t>Sensitive documents are visible only to you, your supervisors, and people with permission to view sensitive documents</a:t>
            </a:r>
          </a:p>
        </p:txBody>
      </p:sp>
      <p:grpSp>
        <p:nvGrpSpPr>
          <p:cNvPr id="18436" name="Group 4"/>
          <p:cNvGrpSpPr>
            <a:grpSpLocks/>
          </p:cNvGrpSpPr>
          <p:nvPr/>
        </p:nvGrpSpPr>
        <p:grpSpPr bwMode="auto">
          <a:xfrm>
            <a:off x="1381125" y="1284288"/>
            <a:ext cx="1128713" cy="1270000"/>
            <a:chOff x="870" y="809"/>
            <a:chExt cx="711" cy="800"/>
          </a:xfrm>
        </p:grpSpPr>
        <p:sp>
          <p:nvSpPr>
            <p:cNvPr id="18442" name="AutoShape 5"/>
            <p:cNvSpPr>
              <a:spLocks noChangeArrowheads="1"/>
            </p:cNvSpPr>
            <p:nvPr/>
          </p:nvSpPr>
          <p:spPr bwMode="auto">
            <a:xfrm rot="10800000" flipH="1">
              <a:off x="870" y="809"/>
              <a:ext cx="711" cy="800"/>
            </a:xfrm>
            <a:prstGeom prst="foldedCorner">
              <a:avLst>
                <a:gd name="adj" fmla="val 26509"/>
              </a:avLst>
            </a:prstGeom>
            <a:solidFill>
              <a:srgbClr val="FFFFCC"/>
            </a:solidFill>
            <a:ln w="12700">
              <a:solidFill>
                <a:schemeClr val="bg1"/>
              </a:solidFill>
              <a:round/>
              <a:headEnd/>
              <a:tailEnd/>
            </a:ln>
          </p:spPr>
          <p:txBody>
            <a:bodyPr lIns="0" tIns="0" rIns="0" bIns="0" anchor="ctr">
              <a:spAutoFit/>
            </a:bodyPr>
            <a:lstStyle/>
            <a:p>
              <a:endParaRPr lang="en-US"/>
            </a:p>
          </p:txBody>
        </p:sp>
        <p:sp>
          <p:nvSpPr>
            <p:cNvPr id="18443" name="Line 6"/>
            <p:cNvSpPr>
              <a:spLocks noChangeShapeType="1"/>
            </p:cNvSpPr>
            <p:nvPr/>
          </p:nvSpPr>
          <p:spPr bwMode="auto">
            <a:xfrm>
              <a:off x="969" y="1147"/>
              <a:ext cx="512"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8444" name="Line 7"/>
            <p:cNvSpPr>
              <a:spLocks noChangeShapeType="1"/>
            </p:cNvSpPr>
            <p:nvPr/>
          </p:nvSpPr>
          <p:spPr bwMode="auto">
            <a:xfrm>
              <a:off x="969" y="1265"/>
              <a:ext cx="512"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8445" name="Line 8"/>
            <p:cNvSpPr>
              <a:spLocks noChangeShapeType="1"/>
            </p:cNvSpPr>
            <p:nvPr/>
          </p:nvSpPr>
          <p:spPr bwMode="auto">
            <a:xfrm>
              <a:off x="969" y="1381"/>
              <a:ext cx="512"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8446" name="Line 9"/>
            <p:cNvSpPr>
              <a:spLocks noChangeShapeType="1"/>
            </p:cNvSpPr>
            <p:nvPr/>
          </p:nvSpPr>
          <p:spPr bwMode="auto">
            <a:xfrm>
              <a:off x="969" y="1498"/>
              <a:ext cx="512"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8447" name="Freeform 10"/>
            <p:cNvSpPr>
              <a:spLocks/>
            </p:cNvSpPr>
            <p:nvPr/>
          </p:nvSpPr>
          <p:spPr bwMode="auto">
            <a:xfrm>
              <a:off x="963" y="853"/>
              <a:ext cx="512" cy="231"/>
            </a:xfrm>
            <a:custGeom>
              <a:avLst/>
              <a:gdLst>
                <a:gd name="T0" fmla="*/ 0 w 609"/>
                <a:gd name="T1" fmla="*/ 123 h 275"/>
                <a:gd name="T2" fmla="*/ 39 w 609"/>
                <a:gd name="T3" fmla="*/ 43 h 275"/>
                <a:gd name="T4" fmla="*/ 50 w 609"/>
                <a:gd name="T5" fmla="*/ 157 h 275"/>
                <a:gd name="T6" fmla="*/ 60 w 609"/>
                <a:gd name="T7" fmla="*/ 78 h 275"/>
                <a:gd name="T8" fmla="*/ 84 w 609"/>
                <a:gd name="T9" fmla="*/ 147 h 275"/>
                <a:gd name="T10" fmla="*/ 94 w 609"/>
                <a:gd name="T11" fmla="*/ 9 h 275"/>
                <a:gd name="T12" fmla="*/ 119 w 609"/>
                <a:gd name="T13" fmla="*/ 93 h 275"/>
                <a:gd name="T14" fmla="*/ 178 w 609"/>
                <a:gd name="T15" fmla="*/ 78 h 275"/>
                <a:gd name="T16" fmla="*/ 193 w 609"/>
                <a:gd name="T17" fmla="*/ 132 h 275"/>
                <a:gd name="T18" fmla="*/ 223 w 609"/>
                <a:gd name="T19" fmla="*/ 113 h 275"/>
                <a:gd name="T20" fmla="*/ 273 w 609"/>
                <a:gd name="T21" fmla="*/ 98 h 275"/>
                <a:gd name="T22" fmla="*/ 322 w 609"/>
                <a:gd name="T23" fmla="*/ 138 h 275"/>
                <a:gd name="T24" fmla="*/ 362 w 609"/>
                <a:gd name="T25" fmla="*/ 117 h 27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09"/>
                <a:gd name="T40" fmla="*/ 0 h 275"/>
                <a:gd name="T41" fmla="*/ 609 w 609"/>
                <a:gd name="T42" fmla="*/ 275 h 27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09" h="275">
                  <a:moveTo>
                    <a:pt x="0" y="207"/>
                  </a:moveTo>
                  <a:cubicBezTo>
                    <a:pt x="26" y="135"/>
                    <a:pt x="52" y="63"/>
                    <a:pt x="66" y="73"/>
                  </a:cubicBezTo>
                  <a:cubicBezTo>
                    <a:pt x="80" y="83"/>
                    <a:pt x="77" y="255"/>
                    <a:pt x="83" y="265"/>
                  </a:cubicBezTo>
                  <a:cubicBezTo>
                    <a:pt x="89" y="275"/>
                    <a:pt x="90" y="135"/>
                    <a:pt x="100" y="132"/>
                  </a:cubicBezTo>
                  <a:cubicBezTo>
                    <a:pt x="110" y="129"/>
                    <a:pt x="131" y="267"/>
                    <a:pt x="141" y="248"/>
                  </a:cubicBezTo>
                  <a:cubicBezTo>
                    <a:pt x="151" y="229"/>
                    <a:pt x="148" y="30"/>
                    <a:pt x="158" y="15"/>
                  </a:cubicBezTo>
                  <a:cubicBezTo>
                    <a:pt x="168" y="0"/>
                    <a:pt x="176" y="137"/>
                    <a:pt x="200" y="157"/>
                  </a:cubicBezTo>
                  <a:cubicBezTo>
                    <a:pt x="224" y="177"/>
                    <a:pt x="279" y="121"/>
                    <a:pt x="300" y="132"/>
                  </a:cubicBezTo>
                  <a:cubicBezTo>
                    <a:pt x="321" y="143"/>
                    <a:pt x="312" y="213"/>
                    <a:pt x="325" y="223"/>
                  </a:cubicBezTo>
                  <a:cubicBezTo>
                    <a:pt x="338" y="233"/>
                    <a:pt x="353" y="200"/>
                    <a:pt x="375" y="190"/>
                  </a:cubicBezTo>
                  <a:cubicBezTo>
                    <a:pt x="397" y="180"/>
                    <a:pt x="431" y="158"/>
                    <a:pt x="459" y="165"/>
                  </a:cubicBezTo>
                  <a:cubicBezTo>
                    <a:pt x="487" y="172"/>
                    <a:pt x="517" y="227"/>
                    <a:pt x="542" y="232"/>
                  </a:cubicBezTo>
                  <a:cubicBezTo>
                    <a:pt x="567" y="237"/>
                    <a:pt x="598" y="204"/>
                    <a:pt x="609" y="198"/>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pic>
        <p:nvPicPr>
          <p:cNvPr id="18437" name="Picture 11" descr="open in Wor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52963" y="679450"/>
            <a:ext cx="3048000" cy="2571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38" name="Picture 12" descr="open in Adobe Reade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32450" y="1114425"/>
            <a:ext cx="3048000" cy="2600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9" name="Line 13"/>
          <p:cNvSpPr>
            <a:spLocks noChangeShapeType="1"/>
          </p:cNvSpPr>
          <p:nvPr/>
        </p:nvSpPr>
        <p:spPr bwMode="auto">
          <a:xfrm flipV="1">
            <a:off x="2901950" y="1212850"/>
            <a:ext cx="1739900" cy="739775"/>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8440" name="Line 14"/>
          <p:cNvSpPr>
            <a:spLocks noChangeShapeType="1"/>
          </p:cNvSpPr>
          <p:nvPr/>
        </p:nvSpPr>
        <p:spPr bwMode="auto">
          <a:xfrm>
            <a:off x="2884488" y="2092325"/>
            <a:ext cx="2725737" cy="633413"/>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8441" name="Text Box 15"/>
          <p:cNvSpPr txBox="1">
            <a:spLocks noChangeArrowheads="1"/>
          </p:cNvSpPr>
          <p:nvPr/>
        </p:nvSpPr>
        <p:spPr bwMode="auto">
          <a:xfrm>
            <a:off x="3043238" y="1792288"/>
            <a:ext cx="985837"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solidFill>
                  <a:srgbClr val="FF0000"/>
                </a:solidFill>
              </a:rPr>
              <a:t>???</a:t>
            </a: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|EOS~017|</a:t>
            </a:r>
            <a:endParaRPr lang="en-US" sz="100" dirty="0" err="1">
              <a:solidFill>
                <a:srgbClr val="FFFFFF"/>
              </a:solidFill>
              <a:latin typeface="Arial"/>
              <a:cs typeface="Calibri" pitchFamily="34" charset="0"/>
            </a:endParaRPr>
          </a:p>
        </p:txBody>
      </p:sp>
      <p:sp>
        <p:nvSpPr>
          <p:cNvPr id="19458" name="AutoShape 2"/>
          <p:cNvSpPr>
            <a:spLocks noChangeArrowheads="1"/>
          </p:cNvSpPr>
          <p:nvPr/>
        </p:nvSpPr>
        <p:spPr bwMode="auto">
          <a:xfrm>
            <a:off x="6843713" y="5002213"/>
            <a:ext cx="1881187" cy="1404937"/>
          </a:xfrm>
          <a:prstGeom prst="cube">
            <a:avLst>
              <a:gd name="adj" fmla="val 10472"/>
            </a:avLst>
          </a:prstGeom>
          <a:solidFill>
            <a:srgbClr val="F0F057"/>
          </a:solidFill>
          <a:ln w="28575">
            <a:solidFill>
              <a:schemeClr val="bg1"/>
            </a:solidFill>
            <a:miter lim="800000"/>
            <a:headEnd/>
            <a:tailEnd/>
          </a:ln>
        </p:spPr>
        <p:txBody>
          <a:bodyPr lIns="0" tIns="0" rIns="0" bIns="0" anchor="ctr">
            <a:spAutoFit/>
          </a:bodyPr>
          <a:lstStyle/>
          <a:p>
            <a:endParaRPr lang="en-US"/>
          </a:p>
        </p:txBody>
      </p:sp>
      <p:sp>
        <p:nvSpPr>
          <p:cNvPr id="19459" name="AutoShape 3"/>
          <p:cNvSpPr>
            <a:spLocks noChangeArrowheads="1"/>
          </p:cNvSpPr>
          <p:nvPr/>
        </p:nvSpPr>
        <p:spPr bwMode="auto">
          <a:xfrm>
            <a:off x="6843713" y="2941638"/>
            <a:ext cx="1881187" cy="1404937"/>
          </a:xfrm>
          <a:prstGeom prst="cube">
            <a:avLst>
              <a:gd name="adj" fmla="val 10472"/>
            </a:avLst>
          </a:prstGeom>
          <a:solidFill>
            <a:srgbClr val="F0F057"/>
          </a:solidFill>
          <a:ln w="28575">
            <a:solidFill>
              <a:schemeClr val="bg1"/>
            </a:solidFill>
            <a:miter lim="800000"/>
            <a:headEnd/>
            <a:tailEnd/>
          </a:ln>
        </p:spPr>
        <p:txBody>
          <a:bodyPr lIns="0" tIns="0" rIns="0" bIns="0" anchor="ctr">
            <a:spAutoFit/>
          </a:bodyPr>
          <a:lstStyle/>
          <a:p>
            <a:endParaRPr lang="en-US"/>
          </a:p>
        </p:txBody>
      </p:sp>
      <p:sp>
        <p:nvSpPr>
          <p:cNvPr id="19460" name="Text Box 4"/>
          <p:cNvSpPr txBox="1">
            <a:spLocks noChangeArrowheads="1"/>
          </p:cNvSpPr>
          <p:nvPr/>
        </p:nvSpPr>
        <p:spPr bwMode="auto">
          <a:xfrm>
            <a:off x="6842125" y="3097213"/>
            <a:ext cx="1776413"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Doc Storage</a:t>
            </a:r>
          </a:p>
        </p:txBody>
      </p:sp>
      <p:pic>
        <p:nvPicPr>
          <p:cNvPr id="19461" name="Picture 5" descr="document ic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16788" y="3451225"/>
            <a:ext cx="866775" cy="866775"/>
          </a:xfrm>
          <a:prstGeom prst="rect">
            <a:avLst/>
          </a:prstGeom>
          <a:solidFill>
            <a:srgbClr val="F0F057"/>
          </a:solidFill>
          <a:ln>
            <a:noFill/>
          </a:ln>
          <a:extLst>
            <a:ext uri="{91240B29-F687-4F45-9708-019B960494DF}">
              <a14:hiddenLine xmlns:a14="http://schemas.microsoft.com/office/drawing/2010/main" w="28575" algn="ctr">
                <a:solidFill>
                  <a:srgbClr val="000000"/>
                </a:solidFill>
                <a:miter lim="800000"/>
                <a:headEnd/>
                <a:tailEnd/>
              </a14:hiddenLine>
            </a:ext>
          </a:extLst>
        </p:spPr>
      </p:pic>
      <p:sp>
        <p:nvSpPr>
          <p:cNvPr id="19462" name="Rectangle 6"/>
          <p:cNvSpPr>
            <a:spLocks noGrp="1" noChangeArrowheads="1"/>
          </p:cNvSpPr>
          <p:nvPr>
            <p:ph type="title"/>
          </p:nvPr>
        </p:nvSpPr>
        <p:spPr/>
        <p:txBody>
          <a:bodyPr/>
          <a:lstStyle/>
          <a:p>
            <a:pPr eaLnBrk="1" hangingPunct="1"/>
            <a:r>
              <a:rPr lang="en-US"/>
              <a:t>Three ways to create a document</a:t>
            </a:r>
          </a:p>
        </p:txBody>
      </p:sp>
      <p:sp>
        <p:nvSpPr>
          <p:cNvPr id="19463" name="Text Box 7"/>
          <p:cNvSpPr txBox="1">
            <a:spLocks noChangeArrowheads="1"/>
          </p:cNvSpPr>
          <p:nvPr/>
        </p:nvSpPr>
        <p:spPr bwMode="auto">
          <a:xfrm>
            <a:off x="2452688" y="1042988"/>
            <a:ext cx="1776412"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solidFill>
                  <a:srgbClr val="C0C0C0"/>
                </a:solidFill>
              </a:rPr>
              <a:t>User Machine</a:t>
            </a:r>
          </a:p>
        </p:txBody>
      </p:sp>
      <p:sp>
        <p:nvSpPr>
          <p:cNvPr id="19464" name="AutoShape 8"/>
          <p:cNvSpPr>
            <a:spLocks noChangeArrowheads="1"/>
          </p:cNvSpPr>
          <p:nvPr/>
        </p:nvSpPr>
        <p:spPr bwMode="auto">
          <a:xfrm>
            <a:off x="2424113" y="881063"/>
            <a:ext cx="1881187" cy="1404937"/>
          </a:xfrm>
          <a:prstGeom prst="cube">
            <a:avLst>
              <a:gd name="adj" fmla="val 10472"/>
            </a:avLst>
          </a:prstGeom>
          <a:noFill/>
          <a:ln w="28575">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9465" name="Text Box 9"/>
          <p:cNvSpPr txBox="1">
            <a:spLocks noChangeArrowheads="1"/>
          </p:cNvSpPr>
          <p:nvPr/>
        </p:nvSpPr>
        <p:spPr bwMode="auto">
          <a:xfrm>
            <a:off x="4627563" y="1063625"/>
            <a:ext cx="1776412"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ClaimCenter</a:t>
            </a:r>
          </a:p>
        </p:txBody>
      </p:sp>
      <p:sp>
        <p:nvSpPr>
          <p:cNvPr id="19466" name="AutoShape 10"/>
          <p:cNvSpPr>
            <a:spLocks noChangeArrowheads="1"/>
          </p:cNvSpPr>
          <p:nvPr/>
        </p:nvSpPr>
        <p:spPr bwMode="auto">
          <a:xfrm>
            <a:off x="4638675" y="881063"/>
            <a:ext cx="1881188" cy="1404937"/>
          </a:xfrm>
          <a:prstGeom prst="cube">
            <a:avLst>
              <a:gd name="adj" fmla="val 10472"/>
            </a:avLst>
          </a:prstGeom>
          <a:noFill/>
          <a:ln w="2857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9467" name="Text Box 11"/>
          <p:cNvSpPr txBox="1">
            <a:spLocks noChangeArrowheads="1"/>
          </p:cNvSpPr>
          <p:nvPr/>
        </p:nvSpPr>
        <p:spPr bwMode="auto">
          <a:xfrm>
            <a:off x="6842125" y="1036638"/>
            <a:ext cx="1776413"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solidFill>
                  <a:srgbClr val="C0C0C0"/>
                </a:solidFill>
              </a:rPr>
              <a:t>Doc Storage</a:t>
            </a:r>
          </a:p>
        </p:txBody>
      </p:sp>
      <p:sp>
        <p:nvSpPr>
          <p:cNvPr id="19468" name="AutoShape 12"/>
          <p:cNvSpPr>
            <a:spLocks noChangeArrowheads="1"/>
          </p:cNvSpPr>
          <p:nvPr/>
        </p:nvSpPr>
        <p:spPr bwMode="auto">
          <a:xfrm>
            <a:off x="6843713" y="881063"/>
            <a:ext cx="1881187" cy="1404937"/>
          </a:xfrm>
          <a:prstGeom prst="cube">
            <a:avLst>
              <a:gd name="adj" fmla="val 10472"/>
            </a:avLst>
          </a:prstGeom>
          <a:noFill/>
          <a:ln w="28575">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9469" name="Text Box 13"/>
          <p:cNvSpPr txBox="1">
            <a:spLocks noChangeArrowheads="1"/>
          </p:cNvSpPr>
          <p:nvPr/>
        </p:nvSpPr>
        <p:spPr bwMode="auto">
          <a:xfrm>
            <a:off x="406400" y="947738"/>
            <a:ext cx="1847850" cy="133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r" eaLnBrk="1" hangingPunct="1"/>
            <a:r>
              <a:rPr lang="en-US" sz="2200" b="1">
                <a:solidFill>
                  <a:srgbClr val="FF0000"/>
                </a:solidFill>
              </a:rPr>
              <a:t>Identify that</a:t>
            </a:r>
            <a:br>
              <a:rPr lang="en-US" sz="2200" b="1">
                <a:solidFill>
                  <a:srgbClr val="FF0000"/>
                </a:solidFill>
              </a:rPr>
            </a:br>
            <a:r>
              <a:rPr lang="en-US" sz="2200" b="1">
                <a:solidFill>
                  <a:srgbClr val="FF0000"/>
                </a:solidFill>
              </a:rPr>
              <a:t>a paper document exists</a:t>
            </a:r>
          </a:p>
        </p:txBody>
      </p:sp>
      <p:grpSp>
        <p:nvGrpSpPr>
          <p:cNvPr id="19470" name="Group 14"/>
          <p:cNvGrpSpPr>
            <a:grpSpLocks/>
          </p:cNvGrpSpPr>
          <p:nvPr/>
        </p:nvGrpSpPr>
        <p:grpSpPr bwMode="auto">
          <a:xfrm>
            <a:off x="2424113" y="2941638"/>
            <a:ext cx="1881187" cy="1404937"/>
            <a:chOff x="1527" y="1725"/>
            <a:chExt cx="1185" cy="885"/>
          </a:xfrm>
        </p:grpSpPr>
        <p:sp>
          <p:nvSpPr>
            <p:cNvPr id="19511" name="Text Box 15"/>
            <p:cNvSpPr txBox="1">
              <a:spLocks noChangeArrowheads="1"/>
            </p:cNvSpPr>
            <p:nvPr/>
          </p:nvSpPr>
          <p:spPr bwMode="auto">
            <a:xfrm>
              <a:off x="1545" y="1827"/>
              <a:ext cx="111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User Machine</a:t>
              </a:r>
            </a:p>
          </p:txBody>
        </p:sp>
        <p:sp>
          <p:nvSpPr>
            <p:cNvPr id="19512" name="AutoShape 16"/>
            <p:cNvSpPr>
              <a:spLocks noChangeArrowheads="1"/>
            </p:cNvSpPr>
            <p:nvPr/>
          </p:nvSpPr>
          <p:spPr bwMode="auto">
            <a:xfrm>
              <a:off x="1527" y="1725"/>
              <a:ext cx="1185" cy="885"/>
            </a:xfrm>
            <a:prstGeom prst="cube">
              <a:avLst>
                <a:gd name="adj" fmla="val 10472"/>
              </a:avLst>
            </a:prstGeom>
            <a:noFill/>
            <a:ln w="2857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pic>
          <p:nvPicPr>
            <p:cNvPr id="19513" name="Picture 17" descr="document ic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83" y="2022"/>
              <a:ext cx="546" cy="5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9471" name="Group 18"/>
          <p:cNvGrpSpPr>
            <a:grpSpLocks/>
          </p:cNvGrpSpPr>
          <p:nvPr/>
        </p:nvGrpSpPr>
        <p:grpSpPr bwMode="auto">
          <a:xfrm>
            <a:off x="5105400" y="1373188"/>
            <a:ext cx="682625" cy="769937"/>
            <a:chOff x="3216" y="865"/>
            <a:chExt cx="430" cy="485"/>
          </a:xfrm>
        </p:grpSpPr>
        <p:sp>
          <p:nvSpPr>
            <p:cNvPr id="19505" name="AutoShape 19"/>
            <p:cNvSpPr>
              <a:spLocks noChangeArrowheads="1"/>
            </p:cNvSpPr>
            <p:nvPr/>
          </p:nvSpPr>
          <p:spPr bwMode="auto">
            <a:xfrm rot="10800000" flipH="1">
              <a:off x="3216" y="865"/>
              <a:ext cx="430" cy="485"/>
            </a:xfrm>
            <a:prstGeom prst="foldedCorner">
              <a:avLst>
                <a:gd name="adj" fmla="val 26509"/>
              </a:avLst>
            </a:prstGeom>
            <a:solidFill>
              <a:srgbClr val="FFFFCC"/>
            </a:solidFill>
            <a:ln w="12700">
              <a:solidFill>
                <a:schemeClr val="bg1"/>
              </a:solidFill>
              <a:round/>
              <a:headEnd/>
              <a:tailEnd/>
            </a:ln>
          </p:spPr>
          <p:txBody>
            <a:bodyPr lIns="0" tIns="0" rIns="0" bIns="0" anchor="ctr">
              <a:spAutoFit/>
            </a:bodyPr>
            <a:lstStyle/>
            <a:p>
              <a:endParaRPr lang="en-US"/>
            </a:p>
          </p:txBody>
        </p:sp>
        <p:sp>
          <p:nvSpPr>
            <p:cNvPr id="19506" name="Line 20"/>
            <p:cNvSpPr>
              <a:spLocks noChangeShapeType="1"/>
            </p:cNvSpPr>
            <p:nvPr/>
          </p:nvSpPr>
          <p:spPr bwMode="auto">
            <a:xfrm>
              <a:off x="3276" y="1070"/>
              <a:ext cx="310"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507" name="Line 21"/>
            <p:cNvSpPr>
              <a:spLocks noChangeShapeType="1"/>
            </p:cNvSpPr>
            <p:nvPr/>
          </p:nvSpPr>
          <p:spPr bwMode="auto">
            <a:xfrm>
              <a:off x="3276" y="1141"/>
              <a:ext cx="310"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9508" name="Line 22"/>
            <p:cNvSpPr>
              <a:spLocks noChangeShapeType="1"/>
            </p:cNvSpPr>
            <p:nvPr/>
          </p:nvSpPr>
          <p:spPr bwMode="auto">
            <a:xfrm>
              <a:off x="3276" y="1212"/>
              <a:ext cx="310"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9509" name="Line 23"/>
            <p:cNvSpPr>
              <a:spLocks noChangeShapeType="1"/>
            </p:cNvSpPr>
            <p:nvPr/>
          </p:nvSpPr>
          <p:spPr bwMode="auto">
            <a:xfrm>
              <a:off x="3276" y="1282"/>
              <a:ext cx="310"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9510" name="Freeform 24"/>
            <p:cNvSpPr>
              <a:spLocks/>
            </p:cNvSpPr>
            <p:nvPr/>
          </p:nvSpPr>
          <p:spPr bwMode="auto">
            <a:xfrm>
              <a:off x="3273" y="892"/>
              <a:ext cx="309" cy="139"/>
            </a:xfrm>
            <a:custGeom>
              <a:avLst/>
              <a:gdLst>
                <a:gd name="T0" fmla="*/ 0 w 609"/>
                <a:gd name="T1" fmla="*/ 27 h 275"/>
                <a:gd name="T2" fmla="*/ 9 w 609"/>
                <a:gd name="T3" fmla="*/ 10 h 275"/>
                <a:gd name="T4" fmla="*/ 11 w 609"/>
                <a:gd name="T5" fmla="*/ 34 h 275"/>
                <a:gd name="T6" fmla="*/ 13 w 609"/>
                <a:gd name="T7" fmla="*/ 17 h 275"/>
                <a:gd name="T8" fmla="*/ 19 w 609"/>
                <a:gd name="T9" fmla="*/ 32 h 275"/>
                <a:gd name="T10" fmla="*/ 21 w 609"/>
                <a:gd name="T11" fmla="*/ 2 h 275"/>
                <a:gd name="T12" fmla="*/ 26 w 609"/>
                <a:gd name="T13" fmla="*/ 20 h 275"/>
                <a:gd name="T14" fmla="*/ 39 w 609"/>
                <a:gd name="T15" fmla="*/ 17 h 275"/>
                <a:gd name="T16" fmla="*/ 43 w 609"/>
                <a:gd name="T17" fmla="*/ 29 h 275"/>
                <a:gd name="T18" fmla="*/ 49 w 609"/>
                <a:gd name="T19" fmla="*/ 25 h 275"/>
                <a:gd name="T20" fmla="*/ 60 w 609"/>
                <a:gd name="T21" fmla="*/ 21 h 275"/>
                <a:gd name="T22" fmla="*/ 71 w 609"/>
                <a:gd name="T23" fmla="*/ 30 h 275"/>
                <a:gd name="T24" fmla="*/ 80 w 609"/>
                <a:gd name="T25" fmla="*/ 26 h 27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09"/>
                <a:gd name="T40" fmla="*/ 0 h 275"/>
                <a:gd name="T41" fmla="*/ 609 w 609"/>
                <a:gd name="T42" fmla="*/ 275 h 27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09" h="275">
                  <a:moveTo>
                    <a:pt x="0" y="207"/>
                  </a:moveTo>
                  <a:cubicBezTo>
                    <a:pt x="26" y="135"/>
                    <a:pt x="52" y="63"/>
                    <a:pt x="66" y="73"/>
                  </a:cubicBezTo>
                  <a:cubicBezTo>
                    <a:pt x="80" y="83"/>
                    <a:pt x="77" y="255"/>
                    <a:pt x="83" y="265"/>
                  </a:cubicBezTo>
                  <a:cubicBezTo>
                    <a:pt x="89" y="275"/>
                    <a:pt x="90" y="135"/>
                    <a:pt x="100" y="132"/>
                  </a:cubicBezTo>
                  <a:cubicBezTo>
                    <a:pt x="110" y="129"/>
                    <a:pt x="131" y="267"/>
                    <a:pt x="141" y="248"/>
                  </a:cubicBezTo>
                  <a:cubicBezTo>
                    <a:pt x="151" y="229"/>
                    <a:pt x="148" y="30"/>
                    <a:pt x="158" y="15"/>
                  </a:cubicBezTo>
                  <a:cubicBezTo>
                    <a:pt x="168" y="0"/>
                    <a:pt x="176" y="137"/>
                    <a:pt x="200" y="157"/>
                  </a:cubicBezTo>
                  <a:cubicBezTo>
                    <a:pt x="224" y="177"/>
                    <a:pt x="279" y="121"/>
                    <a:pt x="300" y="132"/>
                  </a:cubicBezTo>
                  <a:cubicBezTo>
                    <a:pt x="321" y="143"/>
                    <a:pt x="312" y="213"/>
                    <a:pt x="325" y="223"/>
                  </a:cubicBezTo>
                  <a:cubicBezTo>
                    <a:pt x="338" y="233"/>
                    <a:pt x="353" y="200"/>
                    <a:pt x="375" y="190"/>
                  </a:cubicBezTo>
                  <a:cubicBezTo>
                    <a:pt x="397" y="180"/>
                    <a:pt x="431" y="158"/>
                    <a:pt x="459" y="165"/>
                  </a:cubicBezTo>
                  <a:cubicBezTo>
                    <a:pt x="487" y="172"/>
                    <a:pt x="517" y="227"/>
                    <a:pt x="542" y="232"/>
                  </a:cubicBezTo>
                  <a:cubicBezTo>
                    <a:pt x="567" y="237"/>
                    <a:pt x="598" y="204"/>
                    <a:pt x="609" y="198"/>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sp>
        <p:nvSpPr>
          <p:cNvPr id="19472" name="Text Box 25"/>
          <p:cNvSpPr txBox="1">
            <a:spLocks noChangeArrowheads="1"/>
          </p:cNvSpPr>
          <p:nvPr/>
        </p:nvSpPr>
        <p:spPr bwMode="auto">
          <a:xfrm>
            <a:off x="4627563" y="3124200"/>
            <a:ext cx="1776412"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ClaimCenter</a:t>
            </a:r>
          </a:p>
        </p:txBody>
      </p:sp>
      <p:sp>
        <p:nvSpPr>
          <p:cNvPr id="19473" name="AutoShape 26"/>
          <p:cNvSpPr>
            <a:spLocks noChangeArrowheads="1"/>
          </p:cNvSpPr>
          <p:nvPr/>
        </p:nvSpPr>
        <p:spPr bwMode="auto">
          <a:xfrm rot="10800000" flipH="1">
            <a:off x="5105400" y="3433763"/>
            <a:ext cx="682625" cy="769937"/>
          </a:xfrm>
          <a:prstGeom prst="foldedCorner">
            <a:avLst>
              <a:gd name="adj" fmla="val 26509"/>
            </a:avLst>
          </a:prstGeom>
          <a:solidFill>
            <a:srgbClr val="FFFFCC"/>
          </a:solidFill>
          <a:ln w="12700">
            <a:solidFill>
              <a:schemeClr val="bg1"/>
            </a:solidFill>
            <a:round/>
            <a:headEnd/>
            <a:tailEnd/>
          </a:ln>
        </p:spPr>
        <p:txBody>
          <a:bodyPr lIns="0" tIns="0" rIns="0" bIns="0" anchor="ctr">
            <a:spAutoFit/>
          </a:bodyPr>
          <a:lstStyle/>
          <a:p>
            <a:endParaRPr lang="en-US"/>
          </a:p>
        </p:txBody>
      </p:sp>
      <p:sp>
        <p:nvSpPr>
          <p:cNvPr id="19474" name="Line 27"/>
          <p:cNvSpPr>
            <a:spLocks noChangeShapeType="1"/>
          </p:cNvSpPr>
          <p:nvPr/>
        </p:nvSpPr>
        <p:spPr bwMode="auto">
          <a:xfrm>
            <a:off x="5200650" y="3759200"/>
            <a:ext cx="492125"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475" name="Line 28"/>
          <p:cNvSpPr>
            <a:spLocks noChangeShapeType="1"/>
          </p:cNvSpPr>
          <p:nvPr/>
        </p:nvSpPr>
        <p:spPr bwMode="auto">
          <a:xfrm>
            <a:off x="5200650" y="3871913"/>
            <a:ext cx="492125"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9476" name="Line 29"/>
          <p:cNvSpPr>
            <a:spLocks noChangeShapeType="1"/>
          </p:cNvSpPr>
          <p:nvPr/>
        </p:nvSpPr>
        <p:spPr bwMode="auto">
          <a:xfrm>
            <a:off x="5200650" y="3984625"/>
            <a:ext cx="492125"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9477" name="Line 30"/>
          <p:cNvSpPr>
            <a:spLocks noChangeShapeType="1"/>
          </p:cNvSpPr>
          <p:nvPr/>
        </p:nvSpPr>
        <p:spPr bwMode="auto">
          <a:xfrm>
            <a:off x="5200650" y="4095750"/>
            <a:ext cx="492125"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9478" name="Freeform 31"/>
          <p:cNvSpPr>
            <a:spLocks/>
          </p:cNvSpPr>
          <p:nvPr/>
        </p:nvSpPr>
        <p:spPr bwMode="auto">
          <a:xfrm>
            <a:off x="5195888" y="3476625"/>
            <a:ext cx="490537" cy="220663"/>
          </a:xfrm>
          <a:custGeom>
            <a:avLst/>
            <a:gdLst>
              <a:gd name="T0" fmla="*/ 0 w 609"/>
              <a:gd name="T1" fmla="*/ 2147483647 h 275"/>
              <a:gd name="T2" fmla="*/ 2147483647 w 609"/>
              <a:gd name="T3" fmla="*/ 2147483647 h 275"/>
              <a:gd name="T4" fmla="*/ 2147483647 w 609"/>
              <a:gd name="T5" fmla="*/ 2147483647 h 275"/>
              <a:gd name="T6" fmla="*/ 2147483647 w 609"/>
              <a:gd name="T7" fmla="*/ 2147483647 h 275"/>
              <a:gd name="T8" fmla="*/ 2147483647 w 609"/>
              <a:gd name="T9" fmla="*/ 2147483647 h 275"/>
              <a:gd name="T10" fmla="*/ 2147483647 w 609"/>
              <a:gd name="T11" fmla="*/ 2147483647 h 275"/>
              <a:gd name="T12" fmla="*/ 2147483647 w 609"/>
              <a:gd name="T13" fmla="*/ 2147483647 h 275"/>
              <a:gd name="T14" fmla="*/ 2147483647 w 609"/>
              <a:gd name="T15" fmla="*/ 2147483647 h 275"/>
              <a:gd name="T16" fmla="*/ 2147483647 w 609"/>
              <a:gd name="T17" fmla="*/ 2147483647 h 275"/>
              <a:gd name="T18" fmla="*/ 2147483647 w 609"/>
              <a:gd name="T19" fmla="*/ 2147483647 h 275"/>
              <a:gd name="T20" fmla="*/ 2147483647 w 609"/>
              <a:gd name="T21" fmla="*/ 2147483647 h 275"/>
              <a:gd name="T22" fmla="*/ 2147483647 w 609"/>
              <a:gd name="T23" fmla="*/ 2147483647 h 275"/>
              <a:gd name="T24" fmla="*/ 2147483647 w 609"/>
              <a:gd name="T25" fmla="*/ 2147483647 h 27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09"/>
              <a:gd name="T40" fmla="*/ 0 h 275"/>
              <a:gd name="T41" fmla="*/ 609 w 609"/>
              <a:gd name="T42" fmla="*/ 275 h 27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09" h="275">
                <a:moveTo>
                  <a:pt x="0" y="207"/>
                </a:moveTo>
                <a:cubicBezTo>
                  <a:pt x="26" y="135"/>
                  <a:pt x="52" y="63"/>
                  <a:pt x="66" y="73"/>
                </a:cubicBezTo>
                <a:cubicBezTo>
                  <a:pt x="80" y="83"/>
                  <a:pt x="77" y="255"/>
                  <a:pt x="83" y="265"/>
                </a:cubicBezTo>
                <a:cubicBezTo>
                  <a:pt x="89" y="275"/>
                  <a:pt x="90" y="135"/>
                  <a:pt x="100" y="132"/>
                </a:cubicBezTo>
                <a:cubicBezTo>
                  <a:pt x="110" y="129"/>
                  <a:pt x="131" y="267"/>
                  <a:pt x="141" y="248"/>
                </a:cubicBezTo>
                <a:cubicBezTo>
                  <a:pt x="151" y="229"/>
                  <a:pt x="148" y="30"/>
                  <a:pt x="158" y="15"/>
                </a:cubicBezTo>
                <a:cubicBezTo>
                  <a:pt x="168" y="0"/>
                  <a:pt x="176" y="137"/>
                  <a:pt x="200" y="157"/>
                </a:cubicBezTo>
                <a:cubicBezTo>
                  <a:pt x="224" y="177"/>
                  <a:pt x="279" y="121"/>
                  <a:pt x="300" y="132"/>
                </a:cubicBezTo>
                <a:cubicBezTo>
                  <a:pt x="321" y="143"/>
                  <a:pt x="312" y="213"/>
                  <a:pt x="325" y="223"/>
                </a:cubicBezTo>
                <a:cubicBezTo>
                  <a:pt x="338" y="233"/>
                  <a:pt x="353" y="200"/>
                  <a:pt x="375" y="190"/>
                </a:cubicBezTo>
                <a:cubicBezTo>
                  <a:pt x="397" y="180"/>
                  <a:pt x="431" y="158"/>
                  <a:pt x="459" y="165"/>
                </a:cubicBezTo>
                <a:cubicBezTo>
                  <a:pt x="487" y="172"/>
                  <a:pt x="517" y="227"/>
                  <a:pt x="542" y="232"/>
                </a:cubicBezTo>
                <a:cubicBezTo>
                  <a:pt x="567" y="237"/>
                  <a:pt x="598" y="204"/>
                  <a:pt x="609" y="198"/>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9479" name="AutoShape 32"/>
          <p:cNvSpPr>
            <a:spLocks noChangeArrowheads="1"/>
          </p:cNvSpPr>
          <p:nvPr/>
        </p:nvSpPr>
        <p:spPr bwMode="auto">
          <a:xfrm>
            <a:off x="4638675" y="2941638"/>
            <a:ext cx="1881188" cy="1404937"/>
          </a:xfrm>
          <a:prstGeom prst="cube">
            <a:avLst>
              <a:gd name="adj" fmla="val 10472"/>
            </a:avLst>
          </a:prstGeom>
          <a:noFill/>
          <a:ln w="2857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9480" name="Line 33"/>
          <p:cNvSpPr>
            <a:spLocks noChangeShapeType="1"/>
          </p:cNvSpPr>
          <p:nvPr/>
        </p:nvSpPr>
        <p:spPr bwMode="auto">
          <a:xfrm>
            <a:off x="3662363" y="3778250"/>
            <a:ext cx="3675062" cy="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481" name="Text Box 34"/>
          <p:cNvSpPr txBox="1">
            <a:spLocks noChangeArrowheads="1"/>
          </p:cNvSpPr>
          <p:nvPr/>
        </p:nvSpPr>
        <p:spPr bwMode="auto">
          <a:xfrm>
            <a:off x="406400" y="3141663"/>
            <a:ext cx="1847850" cy="1004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r" eaLnBrk="1" hangingPunct="1"/>
            <a:r>
              <a:rPr lang="en-US" sz="2200" b="1">
                <a:solidFill>
                  <a:srgbClr val="FF0000"/>
                </a:solidFill>
              </a:rPr>
              <a:t>Link (upload) an existing electronic file</a:t>
            </a:r>
          </a:p>
        </p:txBody>
      </p:sp>
      <p:sp>
        <p:nvSpPr>
          <p:cNvPr id="19482" name="Text Box 35"/>
          <p:cNvSpPr txBox="1">
            <a:spLocks noChangeArrowheads="1"/>
          </p:cNvSpPr>
          <p:nvPr/>
        </p:nvSpPr>
        <p:spPr bwMode="auto">
          <a:xfrm>
            <a:off x="2452688" y="5164138"/>
            <a:ext cx="1776412"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User Machine</a:t>
            </a:r>
          </a:p>
        </p:txBody>
      </p:sp>
      <p:sp>
        <p:nvSpPr>
          <p:cNvPr id="19483" name="AutoShape 36"/>
          <p:cNvSpPr>
            <a:spLocks noChangeArrowheads="1"/>
          </p:cNvSpPr>
          <p:nvPr/>
        </p:nvSpPr>
        <p:spPr bwMode="auto">
          <a:xfrm>
            <a:off x="2424113" y="5002213"/>
            <a:ext cx="1881187" cy="1404937"/>
          </a:xfrm>
          <a:prstGeom prst="cube">
            <a:avLst>
              <a:gd name="adj" fmla="val 10472"/>
            </a:avLst>
          </a:prstGeom>
          <a:noFill/>
          <a:ln w="2857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pic>
        <p:nvPicPr>
          <p:cNvPr id="19484" name="Picture 37" descr="document ic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08363" y="5527675"/>
            <a:ext cx="690562" cy="690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85" name="Text Box 38"/>
          <p:cNvSpPr txBox="1">
            <a:spLocks noChangeArrowheads="1"/>
          </p:cNvSpPr>
          <p:nvPr/>
        </p:nvSpPr>
        <p:spPr bwMode="auto">
          <a:xfrm>
            <a:off x="4627563" y="5184775"/>
            <a:ext cx="1776412"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ClaimCenter</a:t>
            </a:r>
          </a:p>
        </p:txBody>
      </p:sp>
      <p:sp>
        <p:nvSpPr>
          <p:cNvPr id="19486" name="AutoShape 39"/>
          <p:cNvSpPr>
            <a:spLocks noChangeArrowheads="1"/>
          </p:cNvSpPr>
          <p:nvPr/>
        </p:nvSpPr>
        <p:spPr bwMode="auto">
          <a:xfrm rot="10800000" flipH="1">
            <a:off x="5105400" y="5494338"/>
            <a:ext cx="682625" cy="769937"/>
          </a:xfrm>
          <a:prstGeom prst="foldedCorner">
            <a:avLst>
              <a:gd name="adj" fmla="val 26509"/>
            </a:avLst>
          </a:prstGeom>
          <a:solidFill>
            <a:srgbClr val="FFFFCC"/>
          </a:solidFill>
          <a:ln w="12700">
            <a:solidFill>
              <a:schemeClr val="bg1"/>
            </a:solidFill>
            <a:round/>
            <a:headEnd/>
            <a:tailEnd/>
          </a:ln>
        </p:spPr>
        <p:txBody>
          <a:bodyPr lIns="0" tIns="0" rIns="0" bIns="0" anchor="ctr">
            <a:spAutoFit/>
          </a:bodyPr>
          <a:lstStyle/>
          <a:p>
            <a:endParaRPr lang="en-US"/>
          </a:p>
        </p:txBody>
      </p:sp>
      <p:sp>
        <p:nvSpPr>
          <p:cNvPr id="19487" name="Line 40"/>
          <p:cNvSpPr>
            <a:spLocks noChangeShapeType="1"/>
          </p:cNvSpPr>
          <p:nvPr/>
        </p:nvSpPr>
        <p:spPr bwMode="auto">
          <a:xfrm>
            <a:off x="5200650" y="5819775"/>
            <a:ext cx="492125"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488" name="Line 41"/>
          <p:cNvSpPr>
            <a:spLocks noChangeShapeType="1"/>
          </p:cNvSpPr>
          <p:nvPr/>
        </p:nvSpPr>
        <p:spPr bwMode="auto">
          <a:xfrm>
            <a:off x="5200650" y="5932488"/>
            <a:ext cx="492125"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9489" name="Line 42"/>
          <p:cNvSpPr>
            <a:spLocks noChangeShapeType="1"/>
          </p:cNvSpPr>
          <p:nvPr/>
        </p:nvSpPr>
        <p:spPr bwMode="auto">
          <a:xfrm>
            <a:off x="5200650" y="6045200"/>
            <a:ext cx="492125"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9490" name="Line 43"/>
          <p:cNvSpPr>
            <a:spLocks noChangeShapeType="1"/>
          </p:cNvSpPr>
          <p:nvPr/>
        </p:nvSpPr>
        <p:spPr bwMode="auto">
          <a:xfrm>
            <a:off x="5200650" y="6156325"/>
            <a:ext cx="492125"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9491" name="Freeform 44"/>
          <p:cNvSpPr>
            <a:spLocks/>
          </p:cNvSpPr>
          <p:nvPr/>
        </p:nvSpPr>
        <p:spPr bwMode="auto">
          <a:xfrm>
            <a:off x="5195888" y="5537200"/>
            <a:ext cx="490537" cy="220663"/>
          </a:xfrm>
          <a:custGeom>
            <a:avLst/>
            <a:gdLst>
              <a:gd name="T0" fmla="*/ 0 w 609"/>
              <a:gd name="T1" fmla="*/ 2147483647 h 275"/>
              <a:gd name="T2" fmla="*/ 2147483647 w 609"/>
              <a:gd name="T3" fmla="*/ 2147483647 h 275"/>
              <a:gd name="T4" fmla="*/ 2147483647 w 609"/>
              <a:gd name="T5" fmla="*/ 2147483647 h 275"/>
              <a:gd name="T6" fmla="*/ 2147483647 w 609"/>
              <a:gd name="T7" fmla="*/ 2147483647 h 275"/>
              <a:gd name="T8" fmla="*/ 2147483647 w 609"/>
              <a:gd name="T9" fmla="*/ 2147483647 h 275"/>
              <a:gd name="T10" fmla="*/ 2147483647 w 609"/>
              <a:gd name="T11" fmla="*/ 2147483647 h 275"/>
              <a:gd name="T12" fmla="*/ 2147483647 w 609"/>
              <a:gd name="T13" fmla="*/ 2147483647 h 275"/>
              <a:gd name="T14" fmla="*/ 2147483647 w 609"/>
              <a:gd name="T15" fmla="*/ 2147483647 h 275"/>
              <a:gd name="T16" fmla="*/ 2147483647 w 609"/>
              <a:gd name="T17" fmla="*/ 2147483647 h 275"/>
              <a:gd name="T18" fmla="*/ 2147483647 w 609"/>
              <a:gd name="T19" fmla="*/ 2147483647 h 275"/>
              <a:gd name="T20" fmla="*/ 2147483647 w 609"/>
              <a:gd name="T21" fmla="*/ 2147483647 h 275"/>
              <a:gd name="T22" fmla="*/ 2147483647 w 609"/>
              <a:gd name="T23" fmla="*/ 2147483647 h 275"/>
              <a:gd name="T24" fmla="*/ 2147483647 w 609"/>
              <a:gd name="T25" fmla="*/ 2147483647 h 27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09"/>
              <a:gd name="T40" fmla="*/ 0 h 275"/>
              <a:gd name="T41" fmla="*/ 609 w 609"/>
              <a:gd name="T42" fmla="*/ 275 h 27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09" h="275">
                <a:moveTo>
                  <a:pt x="0" y="207"/>
                </a:moveTo>
                <a:cubicBezTo>
                  <a:pt x="26" y="135"/>
                  <a:pt x="52" y="63"/>
                  <a:pt x="66" y="73"/>
                </a:cubicBezTo>
                <a:cubicBezTo>
                  <a:pt x="80" y="83"/>
                  <a:pt x="77" y="255"/>
                  <a:pt x="83" y="265"/>
                </a:cubicBezTo>
                <a:cubicBezTo>
                  <a:pt x="89" y="275"/>
                  <a:pt x="90" y="135"/>
                  <a:pt x="100" y="132"/>
                </a:cubicBezTo>
                <a:cubicBezTo>
                  <a:pt x="110" y="129"/>
                  <a:pt x="131" y="267"/>
                  <a:pt x="141" y="248"/>
                </a:cubicBezTo>
                <a:cubicBezTo>
                  <a:pt x="151" y="229"/>
                  <a:pt x="148" y="30"/>
                  <a:pt x="158" y="15"/>
                </a:cubicBezTo>
                <a:cubicBezTo>
                  <a:pt x="168" y="0"/>
                  <a:pt x="176" y="137"/>
                  <a:pt x="200" y="157"/>
                </a:cubicBezTo>
                <a:cubicBezTo>
                  <a:pt x="224" y="177"/>
                  <a:pt x="279" y="121"/>
                  <a:pt x="300" y="132"/>
                </a:cubicBezTo>
                <a:cubicBezTo>
                  <a:pt x="321" y="143"/>
                  <a:pt x="312" y="213"/>
                  <a:pt x="325" y="223"/>
                </a:cubicBezTo>
                <a:cubicBezTo>
                  <a:pt x="338" y="233"/>
                  <a:pt x="353" y="200"/>
                  <a:pt x="375" y="190"/>
                </a:cubicBezTo>
                <a:cubicBezTo>
                  <a:pt x="397" y="180"/>
                  <a:pt x="431" y="158"/>
                  <a:pt x="459" y="165"/>
                </a:cubicBezTo>
                <a:cubicBezTo>
                  <a:pt x="487" y="172"/>
                  <a:pt x="517" y="227"/>
                  <a:pt x="542" y="232"/>
                </a:cubicBezTo>
                <a:cubicBezTo>
                  <a:pt x="567" y="237"/>
                  <a:pt x="598" y="204"/>
                  <a:pt x="609" y="198"/>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9492" name="AutoShape 45"/>
          <p:cNvSpPr>
            <a:spLocks noChangeArrowheads="1"/>
          </p:cNvSpPr>
          <p:nvPr/>
        </p:nvSpPr>
        <p:spPr bwMode="auto">
          <a:xfrm>
            <a:off x="4638675" y="5002213"/>
            <a:ext cx="1881188" cy="1404937"/>
          </a:xfrm>
          <a:prstGeom prst="cube">
            <a:avLst>
              <a:gd name="adj" fmla="val 10472"/>
            </a:avLst>
          </a:prstGeom>
          <a:noFill/>
          <a:ln w="2857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9493" name="Text Box 46"/>
          <p:cNvSpPr txBox="1">
            <a:spLocks noChangeArrowheads="1"/>
          </p:cNvSpPr>
          <p:nvPr/>
        </p:nvSpPr>
        <p:spPr bwMode="auto">
          <a:xfrm>
            <a:off x="6842125" y="5157788"/>
            <a:ext cx="1776413"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Doc Storage</a:t>
            </a:r>
          </a:p>
        </p:txBody>
      </p:sp>
      <p:pic>
        <p:nvPicPr>
          <p:cNvPr id="19494" name="Picture 47" descr="document ic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16788" y="5511800"/>
            <a:ext cx="866775" cy="86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95" name="Line 48"/>
          <p:cNvSpPr>
            <a:spLocks noChangeShapeType="1"/>
          </p:cNvSpPr>
          <p:nvPr/>
        </p:nvSpPr>
        <p:spPr bwMode="auto">
          <a:xfrm>
            <a:off x="4051300" y="5838825"/>
            <a:ext cx="3286125" cy="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496" name="Text Box 49"/>
          <p:cNvSpPr txBox="1">
            <a:spLocks noChangeArrowheads="1"/>
          </p:cNvSpPr>
          <p:nvPr/>
        </p:nvSpPr>
        <p:spPr bwMode="auto">
          <a:xfrm>
            <a:off x="406400" y="4935538"/>
            <a:ext cx="1847850" cy="167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r" eaLnBrk="1" hangingPunct="1"/>
            <a:r>
              <a:rPr lang="en-US" sz="2200" b="1">
                <a:solidFill>
                  <a:srgbClr val="FF0000"/>
                </a:solidFill>
              </a:rPr>
              <a:t>Create a doc from a ClaimCenter document template</a:t>
            </a:r>
          </a:p>
        </p:txBody>
      </p:sp>
      <p:grpSp>
        <p:nvGrpSpPr>
          <p:cNvPr id="19497" name="Group 50"/>
          <p:cNvGrpSpPr>
            <a:grpSpLocks/>
          </p:cNvGrpSpPr>
          <p:nvPr/>
        </p:nvGrpSpPr>
        <p:grpSpPr bwMode="auto">
          <a:xfrm>
            <a:off x="2505075" y="5507038"/>
            <a:ext cx="644525" cy="725487"/>
            <a:chOff x="1578" y="3469"/>
            <a:chExt cx="406" cy="457"/>
          </a:xfrm>
        </p:grpSpPr>
        <p:sp>
          <p:nvSpPr>
            <p:cNvPr id="19499" name="AutoShape 51"/>
            <p:cNvSpPr>
              <a:spLocks noChangeArrowheads="1"/>
            </p:cNvSpPr>
            <p:nvPr/>
          </p:nvSpPr>
          <p:spPr bwMode="auto">
            <a:xfrm rot="10800000" flipH="1">
              <a:off x="1578" y="3469"/>
              <a:ext cx="406" cy="457"/>
            </a:xfrm>
            <a:prstGeom prst="foldedCorner">
              <a:avLst>
                <a:gd name="adj" fmla="val 26509"/>
              </a:avLst>
            </a:prstGeom>
            <a:solidFill>
              <a:schemeClr val="tx1"/>
            </a:solidFill>
            <a:ln w="12700">
              <a:solidFill>
                <a:schemeClr val="bg1"/>
              </a:solidFill>
              <a:prstDash val="dash"/>
              <a:round/>
              <a:headEnd/>
              <a:tailEnd/>
            </a:ln>
          </p:spPr>
          <p:txBody>
            <a:bodyPr lIns="0" tIns="0" rIns="0" bIns="0" anchor="ctr">
              <a:spAutoFit/>
            </a:bodyPr>
            <a:lstStyle/>
            <a:p>
              <a:endParaRPr lang="en-US"/>
            </a:p>
          </p:txBody>
        </p:sp>
        <p:sp>
          <p:nvSpPr>
            <p:cNvPr id="19500" name="Line 52"/>
            <p:cNvSpPr>
              <a:spLocks noChangeShapeType="1"/>
            </p:cNvSpPr>
            <p:nvPr/>
          </p:nvSpPr>
          <p:spPr bwMode="auto">
            <a:xfrm>
              <a:off x="1635" y="3662"/>
              <a:ext cx="292"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501" name="Line 53"/>
            <p:cNvSpPr>
              <a:spLocks noChangeShapeType="1"/>
            </p:cNvSpPr>
            <p:nvPr/>
          </p:nvSpPr>
          <p:spPr bwMode="auto">
            <a:xfrm>
              <a:off x="1635" y="3729"/>
              <a:ext cx="292"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9502" name="Line 54"/>
            <p:cNvSpPr>
              <a:spLocks noChangeShapeType="1"/>
            </p:cNvSpPr>
            <p:nvPr/>
          </p:nvSpPr>
          <p:spPr bwMode="auto">
            <a:xfrm>
              <a:off x="1635" y="3796"/>
              <a:ext cx="292"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9503" name="Line 55"/>
            <p:cNvSpPr>
              <a:spLocks noChangeShapeType="1"/>
            </p:cNvSpPr>
            <p:nvPr/>
          </p:nvSpPr>
          <p:spPr bwMode="auto">
            <a:xfrm>
              <a:off x="1635" y="3862"/>
              <a:ext cx="292"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9504" name="Freeform 56"/>
            <p:cNvSpPr>
              <a:spLocks/>
            </p:cNvSpPr>
            <p:nvPr/>
          </p:nvSpPr>
          <p:spPr bwMode="auto">
            <a:xfrm>
              <a:off x="1631" y="3494"/>
              <a:ext cx="292" cy="132"/>
            </a:xfrm>
            <a:custGeom>
              <a:avLst/>
              <a:gdLst>
                <a:gd name="T0" fmla="*/ 0 w 609"/>
                <a:gd name="T1" fmla="*/ 23 h 275"/>
                <a:gd name="T2" fmla="*/ 7 w 609"/>
                <a:gd name="T3" fmla="*/ 8 h 275"/>
                <a:gd name="T4" fmla="*/ 9 w 609"/>
                <a:gd name="T5" fmla="*/ 29 h 275"/>
                <a:gd name="T6" fmla="*/ 11 w 609"/>
                <a:gd name="T7" fmla="*/ 14 h 275"/>
                <a:gd name="T8" fmla="*/ 16 w 609"/>
                <a:gd name="T9" fmla="*/ 27 h 275"/>
                <a:gd name="T10" fmla="*/ 17 w 609"/>
                <a:gd name="T11" fmla="*/ 1 h 275"/>
                <a:gd name="T12" fmla="*/ 22 w 609"/>
                <a:gd name="T13" fmla="*/ 17 h 275"/>
                <a:gd name="T14" fmla="*/ 33 w 609"/>
                <a:gd name="T15" fmla="*/ 14 h 275"/>
                <a:gd name="T16" fmla="*/ 36 w 609"/>
                <a:gd name="T17" fmla="*/ 24 h 275"/>
                <a:gd name="T18" fmla="*/ 41 w 609"/>
                <a:gd name="T19" fmla="*/ 21 h 275"/>
                <a:gd name="T20" fmla="*/ 50 w 609"/>
                <a:gd name="T21" fmla="*/ 18 h 275"/>
                <a:gd name="T22" fmla="*/ 60 w 609"/>
                <a:gd name="T23" fmla="*/ 25 h 275"/>
                <a:gd name="T24" fmla="*/ 67 w 609"/>
                <a:gd name="T25" fmla="*/ 22 h 27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09"/>
                <a:gd name="T40" fmla="*/ 0 h 275"/>
                <a:gd name="T41" fmla="*/ 609 w 609"/>
                <a:gd name="T42" fmla="*/ 275 h 27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09" h="275">
                  <a:moveTo>
                    <a:pt x="0" y="207"/>
                  </a:moveTo>
                  <a:cubicBezTo>
                    <a:pt x="26" y="135"/>
                    <a:pt x="52" y="63"/>
                    <a:pt x="66" y="73"/>
                  </a:cubicBezTo>
                  <a:cubicBezTo>
                    <a:pt x="80" y="83"/>
                    <a:pt x="77" y="255"/>
                    <a:pt x="83" y="265"/>
                  </a:cubicBezTo>
                  <a:cubicBezTo>
                    <a:pt x="89" y="275"/>
                    <a:pt x="90" y="135"/>
                    <a:pt x="100" y="132"/>
                  </a:cubicBezTo>
                  <a:cubicBezTo>
                    <a:pt x="110" y="129"/>
                    <a:pt x="131" y="267"/>
                    <a:pt x="141" y="248"/>
                  </a:cubicBezTo>
                  <a:cubicBezTo>
                    <a:pt x="151" y="229"/>
                    <a:pt x="148" y="30"/>
                    <a:pt x="158" y="15"/>
                  </a:cubicBezTo>
                  <a:cubicBezTo>
                    <a:pt x="168" y="0"/>
                    <a:pt x="176" y="137"/>
                    <a:pt x="200" y="157"/>
                  </a:cubicBezTo>
                  <a:cubicBezTo>
                    <a:pt x="224" y="177"/>
                    <a:pt x="279" y="121"/>
                    <a:pt x="300" y="132"/>
                  </a:cubicBezTo>
                  <a:cubicBezTo>
                    <a:pt x="321" y="143"/>
                    <a:pt x="312" y="213"/>
                    <a:pt x="325" y="223"/>
                  </a:cubicBezTo>
                  <a:cubicBezTo>
                    <a:pt x="338" y="233"/>
                    <a:pt x="353" y="200"/>
                    <a:pt x="375" y="190"/>
                  </a:cubicBezTo>
                  <a:cubicBezTo>
                    <a:pt x="397" y="180"/>
                    <a:pt x="431" y="158"/>
                    <a:pt x="459" y="165"/>
                  </a:cubicBezTo>
                  <a:cubicBezTo>
                    <a:pt x="487" y="172"/>
                    <a:pt x="517" y="227"/>
                    <a:pt x="542" y="232"/>
                  </a:cubicBezTo>
                  <a:cubicBezTo>
                    <a:pt x="567" y="237"/>
                    <a:pt x="598" y="204"/>
                    <a:pt x="609" y="198"/>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sp>
        <p:nvSpPr>
          <p:cNvPr id="19498" name="Line 57"/>
          <p:cNvSpPr>
            <a:spLocks noChangeShapeType="1"/>
          </p:cNvSpPr>
          <p:nvPr/>
        </p:nvSpPr>
        <p:spPr bwMode="auto">
          <a:xfrm>
            <a:off x="3148013" y="5749925"/>
            <a:ext cx="298450" cy="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|EOS~018|</a:t>
            </a:r>
            <a:endParaRPr lang="en-US" sz="100" dirty="0" err="1">
              <a:solidFill>
                <a:srgbClr val="FFFFFF"/>
              </a:solidFill>
              <a:latin typeface="Arial"/>
              <a:cs typeface="Calibri" pitchFamily="34" charset="0"/>
            </a:endParaRPr>
          </a:p>
        </p:txBody>
      </p:sp>
      <p:sp>
        <p:nvSpPr>
          <p:cNvPr id="20482" name="Rectangle 2"/>
          <p:cNvSpPr>
            <a:spLocks noGrp="1" noChangeArrowheads="1"/>
          </p:cNvSpPr>
          <p:nvPr>
            <p:ph type="title"/>
          </p:nvPr>
        </p:nvSpPr>
        <p:spPr/>
        <p:txBody>
          <a:bodyPr/>
          <a:lstStyle/>
          <a:p>
            <a:pPr eaLnBrk="1" hangingPunct="1"/>
            <a:r>
              <a:rPr lang="en-US"/>
              <a:t>Lesson outline</a:t>
            </a:r>
          </a:p>
        </p:txBody>
      </p:sp>
      <p:sp>
        <p:nvSpPr>
          <p:cNvPr id="20483" name="Rectangle 3"/>
          <p:cNvSpPr>
            <a:spLocks noGrp="1" noChangeArrowheads="1"/>
          </p:cNvSpPr>
          <p:nvPr>
            <p:ph idx="1"/>
          </p:nvPr>
        </p:nvSpPr>
        <p:spPr/>
        <p:txBody>
          <a:bodyPr/>
          <a:lstStyle/>
          <a:p>
            <a:pPr>
              <a:lnSpc>
                <a:spcPct val="150000"/>
              </a:lnSpc>
              <a:buFont typeface="Arial" charset="0"/>
              <a:buChar char="•"/>
            </a:pPr>
            <a:r>
              <a:rPr lang="en-US" sz="2800">
                <a:solidFill>
                  <a:srgbClr val="C0C0C0"/>
                </a:solidFill>
              </a:rPr>
              <a:t>Document basics</a:t>
            </a:r>
          </a:p>
          <a:p>
            <a:pPr>
              <a:lnSpc>
                <a:spcPct val="150000"/>
              </a:lnSpc>
              <a:buFont typeface="Arial" charset="0"/>
              <a:buChar char="•"/>
            </a:pPr>
            <a:r>
              <a:rPr lang="en-US" sz="2800"/>
              <a:t>Creating documents</a:t>
            </a:r>
          </a:p>
          <a:p>
            <a:pPr>
              <a:lnSpc>
                <a:spcPct val="150000"/>
              </a:lnSpc>
              <a:buFont typeface="Arial" charset="0"/>
              <a:buChar char="•"/>
            </a:pPr>
            <a:r>
              <a:rPr lang="en-US" sz="2800">
                <a:solidFill>
                  <a:schemeClr val="hlink"/>
                </a:solidFill>
              </a:rPr>
              <a:t>Creating emails</a:t>
            </a:r>
          </a:p>
          <a:p>
            <a:pPr>
              <a:lnSpc>
                <a:spcPct val="150000"/>
              </a:lnSpc>
              <a:buFont typeface="Arial" charset="0"/>
              <a:buChar char="•"/>
            </a:pPr>
            <a:r>
              <a:rPr lang="en-US" sz="2800">
                <a:solidFill>
                  <a:srgbClr val="C0C0C0"/>
                </a:solidFill>
              </a:rPr>
              <a:t>Working with documents</a:t>
            </a:r>
          </a:p>
          <a:p>
            <a:pPr>
              <a:buFont typeface="Arial" charset="0"/>
              <a:buChar char="•"/>
            </a:pPr>
            <a:endParaRPr lang="en-US" sz="2800"/>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|EOS~019|</a:t>
            </a:r>
            <a:endParaRPr lang="en-US" sz="100" dirty="0" err="1">
              <a:solidFill>
                <a:srgbClr val="FFFFFF"/>
              </a:solidFill>
              <a:latin typeface="Arial"/>
              <a:cs typeface="Calibri" pitchFamily="34" charset="0"/>
            </a:endParaRP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24163" y="514349"/>
            <a:ext cx="5283749" cy="6000751"/>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21506" name="Rectangle 2"/>
          <p:cNvSpPr>
            <a:spLocks noGrp="1" noChangeArrowheads="1"/>
          </p:cNvSpPr>
          <p:nvPr>
            <p:ph type="title"/>
          </p:nvPr>
        </p:nvSpPr>
        <p:spPr/>
        <p:txBody>
          <a:bodyPr/>
          <a:lstStyle/>
          <a:p>
            <a:pPr eaLnBrk="1" hangingPunct="1"/>
            <a:r>
              <a:rPr lang="en-US"/>
              <a:t>The New Document menu</a:t>
            </a:r>
          </a:p>
        </p:txBody>
      </p:sp>
      <p:sp>
        <p:nvSpPr>
          <p:cNvPr id="21507" name="Rectangle 3"/>
          <p:cNvSpPr>
            <a:spLocks noGrp="1" noChangeArrowheads="1"/>
          </p:cNvSpPr>
          <p:nvPr>
            <p:ph type="body" sz="half" idx="1"/>
          </p:nvPr>
        </p:nvSpPr>
        <p:spPr>
          <a:xfrm>
            <a:off x="346075" y="2210594"/>
            <a:ext cx="2287588" cy="3481387"/>
          </a:xfrm>
        </p:spPr>
        <p:txBody>
          <a:bodyPr/>
          <a:lstStyle/>
          <a:p>
            <a:r>
              <a:rPr lang="en-US" sz="2200" dirty="0"/>
              <a:t>To create a new document, navigate to the appropriate claim and select the appropriate New document menu item</a:t>
            </a:r>
          </a:p>
        </p:txBody>
      </p:sp>
      <p:sp>
        <p:nvSpPr>
          <p:cNvPr id="21510" name="Rectangle 8"/>
          <p:cNvSpPr>
            <a:spLocks noChangeArrowheads="1"/>
          </p:cNvSpPr>
          <p:nvPr/>
        </p:nvSpPr>
        <p:spPr bwMode="auto">
          <a:xfrm>
            <a:off x="3014663" y="4903788"/>
            <a:ext cx="2700337" cy="1093787"/>
          </a:xfrm>
          <a:prstGeom prst="rect">
            <a:avLst/>
          </a:prstGeom>
          <a:noFill/>
          <a:ln w="28575" algn="ctr">
            <a:solidFill>
              <a:srgbClr val="FF3300"/>
            </a:solid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|EOS~020|</a:t>
            </a:r>
            <a:endParaRPr lang="en-US" sz="100" dirty="0" err="1">
              <a:solidFill>
                <a:srgbClr val="FFFFFF"/>
              </a:solidFill>
              <a:latin typeface="Arial"/>
              <a:cs typeface="Calibri" pitchFamily="34" charset="0"/>
            </a:endParaRPr>
          </a:p>
        </p:txBody>
      </p:sp>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7028" y="1621913"/>
            <a:ext cx="4447226" cy="4893187"/>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205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3588" y="551415"/>
            <a:ext cx="4043362" cy="1856823"/>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22532" name="Rectangle 2"/>
          <p:cNvSpPr>
            <a:spLocks noGrp="1" noChangeArrowheads="1"/>
          </p:cNvSpPr>
          <p:nvPr>
            <p:ph type="title"/>
          </p:nvPr>
        </p:nvSpPr>
        <p:spPr/>
        <p:txBody>
          <a:bodyPr/>
          <a:lstStyle/>
          <a:p>
            <a:pPr eaLnBrk="1" hangingPunct="1"/>
            <a:r>
              <a:rPr lang="en-US"/>
              <a:t>Adding records of paper documents</a:t>
            </a:r>
          </a:p>
        </p:txBody>
      </p:sp>
      <p:sp>
        <p:nvSpPr>
          <p:cNvPr id="22533" name="AutoShape 5"/>
          <p:cNvSpPr>
            <a:spLocks noChangeArrowheads="1"/>
          </p:cNvSpPr>
          <p:nvPr/>
        </p:nvSpPr>
        <p:spPr bwMode="auto">
          <a:xfrm>
            <a:off x="4773884" y="1831463"/>
            <a:ext cx="3650621" cy="478538"/>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22534" name="Line 6"/>
          <p:cNvSpPr>
            <a:spLocks noChangeShapeType="1"/>
          </p:cNvSpPr>
          <p:nvPr/>
        </p:nvSpPr>
        <p:spPr bwMode="auto">
          <a:xfrm flipH="1">
            <a:off x="3197224" y="2070732"/>
            <a:ext cx="1576659" cy="997906"/>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|EOS~021|</a:t>
            </a:r>
            <a:endParaRPr lang="en-US" sz="100" dirty="0" err="1">
              <a:solidFill>
                <a:srgbClr val="FFFFFF"/>
              </a:solidFill>
              <a:latin typeface="Arial"/>
              <a:cs typeface="Calibri" pitchFamily="34" charset="0"/>
            </a:endParaRP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0563" y="927100"/>
            <a:ext cx="4625170" cy="5607050"/>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23555" name="Rectangle 2"/>
          <p:cNvSpPr>
            <a:spLocks noGrp="1" noChangeArrowheads="1"/>
          </p:cNvSpPr>
          <p:nvPr>
            <p:ph type="title"/>
          </p:nvPr>
        </p:nvSpPr>
        <p:spPr/>
        <p:txBody>
          <a:bodyPr/>
          <a:lstStyle/>
          <a:p>
            <a:pPr eaLnBrk="1" hangingPunct="1"/>
            <a:r>
              <a:rPr lang="en-US"/>
              <a:t>Adding existing documents as attachments</a:t>
            </a:r>
          </a:p>
        </p:txBody>
      </p:sp>
      <p:sp>
        <p:nvSpPr>
          <p:cNvPr id="23556" name="Line 6"/>
          <p:cNvSpPr>
            <a:spLocks noChangeShapeType="1"/>
          </p:cNvSpPr>
          <p:nvPr/>
        </p:nvSpPr>
        <p:spPr bwMode="auto">
          <a:xfrm flipH="1">
            <a:off x="2691297" y="1443038"/>
            <a:ext cx="1852613" cy="950912"/>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pic>
        <p:nvPicPr>
          <p:cNvPr id="5123"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0152" y="607160"/>
            <a:ext cx="3541321" cy="1487355"/>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23558" name="AutoShape 5"/>
          <p:cNvSpPr>
            <a:spLocks noChangeArrowheads="1"/>
          </p:cNvSpPr>
          <p:nvPr/>
        </p:nvSpPr>
        <p:spPr bwMode="auto">
          <a:xfrm>
            <a:off x="4508284" y="1315213"/>
            <a:ext cx="3532806" cy="334962"/>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7" name="TextBox 1"/>
          <p:cNvSpPr txBox="1">
            <a:spLocks noChangeArrowheads="1"/>
          </p:cNvSpPr>
          <p:nvPr/>
        </p:nvSpPr>
        <p:spPr bwMode="auto">
          <a:xfrm>
            <a:off x="8702675" y="57150"/>
            <a:ext cx="395288" cy="14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800">
                <a:solidFill>
                  <a:schemeClr val="tx1"/>
                </a:solidFill>
                <a:latin typeface="Courier New" pitchFamily="49" charset="0"/>
                <a:cs typeface="Courier New" pitchFamily="49" charset="0"/>
              </a:rPr>
              <a:t>PSA</a:t>
            </a:r>
          </a:p>
        </p:txBody>
      </p:sp>
      <p:pic>
        <p:nvPicPr>
          <p:cNvPr id="8" name="Picture 5" descr="C:\Guidewire\ClaimCenter\modules\configuration\webresources\themes\Titanium\resources\images\app\panel_icon_car_1st.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648700" y="-77788"/>
            <a:ext cx="473075" cy="473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|EOS~022|</a:t>
            </a:r>
            <a:endParaRPr lang="en-US" sz="100" dirty="0" err="1">
              <a:solidFill>
                <a:srgbClr val="FFFFFF"/>
              </a:solidFill>
              <a:latin typeface="Arial"/>
              <a:cs typeface="Calibri" pitchFamily="34" charset="0"/>
            </a:endParaRPr>
          </a:p>
        </p:txBody>
      </p:sp>
      <p:pic>
        <p:nvPicPr>
          <p:cNvPr id="10"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0563" y="927100"/>
            <a:ext cx="5806353" cy="5607050"/>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23555" name="Rectangle 2"/>
          <p:cNvSpPr>
            <a:spLocks noGrp="1" noChangeArrowheads="1"/>
          </p:cNvSpPr>
          <p:nvPr>
            <p:ph type="title"/>
          </p:nvPr>
        </p:nvSpPr>
        <p:spPr/>
        <p:txBody>
          <a:bodyPr/>
          <a:lstStyle/>
          <a:p>
            <a:pPr eaLnBrk="1" hangingPunct="1"/>
            <a:r>
              <a:rPr lang="en-US"/>
              <a:t>Adding existing documents as attachments</a:t>
            </a:r>
          </a:p>
        </p:txBody>
      </p:sp>
      <p:sp>
        <p:nvSpPr>
          <p:cNvPr id="23556" name="Line 6"/>
          <p:cNvSpPr>
            <a:spLocks noChangeShapeType="1"/>
          </p:cNvSpPr>
          <p:nvPr/>
        </p:nvSpPr>
        <p:spPr bwMode="auto">
          <a:xfrm flipH="1">
            <a:off x="3883067" y="1443038"/>
            <a:ext cx="660842" cy="651477"/>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pic>
        <p:nvPicPr>
          <p:cNvPr id="5123"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0152" y="607160"/>
            <a:ext cx="3541321" cy="1487355"/>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23558" name="AutoShape 5"/>
          <p:cNvSpPr>
            <a:spLocks noChangeArrowheads="1"/>
          </p:cNvSpPr>
          <p:nvPr/>
        </p:nvSpPr>
        <p:spPr bwMode="auto">
          <a:xfrm>
            <a:off x="4508284" y="1315213"/>
            <a:ext cx="3532806" cy="334962"/>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7" name="TextBox 1"/>
          <p:cNvSpPr txBox="1">
            <a:spLocks noChangeArrowheads="1"/>
          </p:cNvSpPr>
          <p:nvPr/>
        </p:nvSpPr>
        <p:spPr bwMode="auto">
          <a:xfrm>
            <a:off x="8753475" y="33338"/>
            <a:ext cx="45085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800">
                <a:solidFill>
                  <a:srgbClr val="FFCC00"/>
                </a:solidFill>
                <a:latin typeface="Courier New" pitchFamily="49" charset="0"/>
                <a:cs typeface="Courier New" pitchFamily="49" charset="0"/>
              </a:rPr>
              <a:t>WCS</a:t>
            </a:r>
          </a:p>
        </p:txBody>
      </p:sp>
      <p:pic>
        <p:nvPicPr>
          <p:cNvPr id="8" name="Picture 6" descr="C:\Guidewire\ClaimCenter\modules\configuration\webresources\themes\Titanium\resources\images\app\infobar_wc.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823325" y="0"/>
            <a:ext cx="260350"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77123097"/>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|EOS~023|</a:t>
            </a:r>
            <a:endParaRPr lang="en-US" sz="100" dirty="0" err="1">
              <a:solidFill>
                <a:srgbClr val="FFFFFF"/>
              </a:solidFill>
              <a:latin typeface="Arial"/>
              <a:cs typeface="Calibri" pitchFamily="34" charset="0"/>
            </a:endParaRPr>
          </a:p>
        </p:txBody>
      </p:sp>
      <p:sp>
        <p:nvSpPr>
          <p:cNvPr id="24578" name="AutoShape 2"/>
          <p:cNvSpPr>
            <a:spLocks noChangeArrowheads="1"/>
          </p:cNvSpPr>
          <p:nvPr/>
        </p:nvSpPr>
        <p:spPr bwMode="auto">
          <a:xfrm>
            <a:off x="5665788" y="887413"/>
            <a:ext cx="1881187" cy="1404937"/>
          </a:xfrm>
          <a:prstGeom prst="cube">
            <a:avLst>
              <a:gd name="adj" fmla="val 10472"/>
            </a:avLst>
          </a:prstGeom>
          <a:solidFill>
            <a:srgbClr val="F0F057"/>
          </a:solidFill>
          <a:ln w="28575">
            <a:solidFill>
              <a:schemeClr val="bg1"/>
            </a:solidFill>
            <a:miter lim="800000"/>
            <a:headEnd/>
            <a:tailEnd/>
          </a:ln>
        </p:spPr>
        <p:txBody>
          <a:bodyPr lIns="0" tIns="0" rIns="0" bIns="0" anchor="ctr">
            <a:spAutoFit/>
          </a:bodyPr>
          <a:lstStyle/>
          <a:p>
            <a:endParaRPr lang="en-US"/>
          </a:p>
        </p:txBody>
      </p:sp>
      <p:sp>
        <p:nvSpPr>
          <p:cNvPr id="24579" name="Rectangle 3"/>
          <p:cNvSpPr>
            <a:spLocks noGrp="1" noChangeArrowheads="1"/>
          </p:cNvSpPr>
          <p:nvPr>
            <p:ph type="title"/>
          </p:nvPr>
        </p:nvSpPr>
        <p:spPr/>
        <p:txBody>
          <a:bodyPr/>
          <a:lstStyle/>
          <a:p>
            <a:pPr eaLnBrk="1" hangingPunct="1"/>
            <a:r>
              <a:rPr lang="en-US"/>
              <a:t>Adding documents by using a template</a:t>
            </a:r>
          </a:p>
        </p:txBody>
      </p:sp>
      <p:sp>
        <p:nvSpPr>
          <p:cNvPr id="24580" name="Rectangle 4"/>
          <p:cNvSpPr>
            <a:spLocks noGrp="1" noChangeArrowheads="1"/>
          </p:cNvSpPr>
          <p:nvPr>
            <p:ph idx="1"/>
          </p:nvPr>
        </p:nvSpPr>
        <p:spPr>
          <a:xfrm>
            <a:off x="519113" y="2806700"/>
            <a:ext cx="8318500" cy="3582988"/>
          </a:xfrm>
        </p:spPr>
        <p:txBody>
          <a:bodyPr/>
          <a:lstStyle/>
          <a:p>
            <a:pPr marL="457200" indent="-457200">
              <a:buFont typeface="Arial" charset="0"/>
              <a:buChar char="•"/>
            </a:pPr>
            <a:r>
              <a:rPr lang="en-US" dirty="0"/>
              <a:t>Adding a document by using a template is a multi-step process which involves:</a:t>
            </a:r>
          </a:p>
          <a:p>
            <a:pPr marL="909638" lvl="1" indent="-457200">
              <a:buSzTx/>
              <a:buFontTx/>
              <a:buAutoNum type="arabicPeriod"/>
            </a:pPr>
            <a:r>
              <a:rPr lang="en-US" dirty="0"/>
              <a:t>Selecting the template</a:t>
            </a:r>
          </a:p>
          <a:p>
            <a:pPr marL="909638" lvl="1" indent="-457200">
              <a:buSzTx/>
              <a:buFontTx/>
              <a:buAutoNum type="arabicPeriod"/>
            </a:pPr>
            <a:r>
              <a:rPr lang="en-US" dirty="0"/>
              <a:t>Generating the document</a:t>
            </a:r>
          </a:p>
          <a:p>
            <a:pPr marL="909638" lvl="1" indent="-457200">
              <a:buSzTx/>
              <a:buFontTx/>
              <a:buAutoNum type="arabicPeriod"/>
            </a:pPr>
            <a:r>
              <a:rPr lang="en-US" dirty="0"/>
              <a:t>Modifying the document text</a:t>
            </a:r>
          </a:p>
          <a:p>
            <a:pPr marL="909638" lvl="1" indent="-457200">
              <a:buSzTx/>
              <a:buFontTx/>
              <a:buAutoNum type="arabicPeriod"/>
            </a:pPr>
            <a:r>
              <a:rPr lang="en-US" dirty="0"/>
              <a:t>Specifying any additional values</a:t>
            </a:r>
          </a:p>
          <a:p>
            <a:pPr marL="909638" lvl="1" indent="-457200">
              <a:buSzTx/>
              <a:buFontTx/>
              <a:buAutoNum type="arabicPeriod"/>
            </a:pPr>
            <a:r>
              <a:rPr lang="en-US" dirty="0"/>
              <a:t>Saving the document</a:t>
            </a:r>
          </a:p>
        </p:txBody>
      </p:sp>
      <p:sp>
        <p:nvSpPr>
          <p:cNvPr id="24581" name="Text Box 5"/>
          <p:cNvSpPr txBox="1">
            <a:spLocks noChangeArrowheads="1"/>
          </p:cNvSpPr>
          <p:nvPr/>
        </p:nvSpPr>
        <p:spPr bwMode="auto">
          <a:xfrm>
            <a:off x="1274763" y="1049338"/>
            <a:ext cx="1776412"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User Machine</a:t>
            </a:r>
          </a:p>
        </p:txBody>
      </p:sp>
      <p:sp>
        <p:nvSpPr>
          <p:cNvPr id="24582" name="AutoShape 6"/>
          <p:cNvSpPr>
            <a:spLocks noChangeArrowheads="1"/>
          </p:cNvSpPr>
          <p:nvPr/>
        </p:nvSpPr>
        <p:spPr bwMode="auto">
          <a:xfrm>
            <a:off x="1246188" y="887413"/>
            <a:ext cx="1881187" cy="1404937"/>
          </a:xfrm>
          <a:prstGeom prst="cube">
            <a:avLst>
              <a:gd name="adj" fmla="val 10472"/>
            </a:avLst>
          </a:prstGeom>
          <a:noFill/>
          <a:ln w="2857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pic>
        <p:nvPicPr>
          <p:cNvPr id="24583" name="Picture 7" descr="document ic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30438" y="1412875"/>
            <a:ext cx="690562" cy="690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84" name="Text Box 8"/>
          <p:cNvSpPr txBox="1">
            <a:spLocks noChangeArrowheads="1"/>
          </p:cNvSpPr>
          <p:nvPr/>
        </p:nvSpPr>
        <p:spPr bwMode="auto">
          <a:xfrm>
            <a:off x="3449638" y="1069975"/>
            <a:ext cx="1776412"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ClaimCenter</a:t>
            </a:r>
          </a:p>
        </p:txBody>
      </p:sp>
      <p:sp>
        <p:nvSpPr>
          <p:cNvPr id="24585" name="AutoShape 9"/>
          <p:cNvSpPr>
            <a:spLocks noChangeArrowheads="1"/>
          </p:cNvSpPr>
          <p:nvPr/>
        </p:nvSpPr>
        <p:spPr bwMode="auto">
          <a:xfrm rot="10800000" flipH="1">
            <a:off x="3927475" y="1379538"/>
            <a:ext cx="682625" cy="769937"/>
          </a:xfrm>
          <a:prstGeom prst="foldedCorner">
            <a:avLst>
              <a:gd name="adj" fmla="val 26509"/>
            </a:avLst>
          </a:prstGeom>
          <a:solidFill>
            <a:srgbClr val="FFFFCC"/>
          </a:solidFill>
          <a:ln w="12700">
            <a:solidFill>
              <a:schemeClr val="bg1"/>
            </a:solidFill>
            <a:round/>
            <a:headEnd/>
            <a:tailEnd/>
          </a:ln>
        </p:spPr>
        <p:txBody>
          <a:bodyPr lIns="0" tIns="0" rIns="0" bIns="0" anchor="ctr">
            <a:spAutoFit/>
          </a:bodyPr>
          <a:lstStyle/>
          <a:p>
            <a:endParaRPr lang="en-US"/>
          </a:p>
        </p:txBody>
      </p:sp>
      <p:sp>
        <p:nvSpPr>
          <p:cNvPr id="24586" name="Line 10"/>
          <p:cNvSpPr>
            <a:spLocks noChangeShapeType="1"/>
          </p:cNvSpPr>
          <p:nvPr/>
        </p:nvSpPr>
        <p:spPr bwMode="auto">
          <a:xfrm>
            <a:off x="4022725" y="1704975"/>
            <a:ext cx="492125"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4587" name="Line 11"/>
          <p:cNvSpPr>
            <a:spLocks noChangeShapeType="1"/>
          </p:cNvSpPr>
          <p:nvPr/>
        </p:nvSpPr>
        <p:spPr bwMode="auto">
          <a:xfrm>
            <a:off x="4022725" y="1817688"/>
            <a:ext cx="492125"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4588" name="Line 12"/>
          <p:cNvSpPr>
            <a:spLocks noChangeShapeType="1"/>
          </p:cNvSpPr>
          <p:nvPr/>
        </p:nvSpPr>
        <p:spPr bwMode="auto">
          <a:xfrm>
            <a:off x="4022725" y="1930400"/>
            <a:ext cx="492125"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4589" name="Line 13"/>
          <p:cNvSpPr>
            <a:spLocks noChangeShapeType="1"/>
          </p:cNvSpPr>
          <p:nvPr/>
        </p:nvSpPr>
        <p:spPr bwMode="auto">
          <a:xfrm>
            <a:off x="4022725" y="2041525"/>
            <a:ext cx="492125"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4590" name="Freeform 14"/>
          <p:cNvSpPr>
            <a:spLocks/>
          </p:cNvSpPr>
          <p:nvPr/>
        </p:nvSpPr>
        <p:spPr bwMode="auto">
          <a:xfrm>
            <a:off x="4017963" y="1422400"/>
            <a:ext cx="490537" cy="220663"/>
          </a:xfrm>
          <a:custGeom>
            <a:avLst/>
            <a:gdLst>
              <a:gd name="T0" fmla="*/ 0 w 609"/>
              <a:gd name="T1" fmla="*/ 2147483647 h 275"/>
              <a:gd name="T2" fmla="*/ 2147483647 w 609"/>
              <a:gd name="T3" fmla="*/ 2147483647 h 275"/>
              <a:gd name="T4" fmla="*/ 2147483647 w 609"/>
              <a:gd name="T5" fmla="*/ 2147483647 h 275"/>
              <a:gd name="T6" fmla="*/ 2147483647 w 609"/>
              <a:gd name="T7" fmla="*/ 2147483647 h 275"/>
              <a:gd name="T8" fmla="*/ 2147483647 w 609"/>
              <a:gd name="T9" fmla="*/ 2147483647 h 275"/>
              <a:gd name="T10" fmla="*/ 2147483647 w 609"/>
              <a:gd name="T11" fmla="*/ 2147483647 h 275"/>
              <a:gd name="T12" fmla="*/ 2147483647 w 609"/>
              <a:gd name="T13" fmla="*/ 2147483647 h 275"/>
              <a:gd name="T14" fmla="*/ 2147483647 w 609"/>
              <a:gd name="T15" fmla="*/ 2147483647 h 275"/>
              <a:gd name="T16" fmla="*/ 2147483647 w 609"/>
              <a:gd name="T17" fmla="*/ 2147483647 h 275"/>
              <a:gd name="T18" fmla="*/ 2147483647 w 609"/>
              <a:gd name="T19" fmla="*/ 2147483647 h 275"/>
              <a:gd name="T20" fmla="*/ 2147483647 w 609"/>
              <a:gd name="T21" fmla="*/ 2147483647 h 275"/>
              <a:gd name="T22" fmla="*/ 2147483647 w 609"/>
              <a:gd name="T23" fmla="*/ 2147483647 h 275"/>
              <a:gd name="T24" fmla="*/ 2147483647 w 609"/>
              <a:gd name="T25" fmla="*/ 2147483647 h 27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09"/>
              <a:gd name="T40" fmla="*/ 0 h 275"/>
              <a:gd name="T41" fmla="*/ 609 w 609"/>
              <a:gd name="T42" fmla="*/ 275 h 27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09" h="275">
                <a:moveTo>
                  <a:pt x="0" y="207"/>
                </a:moveTo>
                <a:cubicBezTo>
                  <a:pt x="26" y="135"/>
                  <a:pt x="52" y="63"/>
                  <a:pt x="66" y="73"/>
                </a:cubicBezTo>
                <a:cubicBezTo>
                  <a:pt x="80" y="83"/>
                  <a:pt x="77" y="255"/>
                  <a:pt x="83" y="265"/>
                </a:cubicBezTo>
                <a:cubicBezTo>
                  <a:pt x="89" y="275"/>
                  <a:pt x="90" y="135"/>
                  <a:pt x="100" y="132"/>
                </a:cubicBezTo>
                <a:cubicBezTo>
                  <a:pt x="110" y="129"/>
                  <a:pt x="131" y="267"/>
                  <a:pt x="141" y="248"/>
                </a:cubicBezTo>
                <a:cubicBezTo>
                  <a:pt x="151" y="229"/>
                  <a:pt x="148" y="30"/>
                  <a:pt x="158" y="15"/>
                </a:cubicBezTo>
                <a:cubicBezTo>
                  <a:pt x="168" y="0"/>
                  <a:pt x="176" y="137"/>
                  <a:pt x="200" y="157"/>
                </a:cubicBezTo>
                <a:cubicBezTo>
                  <a:pt x="224" y="177"/>
                  <a:pt x="279" y="121"/>
                  <a:pt x="300" y="132"/>
                </a:cubicBezTo>
                <a:cubicBezTo>
                  <a:pt x="321" y="143"/>
                  <a:pt x="312" y="213"/>
                  <a:pt x="325" y="223"/>
                </a:cubicBezTo>
                <a:cubicBezTo>
                  <a:pt x="338" y="233"/>
                  <a:pt x="353" y="200"/>
                  <a:pt x="375" y="190"/>
                </a:cubicBezTo>
                <a:cubicBezTo>
                  <a:pt x="397" y="180"/>
                  <a:pt x="431" y="158"/>
                  <a:pt x="459" y="165"/>
                </a:cubicBezTo>
                <a:cubicBezTo>
                  <a:pt x="487" y="172"/>
                  <a:pt x="517" y="227"/>
                  <a:pt x="542" y="232"/>
                </a:cubicBezTo>
                <a:cubicBezTo>
                  <a:pt x="567" y="237"/>
                  <a:pt x="598" y="204"/>
                  <a:pt x="609" y="198"/>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24591" name="AutoShape 15"/>
          <p:cNvSpPr>
            <a:spLocks noChangeArrowheads="1"/>
          </p:cNvSpPr>
          <p:nvPr/>
        </p:nvSpPr>
        <p:spPr bwMode="auto">
          <a:xfrm>
            <a:off x="3460750" y="887413"/>
            <a:ext cx="1881188" cy="1404937"/>
          </a:xfrm>
          <a:prstGeom prst="cube">
            <a:avLst>
              <a:gd name="adj" fmla="val 10472"/>
            </a:avLst>
          </a:prstGeom>
          <a:noFill/>
          <a:ln w="2857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4592" name="Text Box 16"/>
          <p:cNvSpPr txBox="1">
            <a:spLocks noChangeArrowheads="1"/>
          </p:cNvSpPr>
          <p:nvPr/>
        </p:nvSpPr>
        <p:spPr bwMode="auto">
          <a:xfrm>
            <a:off x="5664200" y="1042988"/>
            <a:ext cx="1776413"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Doc Storage</a:t>
            </a:r>
          </a:p>
        </p:txBody>
      </p:sp>
      <p:pic>
        <p:nvPicPr>
          <p:cNvPr id="24593" name="Picture 17" descr="document ic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38863" y="1397000"/>
            <a:ext cx="866775" cy="86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94" name="Line 18"/>
          <p:cNvSpPr>
            <a:spLocks noChangeShapeType="1"/>
          </p:cNvSpPr>
          <p:nvPr/>
        </p:nvSpPr>
        <p:spPr bwMode="auto">
          <a:xfrm>
            <a:off x="2873375" y="1724025"/>
            <a:ext cx="3286125" cy="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24595" name="Group 19"/>
          <p:cNvGrpSpPr>
            <a:grpSpLocks/>
          </p:cNvGrpSpPr>
          <p:nvPr/>
        </p:nvGrpSpPr>
        <p:grpSpPr bwMode="auto">
          <a:xfrm>
            <a:off x="1327150" y="1392238"/>
            <a:ext cx="644525" cy="725487"/>
            <a:chOff x="836" y="877"/>
            <a:chExt cx="406" cy="457"/>
          </a:xfrm>
        </p:grpSpPr>
        <p:sp>
          <p:nvSpPr>
            <p:cNvPr id="24597" name="AutoShape 20"/>
            <p:cNvSpPr>
              <a:spLocks noChangeArrowheads="1"/>
            </p:cNvSpPr>
            <p:nvPr/>
          </p:nvSpPr>
          <p:spPr bwMode="auto">
            <a:xfrm rot="10800000" flipH="1">
              <a:off x="836" y="877"/>
              <a:ext cx="406" cy="457"/>
            </a:xfrm>
            <a:prstGeom prst="foldedCorner">
              <a:avLst>
                <a:gd name="adj" fmla="val 26509"/>
              </a:avLst>
            </a:prstGeom>
            <a:solidFill>
              <a:schemeClr val="tx1"/>
            </a:solidFill>
            <a:ln w="12700">
              <a:solidFill>
                <a:schemeClr val="bg1"/>
              </a:solidFill>
              <a:prstDash val="dash"/>
              <a:round/>
              <a:headEnd/>
              <a:tailEnd/>
            </a:ln>
          </p:spPr>
          <p:txBody>
            <a:bodyPr lIns="0" tIns="0" rIns="0" bIns="0" anchor="ctr">
              <a:spAutoFit/>
            </a:bodyPr>
            <a:lstStyle/>
            <a:p>
              <a:endParaRPr lang="en-US"/>
            </a:p>
          </p:txBody>
        </p:sp>
        <p:sp>
          <p:nvSpPr>
            <p:cNvPr id="24598" name="Line 21"/>
            <p:cNvSpPr>
              <a:spLocks noChangeShapeType="1"/>
            </p:cNvSpPr>
            <p:nvPr/>
          </p:nvSpPr>
          <p:spPr bwMode="auto">
            <a:xfrm>
              <a:off x="893" y="1070"/>
              <a:ext cx="292"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4599" name="Line 22"/>
            <p:cNvSpPr>
              <a:spLocks noChangeShapeType="1"/>
            </p:cNvSpPr>
            <p:nvPr/>
          </p:nvSpPr>
          <p:spPr bwMode="auto">
            <a:xfrm>
              <a:off x="893" y="1137"/>
              <a:ext cx="292"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4600" name="Line 23"/>
            <p:cNvSpPr>
              <a:spLocks noChangeShapeType="1"/>
            </p:cNvSpPr>
            <p:nvPr/>
          </p:nvSpPr>
          <p:spPr bwMode="auto">
            <a:xfrm>
              <a:off x="893" y="1204"/>
              <a:ext cx="292"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4601" name="Line 24"/>
            <p:cNvSpPr>
              <a:spLocks noChangeShapeType="1"/>
            </p:cNvSpPr>
            <p:nvPr/>
          </p:nvSpPr>
          <p:spPr bwMode="auto">
            <a:xfrm>
              <a:off x="893" y="1270"/>
              <a:ext cx="292"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4602" name="Freeform 25"/>
            <p:cNvSpPr>
              <a:spLocks/>
            </p:cNvSpPr>
            <p:nvPr/>
          </p:nvSpPr>
          <p:spPr bwMode="auto">
            <a:xfrm>
              <a:off x="889" y="902"/>
              <a:ext cx="292" cy="132"/>
            </a:xfrm>
            <a:custGeom>
              <a:avLst/>
              <a:gdLst>
                <a:gd name="T0" fmla="*/ 0 w 609"/>
                <a:gd name="T1" fmla="*/ 23 h 275"/>
                <a:gd name="T2" fmla="*/ 7 w 609"/>
                <a:gd name="T3" fmla="*/ 8 h 275"/>
                <a:gd name="T4" fmla="*/ 9 w 609"/>
                <a:gd name="T5" fmla="*/ 29 h 275"/>
                <a:gd name="T6" fmla="*/ 11 w 609"/>
                <a:gd name="T7" fmla="*/ 14 h 275"/>
                <a:gd name="T8" fmla="*/ 16 w 609"/>
                <a:gd name="T9" fmla="*/ 27 h 275"/>
                <a:gd name="T10" fmla="*/ 17 w 609"/>
                <a:gd name="T11" fmla="*/ 1 h 275"/>
                <a:gd name="T12" fmla="*/ 22 w 609"/>
                <a:gd name="T13" fmla="*/ 17 h 275"/>
                <a:gd name="T14" fmla="*/ 33 w 609"/>
                <a:gd name="T15" fmla="*/ 14 h 275"/>
                <a:gd name="T16" fmla="*/ 36 w 609"/>
                <a:gd name="T17" fmla="*/ 24 h 275"/>
                <a:gd name="T18" fmla="*/ 41 w 609"/>
                <a:gd name="T19" fmla="*/ 21 h 275"/>
                <a:gd name="T20" fmla="*/ 50 w 609"/>
                <a:gd name="T21" fmla="*/ 18 h 275"/>
                <a:gd name="T22" fmla="*/ 60 w 609"/>
                <a:gd name="T23" fmla="*/ 25 h 275"/>
                <a:gd name="T24" fmla="*/ 67 w 609"/>
                <a:gd name="T25" fmla="*/ 22 h 27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09"/>
                <a:gd name="T40" fmla="*/ 0 h 275"/>
                <a:gd name="T41" fmla="*/ 609 w 609"/>
                <a:gd name="T42" fmla="*/ 275 h 27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09" h="275">
                  <a:moveTo>
                    <a:pt x="0" y="207"/>
                  </a:moveTo>
                  <a:cubicBezTo>
                    <a:pt x="26" y="135"/>
                    <a:pt x="52" y="63"/>
                    <a:pt x="66" y="73"/>
                  </a:cubicBezTo>
                  <a:cubicBezTo>
                    <a:pt x="80" y="83"/>
                    <a:pt x="77" y="255"/>
                    <a:pt x="83" y="265"/>
                  </a:cubicBezTo>
                  <a:cubicBezTo>
                    <a:pt x="89" y="275"/>
                    <a:pt x="90" y="135"/>
                    <a:pt x="100" y="132"/>
                  </a:cubicBezTo>
                  <a:cubicBezTo>
                    <a:pt x="110" y="129"/>
                    <a:pt x="131" y="267"/>
                    <a:pt x="141" y="248"/>
                  </a:cubicBezTo>
                  <a:cubicBezTo>
                    <a:pt x="151" y="229"/>
                    <a:pt x="148" y="30"/>
                    <a:pt x="158" y="15"/>
                  </a:cubicBezTo>
                  <a:cubicBezTo>
                    <a:pt x="168" y="0"/>
                    <a:pt x="176" y="137"/>
                    <a:pt x="200" y="157"/>
                  </a:cubicBezTo>
                  <a:cubicBezTo>
                    <a:pt x="224" y="177"/>
                    <a:pt x="279" y="121"/>
                    <a:pt x="300" y="132"/>
                  </a:cubicBezTo>
                  <a:cubicBezTo>
                    <a:pt x="321" y="143"/>
                    <a:pt x="312" y="213"/>
                    <a:pt x="325" y="223"/>
                  </a:cubicBezTo>
                  <a:cubicBezTo>
                    <a:pt x="338" y="233"/>
                    <a:pt x="353" y="200"/>
                    <a:pt x="375" y="190"/>
                  </a:cubicBezTo>
                  <a:cubicBezTo>
                    <a:pt x="397" y="180"/>
                    <a:pt x="431" y="158"/>
                    <a:pt x="459" y="165"/>
                  </a:cubicBezTo>
                  <a:cubicBezTo>
                    <a:pt x="487" y="172"/>
                    <a:pt x="517" y="227"/>
                    <a:pt x="542" y="232"/>
                  </a:cubicBezTo>
                  <a:cubicBezTo>
                    <a:pt x="567" y="237"/>
                    <a:pt x="598" y="204"/>
                    <a:pt x="609" y="198"/>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sp>
        <p:nvSpPr>
          <p:cNvPr id="24596" name="Line 26"/>
          <p:cNvSpPr>
            <a:spLocks noChangeShapeType="1"/>
          </p:cNvSpPr>
          <p:nvPr/>
        </p:nvSpPr>
        <p:spPr bwMode="auto">
          <a:xfrm>
            <a:off x="1970088" y="1635125"/>
            <a:ext cx="298450" cy="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|EOS~024|</a:t>
            </a:r>
            <a:endParaRPr lang="en-US" sz="100" dirty="0" err="1">
              <a:solidFill>
                <a:srgbClr val="FFFFFF"/>
              </a:solidFill>
              <a:latin typeface="Arial"/>
              <a:cs typeface="Calibri" pitchFamily="34" charset="0"/>
            </a:endParaRPr>
          </a:p>
        </p:txBody>
      </p:sp>
      <p:pic>
        <p:nvPicPr>
          <p:cNvPr id="410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6794" y="1380006"/>
            <a:ext cx="6115050" cy="2867025"/>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409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46663" y="976313"/>
            <a:ext cx="3568700" cy="1492086"/>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25602" name="Rectangle 2"/>
          <p:cNvSpPr>
            <a:spLocks noGrp="1" noChangeArrowheads="1"/>
          </p:cNvSpPr>
          <p:nvPr>
            <p:ph type="title"/>
          </p:nvPr>
        </p:nvSpPr>
        <p:spPr/>
        <p:txBody>
          <a:bodyPr/>
          <a:lstStyle/>
          <a:p>
            <a:pPr eaLnBrk="1" hangingPunct="1"/>
            <a:r>
              <a:rPr lang="en-US" dirty="0"/>
              <a:t>Adding document via template</a:t>
            </a:r>
            <a:br>
              <a:rPr lang="en-US" dirty="0"/>
            </a:br>
            <a:r>
              <a:rPr lang="en-US" dirty="0"/>
              <a:t>Step 1: Select the template</a:t>
            </a:r>
          </a:p>
        </p:txBody>
      </p:sp>
      <p:sp>
        <p:nvSpPr>
          <p:cNvPr id="25606" name="AutoShape 4"/>
          <p:cNvSpPr>
            <a:spLocks noChangeArrowheads="1"/>
          </p:cNvSpPr>
          <p:nvPr/>
        </p:nvSpPr>
        <p:spPr bwMode="auto">
          <a:xfrm>
            <a:off x="5046664" y="1358106"/>
            <a:ext cx="3568700" cy="400050"/>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25607" name="AutoShape 8"/>
          <p:cNvSpPr>
            <a:spLocks noChangeArrowheads="1"/>
          </p:cNvSpPr>
          <p:nvPr/>
        </p:nvSpPr>
        <p:spPr bwMode="auto">
          <a:xfrm>
            <a:off x="3344313" y="2752725"/>
            <a:ext cx="352425" cy="352425"/>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5609" name="Line 7"/>
          <p:cNvSpPr>
            <a:spLocks noChangeShapeType="1"/>
          </p:cNvSpPr>
          <p:nvPr/>
        </p:nvSpPr>
        <p:spPr bwMode="auto">
          <a:xfrm flipH="1">
            <a:off x="1790699" y="1558131"/>
            <a:ext cx="3255963" cy="747713"/>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pic>
        <p:nvPicPr>
          <p:cNvPr id="4101"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20558" y="3229155"/>
            <a:ext cx="6091106" cy="3231022"/>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25608" name="Line 9"/>
          <p:cNvSpPr>
            <a:spLocks noChangeShapeType="1"/>
          </p:cNvSpPr>
          <p:nvPr/>
        </p:nvSpPr>
        <p:spPr bwMode="auto">
          <a:xfrm>
            <a:off x="3544878" y="3084512"/>
            <a:ext cx="347662" cy="561975"/>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0" name="AutoShape 8"/>
          <p:cNvSpPr>
            <a:spLocks noChangeArrowheads="1"/>
          </p:cNvSpPr>
          <p:nvPr/>
        </p:nvSpPr>
        <p:spPr bwMode="auto">
          <a:xfrm>
            <a:off x="2971894" y="4196926"/>
            <a:ext cx="2994217" cy="176213"/>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11" name="TextBox 1"/>
          <p:cNvSpPr txBox="1">
            <a:spLocks noChangeArrowheads="1"/>
          </p:cNvSpPr>
          <p:nvPr/>
        </p:nvSpPr>
        <p:spPr bwMode="auto">
          <a:xfrm>
            <a:off x="8702675" y="57150"/>
            <a:ext cx="395288" cy="14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800">
                <a:solidFill>
                  <a:schemeClr val="tx1"/>
                </a:solidFill>
                <a:latin typeface="Courier New" pitchFamily="49" charset="0"/>
                <a:cs typeface="Courier New" pitchFamily="49" charset="0"/>
              </a:rPr>
              <a:t>PSA</a:t>
            </a:r>
          </a:p>
        </p:txBody>
      </p:sp>
      <p:pic>
        <p:nvPicPr>
          <p:cNvPr id="12" name="Picture 5" descr="C:\Guidewire\ClaimCenter\modules\configuration\webresources\themes\Titanium\resources\images\app\panel_icon_car_1st.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648700" y="-77788"/>
            <a:ext cx="473075" cy="473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AutoShape 8"/>
          <p:cNvSpPr>
            <a:spLocks noChangeArrowheads="1"/>
          </p:cNvSpPr>
          <p:nvPr/>
        </p:nvSpPr>
        <p:spPr bwMode="auto">
          <a:xfrm>
            <a:off x="2971893" y="4462484"/>
            <a:ext cx="2994217" cy="176213"/>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|EOS~025|</a:t>
            </a:r>
            <a:endParaRPr lang="en-US" sz="100" dirty="0" err="1">
              <a:solidFill>
                <a:srgbClr val="FFFFFF"/>
              </a:solidFill>
              <a:latin typeface="Arial"/>
              <a:cs typeface="Calibri" pitchFamily="34" charset="0"/>
            </a:endParaRPr>
          </a:p>
        </p:txBody>
      </p:sp>
      <p:pic>
        <p:nvPicPr>
          <p:cNvPr id="410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6794" y="1380006"/>
            <a:ext cx="6115050" cy="2867025"/>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409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46663" y="976313"/>
            <a:ext cx="3568700" cy="1492086"/>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25602" name="Rectangle 2"/>
          <p:cNvSpPr>
            <a:spLocks noGrp="1" noChangeArrowheads="1"/>
          </p:cNvSpPr>
          <p:nvPr>
            <p:ph type="title"/>
          </p:nvPr>
        </p:nvSpPr>
        <p:spPr/>
        <p:txBody>
          <a:bodyPr/>
          <a:lstStyle/>
          <a:p>
            <a:pPr eaLnBrk="1" hangingPunct="1"/>
            <a:r>
              <a:rPr lang="en-US" dirty="0"/>
              <a:t>Adding document via template</a:t>
            </a:r>
            <a:br>
              <a:rPr lang="en-US" dirty="0"/>
            </a:br>
            <a:r>
              <a:rPr lang="en-US" dirty="0"/>
              <a:t>Step 1: Select the template</a:t>
            </a:r>
          </a:p>
        </p:txBody>
      </p:sp>
      <p:sp>
        <p:nvSpPr>
          <p:cNvPr id="25606" name="AutoShape 4"/>
          <p:cNvSpPr>
            <a:spLocks noChangeArrowheads="1"/>
          </p:cNvSpPr>
          <p:nvPr/>
        </p:nvSpPr>
        <p:spPr bwMode="auto">
          <a:xfrm>
            <a:off x="5046664" y="1358106"/>
            <a:ext cx="3568700" cy="400050"/>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25607" name="AutoShape 8"/>
          <p:cNvSpPr>
            <a:spLocks noChangeArrowheads="1"/>
          </p:cNvSpPr>
          <p:nvPr/>
        </p:nvSpPr>
        <p:spPr bwMode="auto">
          <a:xfrm>
            <a:off x="3344313" y="2752725"/>
            <a:ext cx="352425" cy="352425"/>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5609" name="Line 7"/>
          <p:cNvSpPr>
            <a:spLocks noChangeShapeType="1"/>
          </p:cNvSpPr>
          <p:nvPr/>
        </p:nvSpPr>
        <p:spPr bwMode="auto">
          <a:xfrm flipH="1">
            <a:off x="1790699" y="1558131"/>
            <a:ext cx="3255963" cy="747713"/>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25608" name="Line 9"/>
          <p:cNvSpPr>
            <a:spLocks noChangeShapeType="1"/>
          </p:cNvSpPr>
          <p:nvPr/>
        </p:nvSpPr>
        <p:spPr bwMode="auto">
          <a:xfrm>
            <a:off x="3544878" y="3084512"/>
            <a:ext cx="347662" cy="561975"/>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1" name="TextBox 1"/>
          <p:cNvSpPr txBox="1">
            <a:spLocks noChangeArrowheads="1"/>
          </p:cNvSpPr>
          <p:nvPr/>
        </p:nvSpPr>
        <p:spPr bwMode="auto">
          <a:xfrm>
            <a:off x="8753475" y="33338"/>
            <a:ext cx="45085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800">
                <a:solidFill>
                  <a:srgbClr val="FFCC00"/>
                </a:solidFill>
                <a:latin typeface="Courier New" pitchFamily="49" charset="0"/>
                <a:cs typeface="Courier New" pitchFamily="49" charset="0"/>
              </a:rPr>
              <a:t>WCS</a:t>
            </a:r>
          </a:p>
        </p:txBody>
      </p:sp>
      <p:pic>
        <p:nvPicPr>
          <p:cNvPr id="12" name="Picture 6" descr="C:\Guidewire\ClaimCenter\modules\configuration\webresources\themes\Titanium\resources\images\app\infobar_wc.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823325" y="0"/>
            <a:ext cx="260350"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0"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40214" y="3646487"/>
            <a:ext cx="3762375" cy="2552700"/>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10" name="AutoShape 8"/>
          <p:cNvSpPr>
            <a:spLocks noChangeArrowheads="1"/>
          </p:cNvSpPr>
          <p:nvPr/>
        </p:nvSpPr>
        <p:spPr bwMode="auto">
          <a:xfrm>
            <a:off x="2819494" y="5073748"/>
            <a:ext cx="3192999" cy="176213"/>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13" name="AutoShape 8"/>
          <p:cNvSpPr>
            <a:spLocks noChangeArrowheads="1"/>
          </p:cNvSpPr>
          <p:nvPr/>
        </p:nvSpPr>
        <p:spPr bwMode="auto">
          <a:xfrm>
            <a:off x="2821582" y="5326356"/>
            <a:ext cx="3190911" cy="176213"/>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Tree>
    <p:extLst>
      <p:ext uri="{BB962C8B-B14F-4D97-AF65-F5344CB8AC3E}">
        <p14:creationId xmlns:p14="http://schemas.microsoft.com/office/powerpoint/2010/main" val="4050295825"/>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|EOS~026|</a:t>
            </a:r>
            <a:endParaRPr lang="en-US" sz="100" dirty="0" err="1">
              <a:solidFill>
                <a:srgbClr val="FFFFFF"/>
              </a:solidFill>
              <a:latin typeface="Arial"/>
              <a:cs typeface="Calibri" pitchFamily="34" charset="0"/>
            </a:endParaRPr>
          </a:p>
        </p:txBody>
      </p:sp>
      <p:pic>
        <p:nvPicPr>
          <p:cNvPr id="512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0034" y="1953419"/>
            <a:ext cx="4671244" cy="2947194"/>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512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2096" y="1090613"/>
            <a:ext cx="4436740" cy="404812"/>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26628" name="Rectangle 2"/>
          <p:cNvSpPr>
            <a:spLocks noGrp="1" noChangeArrowheads="1"/>
          </p:cNvSpPr>
          <p:nvPr>
            <p:ph type="title"/>
          </p:nvPr>
        </p:nvSpPr>
        <p:spPr/>
        <p:txBody>
          <a:bodyPr/>
          <a:lstStyle/>
          <a:p>
            <a:pPr eaLnBrk="1" hangingPunct="1"/>
            <a:r>
              <a:rPr lang="en-US"/>
              <a:t>Adding document via template</a:t>
            </a:r>
            <a:br>
              <a:rPr lang="en-US"/>
            </a:br>
            <a:r>
              <a:rPr lang="en-US"/>
              <a:t>Step 2: Generate the document</a:t>
            </a:r>
          </a:p>
        </p:txBody>
      </p:sp>
      <p:sp>
        <p:nvSpPr>
          <p:cNvPr id="26630" name="AutoShape 6"/>
          <p:cNvSpPr>
            <a:spLocks noChangeArrowheads="1"/>
          </p:cNvSpPr>
          <p:nvPr/>
        </p:nvSpPr>
        <p:spPr bwMode="auto">
          <a:xfrm>
            <a:off x="122721" y="1090613"/>
            <a:ext cx="949325" cy="404812"/>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26631" name="Line 7"/>
          <p:cNvSpPr>
            <a:spLocks noChangeShapeType="1"/>
          </p:cNvSpPr>
          <p:nvPr/>
        </p:nvSpPr>
        <p:spPr bwMode="auto">
          <a:xfrm>
            <a:off x="210034" y="1476375"/>
            <a:ext cx="300037" cy="511175"/>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6632" name="AutoShape 8"/>
          <p:cNvSpPr>
            <a:spLocks noChangeArrowheads="1"/>
          </p:cNvSpPr>
          <p:nvPr/>
        </p:nvSpPr>
        <p:spPr bwMode="auto">
          <a:xfrm>
            <a:off x="273099" y="3011212"/>
            <a:ext cx="3163778" cy="1348740"/>
          </a:xfrm>
          <a:prstGeom prst="roundRect">
            <a:avLst>
              <a:gd name="adj" fmla="val 7435"/>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pic>
        <p:nvPicPr>
          <p:cNvPr id="5124"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79326" y="1659536"/>
            <a:ext cx="5352597" cy="4888296"/>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12" name="Line 35"/>
          <p:cNvSpPr>
            <a:spLocks noChangeShapeType="1"/>
          </p:cNvSpPr>
          <p:nvPr/>
        </p:nvSpPr>
        <p:spPr bwMode="auto">
          <a:xfrm flipH="1">
            <a:off x="2736656" y="5191641"/>
            <a:ext cx="2993" cy="500065"/>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13" name="Line 36"/>
          <p:cNvSpPr>
            <a:spLocks noChangeShapeType="1"/>
          </p:cNvSpPr>
          <p:nvPr/>
        </p:nvSpPr>
        <p:spPr bwMode="auto">
          <a:xfrm>
            <a:off x="2736656" y="5196685"/>
            <a:ext cx="2066925" cy="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pic>
        <p:nvPicPr>
          <p:cNvPr id="4" name="Picture 3"/>
          <p:cNvPicPr>
            <a:picLocks noChangeAspect="1"/>
          </p:cNvPicPr>
          <p:nvPr/>
        </p:nvPicPr>
        <p:blipFill>
          <a:blip r:embed="rId6"/>
          <a:stretch>
            <a:fillRect/>
          </a:stretch>
        </p:blipFill>
        <p:spPr>
          <a:xfrm>
            <a:off x="472700" y="5691706"/>
            <a:ext cx="2266950" cy="533400"/>
          </a:xfrm>
          <a:prstGeom prst="rect">
            <a:avLst/>
          </a:prstGeom>
        </p:spPr>
      </p:pic>
      <p:sp>
        <p:nvSpPr>
          <p:cNvPr id="15" name="Line 36"/>
          <p:cNvSpPr>
            <a:spLocks noChangeShapeType="1"/>
          </p:cNvSpPr>
          <p:nvPr/>
        </p:nvSpPr>
        <p:spPr bwMode="auto">
          <a:xfrm flipH="1">
            <a:off x="2353456" y="4900614"/>
            <a:ext cx="0" cy="791092"/>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|EOS~027|</a:t>
            </a:r>
            <a:endParaRPr lang="en-US" sz="100" dirty="0" err="1">
              <a:solidFill>
                <a:srgbClr val="FFFFFF"/>
              </a:solidFill>
              <a:latin typeface="Arial"/>
              <a:cs typeface="Calibri" pitchFamily="34" charset="0"/>
            </a:endParaRPr>
          </a:p>
        </p:txBody>
      </p:sp>
      <p:pic>
        <p:nvPicPr>
          <p:cNvPr id="614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6250" y="3236825"/>
            <a:ext cx="7469571" cy="3256678"/>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27650" name="Line 2"/>
          <p:cNvSpPr>
            <a:spLocks noChangeShapeType="1"/>
          </p:cNvSpPr>
          <p:nvPr/>
        </p:nvSpPr>
        <p:spPr bwMode="auto">
          <a:xfrm>
            <a:off x="1125538" y="2481263"/>
            <a:ext cx="0" cy="771525"/>
          </a:xfrm>
          <a:prstGeom prst="line">
            <a:avLst/>
          </a:prstGeom>
          <a:noFill/>
          <a:ln w="57150">
            <a:solidFill>
              <a:srgbClr val="9999FF"/>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7652" name="Line 4"/>
          <p:cNvSpPr>
            <a:spLocks noChangeShapeType="1"/>
          </p:cNvSpPr>
          <p:nvPr/>
        </p:nvSpPr>
        <p:spPr bwMode="auto">
          <a:xfrm flipH="1">
            <a:off x="2601310" y="1863725"/>
            <a:ext cx="951515" cy="3883414"/>
          </a:xfrm>
          <a:prstGeom prst="line">
            <a:avLst/>
          </a:prstGeom>
          <a:noFill/>
          <a:ln w="57150">
            <a:solidFill>
              <a:srgbClr val="777777"/>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27653" name="Rectangle 5"/>
          <p:cNvSpPr>
            <a:spLocks noGrp="1" noChangeArrowheads="1"/>
          </p:cNvSpPr>
          <p:nvPr>
            <p:ph type="title"/>
          </p:nvPr>
        </p:nvSpPr>
        <p:spPr/>
        <p:txBody>
          <a:bodyPr/>
          <a:lstStyle/>
          <a:p>
            <a:pPr eaLnBrk="1" hangingPunct="1"/>
            <a:r>
              <a:rPr lang="en-US"/>
              <a:t>Object values in template documents</a:t>
            </a:r>
          </a:p>
        </p:txBody>
      </p:sp>
      <p:pic>
        <p:nvPicPr>
          <p:cNvPr id="27656" name="Picture 8" descr="j029007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76250" y="1392238"/>
            <a:ext cx="11557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7" name="AutoShape 9"/>
          <p:cNvSpPr>
            <a:spLocks noChangeArrowheads="1"/>
          </p:cNvSpPr>
          <p:nvPr/>
        </p:nvSpPr>
        <p:spPr bwMode="auto">
          <a:xfrm>
            <a:off x="509588" y="3252788"/>
            <a:ext cx="1354137" cy="369887"/>
          </a:xfrm>
          <a:prstGeom prst="roundRect">
            <a:avLst>
              <a:gd name="adj" fmla="val 16667"/>
            </a:avLst>
          </a:prstGeom>
          <a:noFill/>
          <a:ln w="57150" algn="ctr">
            <a:solidFill>
              <a:srgbClr val="9999FF"/>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27658" name="AutoShape 10"/>
          <p:cNvSpPr>
            <a:spLocks noChangeArrowheads="1"/>
          </p:cNvSpPr>
          <p:nvPr/>
        </p:nvSpPr>
        <p:spPr bwMode="auto">
          <a:xfrm>
            <a:off x="527050" y="3666749"/>
            <a:ext cx="2309813" cy="1249786"/>
          </a:xfrm>
          <a:prstGeom prst="roundRect">
            <a:avLst>
              <a:gd name="adj" fmla="val 16667"/>
            </a:avLst>
          </a:prstGeom>
          <a:noFill/>
          <a:ln w="57150" algn="ctr">
            <a:solidFill>
              <a:srgbClr val="FFCC99"/>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27659" name="Line 11"/>
          <p:cNvSpPr>
            <a:spLocks noChangeShapeType="1"/>
          </p:cNvSpPr>
          <p:nvPr/>
        </p:nvSpPr>
        <p:spPr bwMode="auto">
          <a:xfrm>
            <a:off x="2411413" y="2355850"/>
            <a:ext cx="0" cy="1354138"/>
          </a:xfrm>
          <a:prstGeom prst="line">
            <a:avLst/>
          </a:prstGeom>
          <a:noFill/>
          <a:ln w="57150">
            <a:solidFill>
              <a:srgbClr val="FFCC99"/>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7660" name="AutoShape 12"/>
          <p:cNvSpPr>
            <a:spLocks noChangeArrowheads="1"/>
          </p:cNvSpPr>
          <p:nvPr/>
        </p:nvSpPr>
        <p:spPr bwMode="auto">
          <a:xfrm>
            <a:off x="2150892" y="5747139"/>
            <a:ext cx="1164960" cy="317500"/>
          </a:xfrm>
          <a:prstGeom prst="roundRect">
            <a:avLst>
              <a:gd name="adj" fmla="val 16667"/>
            </a:avLst>
          </a:prstGeom>
          <a:noFill/>
          <a:ln w="57150" algn="ctr">
            <a:solidFill>
              <a:srgbClr val="777777"/>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27661" name="AutoShape 13"/>
          <p:cNvSpPr>
            <a:spLocks noChangeArrowheads="1"/>
          </p:cNvSpPr>
          <p:nvPr/>
        </p:nvSpPr>
        <p:spPr bwMode="auto">
          <a:xfrm>
            <a:off x="5100562" y="5747139"/>
            <a:ext cx="1284473" cy="344269"/>
          </a:xfrm>
          <a:prstGeom prst="roundRect">
            <a:avLst>
              <a:gd name="adj" fmla="val 16667"/>
            </a:avLst>
          </a:prstGeom>
          <a:noFill/>
          <a:ln w="57150" algn="ctr">
            <a:solidFill>
              <a:srgbClr val="777777"/>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27662" name="Text Box 14"/>
          <p:cNvSpPr txBox="1">
            <a:spLocks noChangeArrowheads="1"/>
          </p:cNvSpPr>
          <p:nvPr/>
        </p:nvSpPr>
        <p:spPr bwMode="auto">
          <a:xfrm>
            <a:off x="596900" y="871538"/>
            <a:ext cx="1023938"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solidFill>
                  <a:srgbClr val="9999FF"/>
                </a:solidFill>
              </a:rPr>
              <a:t>system</a:t>
            </a:r>
            <a:br>
              <a:rPr lang="en-US" sz="1800" b="1">
                <a:solidFill>
                  <a:srgbClr val="9999FF"/>
                </a:solidFill>
              </a:rPr>
            </a:br>
            <a:r>
              <a:rPr lang="en-US" sz="1800" b="1">
                <a:solidFill>
                  <a:srgbClr val="9999FF"/>
                </a:solidFill>
              </a:rPr>
              <a:t>date</a:t>
            </a:r>
          </a:p>
        </p:txBody>
      </p:sp>
      <p:sp>
        <p:nvSpPr>
          <p:cNvPr id="27663" name="Text Box 15"/>
          <p:cNvSpPr txBox="1">
            <a:spLocks noChangeArrowheads="1"/>
          </p:cNvSpPr>
          <p:nvPr/>
        </p:nvSpPr>
        <p:spPr bwMode="auto">
          <a:xfrm>
            <a:off x="1824038" y="871538"/>
            <a:ext cx="122555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dirty="0">
                <a:solidFill>
                  <a:srgbClr val="FF9966"/>
                </a:solidFill>
              </a:rPr>
              <a:t>contact:</a:t>
            </a:r>
            <a:br>
              <a:rPr lang="en-US" sz="1800" b="1" dirty="0">
                <a:solidFill>
                  <a:srgbClr val="FF9966"/>
                </a:solidFill>
              </a:rPr>
            </a:br>
            <a:r>
              <a:rPr lang="en-US" sz="1800" b="1" dirty="0">
                <a:solidFill>
                  <a:srgbClr val="FF9966"/>
                </a:solidFill>
              </a:rPr>
              <a:t>Jim Means</a:t>
            </a:r>
          </a:p>
        </p:txBody>
      </p:sp>
      <p:sp>
        <p:nvSpPr>
          <p:cNvPr id="27664" name="Text Box 16"/>
          <p:cNvSpPr txBox="1">
            <a:spLocks noChangeArrowheads="1"/>
          </p:cNvSpPr>
          <p:nvPr/>
        </p:nvSpPr>
        <p:spPr bwMode="auto">
          <a:xfrm>
            <a:off x="3130550" y="871538"/>
            <a:ext cx="1681163"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solidFill>
                  <a:srgbClr val="777777"/>
                </a:solidFill>
              </a:rPr>
              <a:t>claim:</a:t>
            </a:r>
            <a:br>
              <a:rPr lang="en-US" sz="1800" b="1">
                <a:solidFill>
                  <a:srgbClr val="777777"/>
                </a:solidFill>
              </a:rPr>
            </a:br>
            <a:r>
              <a:rPr lang="en-US" sz="1800" b="1">
                <a:solidFill>
                  <a:srgbClr val="777777"/>
                </a:solidFill>
              </a:rPr>
              <a:t>000-00-001003</a:t>
            </a:r>
          </a:p>
        </p:txBody>
      </p:sp>
      <p:sp>
        <p:nvSpPr>
          <p:cNvPr id="27665" name="Line 17"/>
          <p:cNvSpPr>
            <a:spLocks noChangeShapeType="1"/>
          </p:cNvSpPr>
          <p:nvPr/>
        </p:nvSpPr>
        <p:spPr bwMode="auto">
          <a:xfrm>
            <a:off x="3826446" y="1845480"/>
            <a:ext cx="1888468" cy="3883414"/>
          </a:xfrm>
          <a:prstGeom prst="line">
            <a:avLst/>
          </a:prstGeom>
          <a:noFill/>
          <a:ln w="57150">
            <a:solidFill>
              <a:srgbClr val="777777"/>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grpSp>
        <p:nvGrpSpPr>
          <p:cNvPr id="27666" name="Group 18"/>
          <p:cNvGrpSpPr>
            <a:grpSpLocks/>
          </p:cNvGrpSpPr>
          <p:nvPr/>
        </p:nvGrpSpPr>
        <p:grpSpPr bwMode="auto">
          <a:xfrm>
            <a:off x="3403600" y="1554163"/>
            <a:ext cx="1133475" cy="835025"/>
            <a:chOff x="2083" y="1606"/>
            <a:chExt cx="1489" cy="1097"/>
          </a:xfrm>
        </p:grpSpPr>
        <p:sp>
          <p:nvSpPr>
            <p:cNvPr id="27670" name="Rectangle 19"/>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27671" name="Freeform 20"/>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27672" name="Freeform 21"/>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27673" name="Freeform 22"/>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27674" name="Freeform 23"/>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27675" name="Rectangle 24"/>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27676" name="Rectangle 25"/>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7677" name="AutoShape 26"/>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27678" name="Freeform 27"/>
            <p:cNvSpPr>
              <a:spLocks/>
            </p:cNvSpPr>
            <p:nvPr/>
          </p:nvSpPr>
          <p:spPr bwMode="auto">
            <a:xfrm>
              <a:off x="2219" y="2561"/>
              <a:ext cx="369" cy="104"/>
            </a:xfrm>
            <a:custGeom>
              <a:avLst/>
              <a:gdLst>
                <a:gd name="T0" fmla="*/ 0 w 992"/>
                <a:gd name="T1" fmla="*/ 0 h 280"/>
                <a:gd name="T2" fmla="*/ 51 w 992"/>
                <a:gd name="T3" fmla="*/ 12 h 280"/>
                <a:gd name="T4" fmla="*/ 48 w 992"/>
                <a:gd name="T5" fmla="*/ 14 h 280"/>
                <a:gd name="T6" fmla="*/ 1 w 992"/>
                <a:gd name="T7" fmla="*/ 3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27679" name="Freeform 28"/>
            <p:cNvSpPr>
              <a:spLocks/>
            </p:cNvSpPr>
            <p:nvPr/>
          </p:nvSpPr>
          <p:spPr bwMode="auto">
            <a:xfrm>
              <a:off x="3429" y="2008"/>
              <a:ext cx="51" cy="375"/>
            </a:xfrm>
            <a:custGeom>
              <a:avLst/>
              <a:gdLst>
                <a:gd name="T0" fmla="*/ 0 w 136"/>
                <a:gd name="T1" fmla="*/ 0 h 1008"/>
                <a:gd name="T2" fmla="*/ 4 w 136"/>
                <a:gd name="T3" fmla="*/ 52 h 1008"/>
                <a:gd name="T4" fmla="*/ 7 w 136"/>
                <a:gd name="T5" fmla="*/ 47 h 1008"/>
                <a:gd name="T6" fmla="*/ 3 w 136"/>
                <a:gd name="T7" fmla="*/ 3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27680" name="Rectangle 29"/>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7681" name="Rectangle 30"/>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7682" name="Rectangle 31"/>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27683" name="Group 32"/>
            <p:cNvGrpSpPr>
              <a:grpSpLocks/>
            </p:cNvGrpSpPr>
            <p:nvPr/>
          </p:nvGrpSpPr>
          <p:grpSpPr bwMode="auto">
            <a:xfrm>
              <a:off x="2221" y="1871"/>
              <a:ext cx="518" cy="782"/>
              <a:chOff x="2400" y="1656"/>
              <a:chExt cx="752" cy="1136"/>
            </a:xfrm>
          </p:grpSpPr>
          <p:sp>
            <p:nvSpPr>
              <p:cNvPr id="27696" name="Freeform 33"/>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a:solidFill>
                  <a:schemeClr val="bg1"/>
                </a:solidFill>
                <a:round/>
                <a:headEnd/>
                <a:tailEnd/>
              </a:ln>
            </p:spPr>
            <p:txBody>
              <a:bodyPr wrap="none" lIns="0" tIns="0" rIns="0" bIns="0" anchor="ctr">
                <a:spAutoFit/>
              </a:bodyPr>
              <a:lstStyle/>
              <a:p>
                <a:endParaRPr lang="en-US"/>
              </a:p>
            </p:txBody>
          </p:sp>
          <p:sp>
            <p:nvSpPr>
              <p:cNvPr id="27697" name="Freeform 34"/>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7698" name="Freeform 35"/>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7699" name="Freeform 36"/>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7700" name="Freeform 37"/>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lIns="0" tIns="0" rIns="0" bIns="0" anchor="ctr">
                <a:spAutoFit/>
              </a:bodyPr>
              <a:lstStyle/>
              <a:p>
                <a:endParaRPr lang="en-US"/>
              </a:p>
            </p:txBody>
          </p:sp>
          <p:sp>
            <p:nvSpPr>
              <p:cNvPr id="27701" name="Line 38"/>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7702" name="Line 39"/>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27684" name="Group 40"/>
            <p:cNvGrpSpPr>
              <a:grpSpLocks/>
            </p:cNvGrpSpPr>
            <p:nvPr/>
          </p:nvGrpSpPr>
          <p:grpSpPr bwMode="auto">
            <a:xfrm rot="-6511945">
              <a:off x="2834" y="1842"/>
              <a:ext cx="518" cy="783"/>
              <a:chOff x="2400" y="1656"/>
              <a:chExt cx="752" cy="1136"/>
            </a:xfrm>
          </p:grpSpPr>
          <p:sp>
            <p:nvSpPr>
              <p:cNvPr id="27689" name="Freeform 41"/>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a:solidFill>
                  <a:schemeClr val="bg1"/>
                </a:solidFill>
                <a:round/>
                <a:headEnd/>
                <a:tailEnd/>
              </a:ln>
            </p:spPr>
            <p:txBody>
              <a:bodyPr wrap="none" lIns="0" tIns="0" rIns="0" bIns="0" anchor="ctr">
                <a:spAutoFit/>
              </a:bodyPr>
              <a:lstStyle/>
              <a:p>
                <a:endParaRPr lang="en-US"/>
              </a:p>
            </p:txBody>
          </p:sp>
          <p:sp>
            <p:nvSpPr>
              <p:cNvPr id="27690" name="Freeform 42"/>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7691" name="Freeform 43"/>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7692" name="Freeform 44"/>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7693" name="Freeform 45"/>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7694" name="Line 46"/>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7695" name="Line 47"/>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27685" name="Freeform 48"/>
            <p:cNvSpPr>
              <a:spLocks/>
            </p:cNvSpPr>
            <p:nvPr/>
          </p:nvSpPr>
          <p:spPr bwMode="auto">
            <a:xfrm>
              <a:off x="2689" y="2097"/>
              <a:ext cx="62" cy="351"/>
            </a:xfrm>
            <a:custGeom>
              <a:avLst/>
              <a:gdLst>
                <a:gd name="T0" fmla="*/ 8 w 168"/>
                <a:gd name="T1" fmla="*/ 49 h 944"/>
                <a:gd name="T2" fmla="*/ 1 w 168"/>
                <a:gd name="T3" fmla="*/ 0 h 944"/>
                <a:gd name="T4" fmla="*/ 0 w 168"/>
                <a:gd name="T5" fmla="*/ 3 h 944"/>
                <a:gd name="T6" fmla="*/ 6 w 168"/>
                <a:gd name="T7" fmla="*/ 47 h 944"/>
                <a:gd name="T8" fmla="*/ 8 w 168"/>
                <a:gd name="T9" fmla="*/ 49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27686" name="Freeform 49"/>
            <p:cNvSpPr>
              <a:spLocks/>
            </p:cNvSpPr>
            <p:nvPr/>
          </p:nvSpPr>
          <p:spPr bwMode="auto">
            <a:xfrm>
              <a:off x="2382" y="1853"/>
              <a:ext cx="354" cy="78"/>
            </a:xfrm>
            <a:custGeom>
              <a:avLst/>
              <a:gdLst>
                <a:gd name="T0" fmla="*/ 0 w 952"/>
                <a:gd name="T1" fmla="*/ 2 h 208"/>
                <a:gd name="T2" fmla="*/ 4 w 952"/>
                <a:gd name="T3" fmla="*/ 0 h 208"/>
                <a:gd name="T4" fmla="*/ 48 w 952"/>
                <a:gd name="T5" fmla="*/ 8 h 208"/>
                <a:gd name="T6" fmla="*/ 49 w 952"/>
                <a:gd name="T7" fmla="*/ 11 h 208"/>
                <a:gd name="T8" fmla="*/ 0 w 952"/>
                <a:gd name="T9" fmla="*/ 2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27687" name="Rectangle 50"/>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7688" name="Rectangle 51"/>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grpSp>
        <p:nvGrpSpPr>
          <p:cNvPr id="27667" name="Group 52"/>
          <p:cNvGrpSpPr>
            <a:grpSpLocks/>
          </p:cNvGrpSpPr>
          <p:nvPr/>
        </p:nvGrpSpPr>
        <p:grpSpPr bwMode="auto">
          <a:xfrm>
            <a:off x="1976438" y="1541463"/>
            <a:ext cx="860425" cy="860425"/>
            <a:chOff x="1350" y="686"/>
            <a:chExt cx="1132" cy="1132"/>
          </a:xfrm>
        </p:grpSpPr>
        <p:sp>
          <p:nvSpPr>
            <p:cNvPr id="27668" name="AutoShape 53"/>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27669" name="Picture 54" descr="j0151939"/>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56"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41827" y="583453"/>
            <a:ext cx="4156136" cy="3795620"/>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58" name="TextBox 1"/>
          <p:cNvSpPr txBox="1">
            <a:spLocks noChangeArrowheads="1"/>
          </p:cNvSpPr>
          <p:nvPr/>
        </p:nvSpPr>
        <p:spPr bwMode="auto">
          <a:xfrm>
            <a:off x="8702675" y="57150"/>
            <a:ext cx="395288" cy="14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800">
                <a:solidFill>
                  <a:schemeClr val="tx1"/>
                </a:solidFill>
                <a:latin typeface="Courier New" pitchFamily="49" charset="0"/>
                <a:cs typeface="Courier New" pitchFamily="49" charset="0"/>
              </a:rPr>
              <a:t>PSA</a:t>
            </a:r>
          </a:p>
        </p:txBody>
      </p:sp>
      <p:pic>
        <p:nvPicPr>
          <p:cNvPr id="59" name="Picture 5" descr="C:\Guidewire\ClaimCenter\modules\configuration\webresources\themes\Titanium\resources\images\app\panel_icon_car_1st.pn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648700" y="-77788"/>
            <a:ext cx="473075" cy="473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5" name="Rectangle 7"/>
          <p:cNvSpPr>
            <a:spLocks noChangeArrowheads="1"/>
          </p:cNvSpPr>
          <p:nvPr/>
        </p:nvSpPr>
        <p:spPr bwMode="auto">
          <a:xfrm>
            <a:off x="5254387" y="3234378"/>
            <a:ext cx="1359931" cy="598488"/>
          </a:xfrm>
          <a:prstGeom prst="rect">
            <a:avLst/>
          </a:prstGeom>
          <a:noFill/>
          <a:ln w="28575"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57" name="Rectangle 7"/>
          <p:cNvSpPr>
            <a:spLocks noChangeArrowheads="1"/>
          </p:cNvSpPr>
          <p:nvPr/>
        </p:nvSpPr>
        <p:spPr bwMode="auto">
          <a:xfrm>
            <a:off x="5254389" y="3903239"/>
            <a:ext cx="1359930" cy="191090"/>
          </a:xfrm>
          <a:prstGeom prst="rect">
            <a:avLst/>
          </a:prstGeom>
          <a:noFill/>
          <a:ln w="28575"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|EOS~028|</a:t>
            </a:r>
            <a:endParaRPr lang="en-US" sz="100" dirty="0" err="1">
              <a:solidFill>
                <a:srgbClr val="FFFFFF"/>
              </a:solidFill>
              <a:latin typeface="Arial"/>
              <a:cs typeface="Calibri" pitchFamily="34" charset="0"/>
            </a:endParaRPr>
          </a:p>
        </p:txBody>
      </p:sp>
      <p:pic>
        <p:nvPicPr>
          <p:cNvPr id="3077"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643" y="2652446"/>
            <a:ext cx="8773410" cy="3357303"/>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27650" name="Line 2"/>
          <p:cNvSpPr>
            <a:spLocks noChangeShapeType="1"/>
          </p:cNvSpPr>
          <p:nvPr/>
        </p:nvSpPr>
        <p:spPr bwMode="auto">
          <a:xfrm flipH="1">
            <a:off x="963976" y="1925106"/>
            <a:ext cx="0" cy="2941325"/>
          </a:xfrm>
          <a:prstGeom prst="line">
            <a:avLst/>
          </a:prstGeom>
          <a:noFill/>
          <a:ln w="57150">
            <a:solidFill>
              <a:srgbClr val="9999FF"/>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27652" name="Line 4"/>
          <p:cNvSpPr>
            <a:spLocks noChangeShapeType="1"/>
          </p:cNvSpPr>
          <p:nvPr/>
        </p:nvSpPr>
        <p:spPr bwMode="auto">
          <a:xfrm>
            <a:off x="7173556" y="2389389"/>
            <a:ext cx="11465" cy="2527145"/>
          </a:xfrm>
          <a:prstGeom prst="line">
            <a:avLst/>
          </a:prstGeom>
          <a:noFill/>
          <a:ln w="57150">
            <a:solidFill>
              <a:srgbClr val="777777"/>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27653" name="Rectangle 5"/>
          <p:cNvSpPr>
            <a:spLocks noGrp="1" noChangeArrowheads="1"/>
          </p:cNvSpPr>
          <p:nvPr>
            <p:ph type="title"/>
          </p:nvPr>
        </p:nvSpPr>
        <p:spPr/>
        <p:txBody>
          <a:bodyPr/>
          <a:lstStyle/>
          <a:p>
            <a:pPr eaLnBrk="1" hangingPunct="1"/>
            <a:r>
              <a:rPr lang="en-US"/>
              <a:t>Object values in template documents</a:t>
            </a:r>
          </a:p>
        </p:txBody>
      </p:sp>
      <p:sp>
        <p:nvSpPr>
          <p:cNvPr id="27657" name="AutoShape 9"/>
          <p:cNvSpPr>
            <a:spLocks noChangeArrowheads="1"/>
          </p:cNvSpPr>
          <p:nvPr/>
        </p:nvSpPr>
        <p:spPr bwMode="auto">
          <a:xfrm>
            <a:off x="943769" y="4866431"/>
            <a:ext cx="985239" cy="469657"/>
          </a:xfrm>
          <a:prstGeom prst="roundRect">
            <a:avLst>
              <a:gd name="adj" fmla="val 16667"/>
            </a:avLst>
          </a:prstGeom>
          <a:noFill/>
          <a:ln w="57150" algn="ctr">
            <a:solidFill>
              <a:srgbClr val="9999FF"/>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27660" name="AutoShape 12"/>
          <p:cNvSpPr>
            <a:spLocks noChangeArrowheads="1"/>
          </p:cNvSpPr>
          <p:nvPr/>
        </p:nvSpPr>
        <p:spPr bwMode="auto">
          <a:xfrm>
            <a:off x="6452927" y="4876648"/>
            <a:ext cx="2525973" cy="522069"/>
          </a:xfrm>
          <a:prstGeom prst="roundRect">
            <a:avLst>
              <a:gd name="adj" fmla="val 16667"/>
            </a:avLst>
          </a:prstGeom>
          <a:noFill/>
          <a:ln w="57150" algn="ctr">
            <a:solidFill>
              <a:srgbClr val="777777"/>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27661" name="AutoShape 13"/>
          <p:cNvSpPr>
            <a:spLocks noChangeArrowheads="1"/>
          </p:cNvSpPr>
          <p:nvPr/>
        </p:nvSpPr>
        <p:spPr bwMode="auto">
          <a:xfrm>
            <a:off x="4824039" y="4876649"/>
            <a:ext cx="1569191" cy="522068"/>
          </a:xfrm>
          <a:prstGeom prst="roundRect">
            <a:avLst>
              <a:gd name="adj" fmla="val 16667"/>
            </a:avLst>
          </a:prstGeom>
          <a:noFill/>
          <a:ln w="57150" algn="ctr">
            <a:solidFill>
              <a:srgbClr val="777777"/>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27662" name="Text Box 14"/>
          <p:cNvSpPr txBox="1">
            <a:spLocks noChangeArrowheads="1"/>
          </p:cNvSpPr>
          <p:nvPr/>
        </p:nvSpPr>
        <p:spPr bwMode="auto">
          <a:xfrm>
            <a:off x="596900" y="871538"/>
            <a:ext cx="1023938"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dirty="0">
                <a:solidFill>
                  <a:srgbClr val="9999FF"/>
                </a:solidFill>
              </a:rPr>
              <a:t>system</a:t>
            </a:r>
            <a:br>
              <a:rPr lang="en-US" sz="1800" b="1" dirty="0">
                <a:solidFill>
                  <a:srgbClr val="9999FF"/>
                </a:solidFill>
              </a:rPr>
            </a:br>
            <a:r>
              <a:rPr lang="en-US" sz="1800" b="1" dirty="0">
                <a:solidFill>
                  <a:srgbClr val="9999FF"/>
                </a:solidFill>
              </a:rPr>
              <a:t>date</a:t>
            </a:r>
          </a:p>
        </p:txBody>
      </p:sp>
      <p:sp>
        <p:nvSpPr>
          <p:cNvPr id="27663" name="Text Box 15"/>
          <p:cNvSpPr txBox="1">
            <a:spLocks noChangeArrowheads="1"/>
          </p:cNvSpPr>
          <p:nvPr/>
        </p:nvSpPr>
        <p:spPr bwMode="auto">
          <a:xfrm>
            <a:off x="4862210" y="1424251"/>
            <a:ext cx="1225550"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dirty="0">
                <a:solidFill>
                  <a:srgbClr val="0033CC"/>
                </a:solidFill>
              </a:rPr>
              <a:t>Claim loss date</a:t>
            </a:r>
          </a:p>
        </p:txBody>
      </p:sp>
      <p:sp>
        <p:nvSpPr>
          <p:cNvPr id="27664" name="Text Box 16"/>
          <p:cNvSpPr txBox="1">
            <a:spLocks noChangeArrowheads="1"/>
          </p:cNvSpPr>
          <p:nvPr/>
        </p:nvSpPr>
        <p:spPr bwMode="auto">
          <a:xfrm>
            <a:off x="5898796" y="871538"/>
            <a:ext cx="1681163"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dirty="0">
                <a:solidFill>
                  <a:srgbClr val="777777"/>
                </a:solidFill>
              </a:rPr>
              <a:t>claim:</a:t>
            </a:r>
            <a:br>
              <a:rPr lang="en-US" sz="1800" b="1" dirty="0">
                <a:solidFill>
                  <a:srgbClr val="777777"/>
                </a:solidFill>
              </a:rPr>
            </a:br>
            <a:r>
              <a:rPr lang="en-US" sz="1800" b="1" dirty="0">
                <a:solidFill>
                  <a:srgbClr val="777777"/>
                </a:solidFill>
              </a:rPr>
              <a:t>312-36-368870</a:t>
            </a:r>
          </a:p>
        </p:txBody>
      </p:sp>
      <p:sp>
        <p:nvSpPr>
          <p:cNvPr id="27665" name="Line 17"/>
          <p:cNvSpPr>
            <a:spLocks noChangeShapeType="1"/>
          </p:cNvSpPr>
          <p:nvPr/>
        </p:nvSpPr>
        <p:spPr bwMode="auto">
          <a:xfrm>
            <a:off x="5383454" y="2481262"/>
            <a:ext cx="10348" cy="2435273"/>
          </a:xfrm>
          <a:prstGeom prst="line">
            <a:avLst/>
          </a:prstGeom>
          <a:noFill/>
          <a:ln w="57150">
            <a:solidFill>
              <a:srgbClr val="777777"/>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60" name="TextBox 1"/>
          <p:cNvSpPr txBox="1">
            <a:spLocks noChangeArrowheads="1"/>
          </p:cNvSpPr>
          <p:nvPr/>
        </p:nvSpPr>
        <p:spPr bwMode="auto">
          <a:xfrm>
            <a:off x="8753475" y="33338"/>
            <a:ext cx="45085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800" dirty="0">
                <a:solidFill>
                  <a:srgbClr val="FFCC00"/>
                </a:solidFill>
                <a:latin typeface="Courier New" pitchFamily="49" charset="0"/>
                <a:cs typeface="Courier New" pitchFamily="49" charset="0"/>
              </a:rPr>
              <a:t>WCS</a:t>
            </a:r>
          </a:p>
        </p:txBody>
      </p:sp>
      <p:pic>
        <p:nvPicPr>
          <p:cNvPr id="61" name="Picture 6" descr="C:\Guidewire\ClaimCenter\modules\configuration\webresources\themes\Titanium\resources\images\app\infobar_wc.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23325" y="0"/>
            <a:ext cx="260350"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6" name="Picture 4" descr="C:\Users\trhoades\AppData\Local\Microsoft\Windows\Temporary Internet Files\Content.IE5\IW5937K3\MM900223751[1].gif"/>
          <p:cNvPicPr>
            <a:picLocks noChangeAspect="1"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a:off x="760432" y="1451044"/>
            <a:ext cx="921524" cy="539750"/>
          </a:xfrm>
          <a:prstGeom prst="rect">
            <a:avLst/>
          </a:prstGeom>
          <a:noFill/>
          <a:extLst>
            <a:ext uri="{909E8E84-426E-40DD-AFC4-6F175D3DCCD1}">
              <a14:hiddenFill xmlns:a14="http://schemas.microsoft.com/office/drawing/2010/main">
                <a:solidFill>
                  <a:srgbClr val="FFFFFF"/>
                </a:solidFill>
              </a14:hiddenFill>
            </a:ext>
          </a:extLst>
        </p:spPr>
      </p:pic>
      <p:sp>
        <p:nvSpPr>
          <p:cNvPr id="134" name="Line 4"/>
          <p:cNvSpPr>
            <a:spLocks noChangeShapeType="1"/>
          </p:cNvSpPr>
          <p:nvPr/>
        </p:nvSpPr>
        <p:spPr bwMode="auto">
          <a:xfrm flipH="1" flipV="1">
            <a:off x="5562315" y="2234349"/>
            <a:ext cx="665646" cy="0"/>
          </a:xfrm>
          <a:prstGeom prst="line">
            <a:avLst/>
          </a:prstGeom>
          <a:noFill/>
          <a:ln w="57150">
            <a:solidFill>
              <a:srgbClr val="777777"/>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grpSp>
        <p:nvGrpSpPr>
          <p:cNvPr id="135" name="Group 9"/>
          <p:cNvGrpSpPr>
            <a:grpSpLocks/>
          </p:cNvGrpSpPr>
          <p:nvPr/>
        </p:nvGrpSpPr>
        <p:grpSpPr bwMode="auto">
          <a:xfrm>
            <a:off x="3005823" y="1436922"/>
            <a:ext cx="1016000" cy="684212"/>
            <a:chOff x="2984" y="3331"/>
            <a:chExt cx="845" cy="569"/>
          </a:xfrm>
        </p:grpSpPr>
        <p:sp>
          <p:nvSpPr>
            <p:cNvPr id="136" name="AutoShape 10"/>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137" name="Group 11"/>
            <p:cNvGrpSpPr>
              <a:grpSpLocks/>
            </p:cNvGrpSpPr>
            <p:nvPr/>
          </p:nvGrpSpPr>
          <p:grpSpPr bwMode="auto">
            <a:xfrm>
              <a:off x="3386" y="3487"/>
              <a:ext cx="443" cy="398"/>
              <a:chOff x="4838" y="2218"/>
              <a:chExt cx="395" cy="355"/>
            </a:xfrm>
          </p:grpSpPr>
          <p:sp>
            <p:nvSpPr>
              <p:cNvPr id="138" name="Freeform 12"/>
              <p:cNvSpPr>
                <a:spLocks/>
              </p:cNvSpPr>
              <p:nvPr/>
            </p:nvSpPr>
            <p:spPr bwMode="auto">
              <a:xfrm>
                <a:off x="4888" y="2251"/>
                <a:ext cx="294" cy="113"/>
              </a:xfrm>
              <a:custGeom>
                <a:avLst/>
                <a:gdLst>
                  <a:gd name="T0" fmla="*/ 0 w 839"/>
                  <a:gd name="T1" fmla="*/ 0 h 319"/>
                  <a:gd name="T2" fmla="*/ 0 w 839"/>
                  <a:gd name="T3" fmla="*/ 0 h 319"/>
                  <a:gd name="T4" fmla="*/ 0 w 839"/>
                  <a:gd name="T5" fmla="*/ 0 h 319"/>
                  <a:gd name="T6" fmla="*/ 0 w 839"/>
                  <a:gd name="T7" fmla="*/ 0 h 319"/>
                  <a:gd name="T8" fmla="*/ 0 w 839"/>
                  <a:gd name="T9" fmla="*/ 0 h 319"/>
                  <a:gd name="T10" fmla="*/ 0 w 839"/>
                  <a:gd name="T11" fmla="*/ 0 h 319"/>
                  <a:gd name="T12" fmla="*/ 0 w 839"/>
                  <a:gd name="T13" fmla="*/ 0 h 319"/>
                  <a:gd name="T14" fmla="*/ 0 w 839"/>
                  <a:gd name="T15" fmla="*/ 0 h 319"/>
                  <a:gd name="T16" fmla="*/ 0 w 839"/>
                  <a:gd name="T17" fmla="*/ 0 h 319"/>
                  <a:gd name="T18" fmla="*/ 0 w 839"/>
                  <a:gd name="T19" fmla="*/ 0 h 319"/>
                  <a:gd name="T20" fmla="*/ 0 w 839"/>
                  <a:gd name="T21" fmla="*/ 0 h 319"/>
                  <a:gd name="T22" fmla="*/ 0 w 839"/>
                  <a:gd name="T23" fmla="*/ 0 h 319"/>
                  <a:gd name="T24" fmla="*/ 0 w 839"/>
                  <a:gd name="T25" fmla="*/ 0 h 319"/>
                  <a:gd name="T26" fmla="*/ 0 w 839"/>
                  <a:gd name="T27" fmla="*/ 0 h 319"/>
                  <a:gd name="T28" fmla="*/ 0 w 839"/>
                  <a:gd name="T29" fmla="*/ 0 h 319"/>
                  <a:gd name="T30" fmla="*/ 0 w 839"/>
                  <a:gd name="T31" fmla="*/ 0 h 319"/>
                  <a:gd name="T32" fmla="*/ 0 w 839"/>
                  <a:gd name="T33" fmla="*/ 0 h 319"/>
                  <a:gd name="T34" fmla="*/ 0 w 839"/>
                  <a:gd name="T35" fmla="*/ 0 h 319"/>
                  <a:gd name="T36" fmla="*/ 0 w 839"/>
                  <a:gd name="T37" fmla="*/ 0 h 319"/>
                  <a:gd name="T38" fmla="*/ 0 w 839"/>
                  <a:gd name="T39" fmla="*/ 0 h 319"/>
                  <a:gd name="T40" fmla="*/ 0 w 839"/>
                  <a:gd name="T41" fmla="*/ 0 h 319"/>
                  <a:gd name="T42" fmla="*/ 0 w 839"/>
                  <a:gd name="T43" fmla="*/ 0 h 319"/>
                  <a:gd name="T44" fmla="*/ 0 w 839"/>
                  <a:gd name="T45" fmla="*/ 0 h 319"/>
                  <a:gd name="T46" fmla="*/ 0 w 839"/>
                  <a:gd name="T47" fmla="*/ 0 h 319"/>
                  <a:gd name="T48" fmla="*/ 0 w 839"/>
                  <a:gd name="T49" fmla="*/ 0 h 319"/>
                  <a:gd name="T50" fmla="*/ 0 w 839"/>
                  <a:gd name="T51" fmla="*/ 0 h 319"/>
                  <a:gd name="T52" fmla="*/ 0 w 839"/>
                  <a:gd name="T53" fmla="*/ 0 h 319"/>
                  <a:gd name="T54" fmla="*/ 0 w 839"/>
                  <a:gd name="T55" fmla="*/ 0 h 319"/>
                  <a:gd name="T56" fmla="*/ 0 w 839"/>
                  <a:gd name="T57" fmla="*/ 0 h 319"/>
                  <a:gd name="T58" fmla="*/ 0 w 839"/>
                  <a:gd name="T59" fmla="*/ 0 h 319"/>
                  <a:gd name="T60" fmla="*/ 0 w 839"/>
                  <a:gd name="T61" fmla="*/ 0 h 319"/>
                  <a:gd name="T62" fmla="*/ 0 w 839"/>
                  <a:gd name="T63" fmla="*/ 0 h 319"/>
                  <a:gd name="T64" fmla="*/ 0 w 839"/>
                  <a:gd name="T65" fmla="*/ 0 h 319"/>
                  <a:gd name="T66" fmla="*/ 0 w 839"/>
                  <a:gd name="T67" fmla="*/ 0 h 319"/>
                  <a:gd name="T68" fmla="*/ 0 w 839"/>
                  <a:gd name="T69" fmla="*/ 0 h 319"/>
                  <a:gd name="T70" fmla="*/ 0 w 839"/>
                  <a:gd name="T71" fmla="*/ 0 h 319"/>
                  <a:gd name="T72" fmla="*/ 0 w 839"/>
                  <a:gd name="T73" fmla="*/ 0 h 319"/>
                  <a:gd name="T74" fmla="*/ 0 w 839"/>
                  <a:gd name="T75" fmla="*/ 0 h 319"/>
                  <a:gd name="T76" fmla="*/ 0 w 839"/>
                  <a:gd name="T77" fmla="*/ 0 h 319"/>
                  <a:gd name="T78" fmla="*/ 0 w 839"/>
                  <a:gd name="T79" fmla="*/ 0 h 319"/>
                  <a:gd name="T80" fmla="*/ 0 w 839"/>
                  <a:gd name="T81" fmla="*/ 0 h 319"/>
                  <a:gd name="T82" fmla="*/ 0 w 839"/>
                  <a:gd name="T83" fmla="*/ 0 h 319"/>
                  <a:gd name="T84" fmla="*/ 0 w 839"/>
                  <a:gd name="T85" fmla="*/ 0 h 319"/>
                  <a:gd name="T86" fmla="*/ 0 w 839"/>
                  <a:gd name="T87" fmla="*/ 0 h 319"/>
                  <a:gd name="T88" fmla="*/ 0 w 839"/>
                  <a:gd name="T89" fmla="*/ 0 h 319"/>
                  <a:gd name="T90" fmla="*/ 0 w 839"/>
                  <a:gd name="T91" fmla="*/ 0 h 319"/>
                  <a:gd name="T92" fmla="*/ 0 w 839"/>
                  <a:gd name="T93" fmla="*/ 0 h 319"/>
                  <a:gd name="T94" fmla="*/ 0 w 839"/>
                  <a:gd name="T95" fmla="*/ 0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9" name="Freeform 13"/>
              <p:cNvSpPr>
                <a:spLocks/>
              </p:cNvSpPr>
              <p:nvPr/>
            </p:nvSpPr>
            <p:spPr bwMode="auto">
              <a:xfrm>
                <a:off x="4838" y="2408"/>
                <a:ext cx="145" cy="55"/>
              </a:xfrm>
              <a:custGeom>
                <a:avLst/>
                <a:gdLst>
                  <a:gd name="T0" fmla="*/ 0 w 413"/>
                  <a:gd name="T1" fmla="*/ 0 h 156"/>
                  <a:gd name="T2" fmla="*/ 0 w 413"/>
                  <a:gd name="T3" fmla="*/ 0 h 156"/>
                  <a:gd name="T4" fmla="*/ 0 w 413"/>
                  <a:gd name="T5" fmla="*/ 0 h 156"/>
                  <a:gd name="T6" fmla="*/ 0 w 413"/>
                  <a:gd name="T7" fmla="*/ 0 h 156"/>
                  <a:gd name="T8" fmla="*/ 0 w 413"/>
                  <a:gd name="T9" fmla="*/ 0 h 156"/>
                  <a:gd name="T10" fmla="*/ 0 w 413"/>
                  <a:gd name="T11" fmla="*/ 0 h 156"/>
                  <a:gd name="T12" fmla="*/ 0 w 413"/>
                  <a:gd name="T13" fmla="*/ 0 h 156"/>
                  <a:gd name="T14" fmla="*/ 0 w 413"/>
                  <a:gd name="T15" fmla="*/ 0 h 156"/>
                  <a:gd name="T16" fmla="*/ 0 w 413"/>
                  <a:gd name="T17" fmla="*/ 0 h 156"/>
                  <a:gd name="T18" fmla="*/ 0 w 413"/>
                  <a:gd name="T19" fmla="*/ 0 h 156"/>
                  <a:gd name="T20" fmla="*/ 0 w 413"/>
                  <a:gd name="T21" fmla="*/ 0 h 156"/>
                  <a:gd name="T22" fmla="*/ 0 w 413"/>
                  <a:gd name="T23" fmla="*/ 0 h 156"/>
                  <a:gd name="T24" fmla="*/ 0 w 413"/>
                  <a:gd name="T25" fmla="*/ 0 h 156"/>
                  <a:gd name="T26" fmla="*/ 0 w 413"/>
                  <a:gd name="T27" fmla="*/ 0 h 156"/>
                  <a:gd name="T28" fmla="*/ 0 w 413"/>
                  <a:gd name="T29" fmla="*/ 0 h 156"/>
                  <a:gd name="T30" fmla="*/ 0 w 413"/>
                  <a:gd name="T31" fmla="*/ 0 h 156"/>
                  <a:gd name="T32" fmla="*/ 0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0" name="Freeform 14"/>
              <p:cNvSpPr>
                <a:spLocks/>
              </p:cNvSpPr>
              <p:nvPr/>
            </p:nvSpPr>
            <p:spPr bwMode="auto">
              <a:xfrm>
                <a:off x="4854" y="2282"/>
                <a:ext cx="60" cy="131"/>
              </a:xfrm>
              <a:custGeom>
                <a:avLst/>
                <a:gdLst>
                  <a:gd name="T0" fmla="*/ 0 w 170"/>
                  <a:gd name="T1" fmla="*/ 0 h 373"/>
                  <a:gd name="T2" fmla="*/ 0 w 170"/>
                  <a:gd name="T3" fmla="*/ 0 h 373"/>
                  <a:gd name="T4" fmla="*/ 0 w 170"/>
                  <a:gd name="T5" fmla="*/ 0 h 373"/>
                  <a:gd name="T6" fmla="*/ 0 w 170"/>
                  <a:gd name="T7" fmla="*/ 0 h 373"/>
                  <a:gd name="T8" fmla="*/ 0 w 170"/>
                  <a:gd name="T9" fmla="*/ 0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1" name="Freeform 15"/>
              <p:cNvSpPr>
                <a:spLocks/>
              </p:cNvSpPr>
              <p:nvPr/>
            </p:nvSpPr>
            <p:spPr bwMode="auto">
              <a:xfrm>
                <a:off x="4908" y="2282"/>
                <a:ext cx="59" cy="131"/>
              </a:xfrm>
              <a:custGeom>
                <a:avLst/>
                <a:gdLst>
                  <a:gd name="T0" fmla="*/ 0 w 168"/>
                  <a:gd name="T1" fmla="*/ 0 h 373"/>
                  <a:gd name="T2" fmla="*/ 0 w 168"/>
                  <a:gd name="T3" fmla="*/ 0 h 373"/>
                  <a:gd name="T4" fmla="*/ 0 w 168"/>
                  <a:gd name="T5" fmla="*/ 0 h 373"/>
                  <a:gd name="T6" fmla="*/ 0 w 168"/>
                  <a:gd name="T7" fmla="*/ 0 h 373"/>
                  <a:gd name="T8" fmla="*/ 0 w 168"/>
                  <a:gd name="T9" fmla="*/ 0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2" name="Freeform 16"/>
              <p:cNvSpPr>
                <a:spLocks/>
              </p:cNvSpPr>
              <p:nvPr/>
            </p:nvSpPr>
            <p:spPr bwMode="auto">
              <a:xfrm>
                <a:off x="5087" y="2464"/>
                <a:ext cx="146" cy="55"/>
              </a:xfrm>
              <a:custGeom>
                <a:avLst/>
                <a:gdLst>
                  <a:gd name="T0" fmla="*/ 0 w 413"/>
                  <a:gd name="T1" fmla="*/ 0 h 158"/>
                  <a:gd name="T2" fmla="*/ 0 w 413"/>
                  <a:gd name="T3" fmla="*/ 0 h 158"/>
                  <a:gd name="T4" fmla="*/ 0 w 413"/>
                  <a:gd name="T5" fmla="*/ 0 h 158"/>
                  <a:gd name="T6" fmla="*/ 0 w 413"/>
                  <a:gd name="T7" fmla="*/ 0 h 158"/>
                  <a:gd name="T8" fmla="*/ 0 w 413"/>
                  <a:gd name="T9" fmla="*/ 0 h 158"/>
                  <a:gd name="T10" fmla="*/ 0 w 413"/>
                  <a:gd name="T11" fmla="*/ 0 h 158"/>
                  <a:gd name="T12" fmla="*/ 0 w 413"/>
                  <a:gd name="T13" fmla="*/ 0 h 158"/>
                  <a:gd name="T14" fmla="*/ 0 w 413"/>
                  <a:gd name="T15" fmla="*/ 0 h 158"/>
                  <a:gd name="T16" fmla="*/ 0 w 413"/>
                  <a:gd name="T17" fmla="*/ 0 h 158"/>
                  <a:gd name="T18" fmla="*/ 0 w 413"/>
                  <a:gd name="T19" fmla="*/ 0 h 158"/>
                  <a:gd name="T20" fmla="*/ 0 w 413"/>
                  <a:gd name="T21" fmla="*/ 0 h 158"/>
                  <a:gd name="T22" fmla="*/ 0 w 413"/>
                  <a:gd name="T23" fmla="*/ 0 h 158"/>
                  <a:gd name="T24" fmla="*/ 0 w 413"/>
                  <a:gd name="T25" fmla="*/ 0 h 158"/>
                  <a:gd name="T26" fmla="*/ 0 w 413"/>
                  <a:gd name="T27" fmla="*/ 0 h 158"/>
                  <a:gd name="T28" fmla="*/ 0 w 413"/>
                  <a:gd name="T29" fmla="*/ 0 h 158"/>
                  <a:gd name="T30" fmla="*/ 0 w 413"/>
                  <a:gd name="T31" fmla="*/ 0 h 158"/>
                  <a:gd name="T32" fmla="*/ 0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3" name="Freeform 17"/>
              <p:cNvSpPr>
                <a:spLocks/>
              </p:cNvSpPr>
              <p:nvPr/>
            </p:nvSpPr>
            <p:spPr bwMode="auto">
              <a:xfrm>
                <a:off x="5103"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4" name="Freeform 18"/>
              <p:cNvSpPr>
                <a:spLocks/>
              </p:cNvSpPr>
              <p:nvPr/>
            </p:nvSpPr>
            <p:spPr bwMode="auto">
              <a:xfrm>
                <a:off x="5157"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5" name="Rectangle 19"/>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46" name="Rectangle 20"/>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47" name="Freeform 21"/>
              <p:cNvSpPr>
                <a:spLocks/>
              </p:cNvSpPr>
              <p:nvPr/>
            </p:nvSpPr>
            <p:spPr bwMode="auto">
              <a:xfrm>
                <a:off x="5008" y="2218"/>
                <a:ext cx="45" cy="46"/>
              </a:xfrm>
              <a:custGeom>
                <a:avLst/>
                <a:gdLst>
                  <a:gd name="T0" fmla="*/ 0 w 129"/>
                  <a:gd name="T1" fmla="*/ 0 h 128"/>
                  <a:gd name="T2" fmla="*/ 0 w 129"/>
                  <a:gd name="T3" fmla="*/ 0 h 128"/>
                  <a:gd name="T4" fmla="*/ 0 w 129"/>
                  <a:gd name="T5" fmla="*/ 0 h 128"/>
                  <a:gd name="T6" fmla="*/ 0 w 129"/>
                  <a:gd name="T7" fmla="*/ 0 h 128"/>
                  <a:gd name="T8" fmla="*/ 0 w 129"/>
                  <a:gd name="T9" fmla="*/ 0 h 128"/>
                  <a:gd name="T10" fmla="*/ 0 w 129"/>
                  <a:gd name="T11" fmla="*/ 0 h 128"/>
                  <a:gd name="T12" fmla="*/ 0 w 129"/>
                  <a:gd name="T13" fmla="*/ 0 h 128"/>
                  <a:gd name="T14" fmla="*/ 0 w 129"/>
                  <a:gd name="T15" fmla="*/ 0 h 128"/>
                  <a:gd name="T16" fmla="*/ 0 w 129"/>
                  <a:gd name="T17" fmla="*/ 0 h 128"/>
                  <a:gd name="T18" fmla="*/ 0 w 129"/>
                  <a:gd name="T19" fmla="*/ 0 h 128"/>
                  <a:gd name="T20" fmla="*/ 0 w 129"/>
                  <a:gd name="T21" fmla="*/ 0 h 128"/>
                  <a:gd name="T22" fmla="*/ 0 w 129"/>
                  <a:gd name="T23" fmla="*/ 0 h 128"/>
                  <a:gd name="T24" fmla="*/ 0 w 129"/>
                  <a:gd name="T25" fmla="*/ 0 h 128"/>
                  <a:gd name="T26" fmla="*/ 0 w 129"/>
                  <a:gd name="T27" fmla="*/ 0 h 128"/>
                  <a:gd name="T28" fmla="*/ 0 w 129"/>
                  <a:gd name="T29" fmla="*/ 0 h 128"/>
                  <a:gd name="T30" fmla="*/ 0 w 129"/>
                  <a:gd name="T31" fmla="*/ 0 h 128"/>
                  <a:gd name="T32" fmla="*/ 0 w 129"/>
                  <a:gd name="T33" fmla="*/ 0 h 128"/>
                  <a:gd name="T34" fmla="*/ 0 w 129"/>
                  <a:gd name="T35" fmla="*/ 0 h 128"/>
                  <a:gd name="T36" fmla="*/ 0 w 129"/>
                  <a:gd name="T37" fmla="*/ 0 h 128"/>
                  <a:gd name="T38" fmla="*/ 0 w 129"/>
                  <a:gd name="T39" fmla="*/ 0 h 128"/>
                  <a:gd name="T40" fmla="*/ 0 w 129"/>
                  <a:gd name="T41" fmla="*/ 0 h 128"/>
                  <a:gd name="T42" fmla="*/ 0 w 129"/>
                  <a:gd name="T43" fmla="*/ 0 h 128"/>
                  <a:gd name="T44" fmla="*/ 0 w 129"/>
                  <a:gd name="T45" fmla="*/ 0 h 128"/>
                  <a:gd name="T46" fmla="*/ 0 w 129"/>
                  <a:gd name="T47" fmla="*/ 0 h 128"/>
                  <a:gd name="T48" fmla="*/ 0 w 129"/>
                  <a:gd name="T49" fmla="*/ 0 h 128"/>
                  <a:gd name="T50" fmla="*/ 0 w 129"/>
                  <a:gd name="T51" fmla="*/ 0 h 128"/>
                  <a:gd name="T52" fmla="*/ 0 w 129"/>
                  <a:gd name="T53" fmla="*/ 0 h 128"/>
                  <a:gd name="T54" fmla="*/ 0 w 129"/>
                  <a:gd name="T55" fmla="*/ 0 h 128"/>
                  <a:gd name="T56" fmla="*/ 0 w 129"/>
                  <a:gd name="T57" fmla="*/ 0 h 128"/>
                  <a:gd name="T58" fmla="*/ 0 w 129"/>
                  <a:gd name="T59" fmla="*/ 0 h 128"/>
                  <a:gd name="T60" fmla="*/ 0 w 129"/>
                  <a:gd name="T61" fmla="*/ 0 h 128"/>
                  <a:gd name="T62" fmla="*/ 0 w 129"/>
                  <a:gd name="T63" fmla="*/ 0 h 128"/>
                  <a:gd name="T64" fmla="*/ 0 w 129"/>
                  <a:gd name="T65" fmla="*/ 0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8" name="Rectangle 22"/>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sp>
        <p:nvSpPr>
          <p:cNvPr id="149" name="AutoShape 10"/>
          <p:cNvSpPr>
            <a:spLocks noChangeArrowheads="1"/>
          </p:cNvSpPr>
          <p:nvPr/>
        </p:nvSpPr>
        <p:spPr bwMode="auto">
          <a:xfrm>
            <a:off x="5437407" y="5498924"/>
            <a:ext cx="3474068" cy="419691"/>
          </a:xfrm>
          <a:prstGeom prst="roundRect">
            <a:avLst>
              <a:gd name="adj" fmla="val 16667"/>
            </a:avLst>
          </a:prstGeom>
          <a:noFill/>
          <a:ln w="57150" algn="ctr">
            <a:solidFill>
              <a:srgbClr val="FFCC99"/>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150" name="Line 11"/>
          <p:cNvSpPr>
            <a:spLocks noChangeShapeType="1"/>
          </p:cNvSpPr>
          <p:nvPr/>
        </p:nvSpPr>
        <p:spPr bwMode="auto">
          <a:xfrm>
            <a:off x="3385547" y="5708770"/>
            <a:ext cx="2037074" cy="0"/>
          </a:xfrm>
          <a:prstGeom prst="line">
            <a:avLst/>
          </a:prstGeom>
          <a:noFill/>
          <a:ln w="57150">
            <a:solidFill>
              <a:srgbClr val="FFCC99"/>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151" name="Text Box 15"/>
          <p:cNvSpPr txBox="1">
            <a:spLocks noChangeArrowheads="1"/>
          </p:cNvSpPr>
          <p:nvPr/>
        </p:nvSpPr>
        <p:spPr bwMode="auto">
          <a:xfrm>
            <a:off x="2733643" y="887647"/>
            <a:ext cx="1437524"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dirty="0">
                <a:solidFill>
                  <a:srgbClr val="FF9966"/>
                </a:solidFill>
              </a:rPr>
              <a:t>adjuster:</a:t>
            </a:r>
            <a:br>
              <a:rPr lang="en-US" sz="1800" b="1" dirty="0">
                <a:solidFill>
                  <a:srgbClr val="FF9966"/>
                </a:solidFill>
              </a:rPr>
            </a:br>
            <a:r>
              <a:rPr lang="en-US" sz="1800" b="1" dirty="0">
                <a:solidFill>
                  <a:srgbClr val="FF9966"/>
                </a:solidFill>
              </a:rPr>
              <a:t>Gerald Ickes</a:t>
            </a:r>
          </a:p>
        </p:txBody>
      </p:sp>
      <p:pic>
        <p:nvPicPr>
          <p:cNvPr id="3075" name="Picture 3" descr="C:\Users\trhoades\AppData\Local\Microsoft\Windows\Temporary Internet Files\Content.IE5\CA6OBRVK\MC900335232[1].wmf"/>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189064" y="1939238"/>
            <a:ext cx="592537" cy="563142"/>
          </a:xfrm>
          <a:prstGeom prst="rect">
            <a:avLst/>
          </a:prstGeom>
          <a:noFill/>
          <a:extLst>
            <a:ext uri="{909E8E84-426E-40DD-AFC4-6F175D3DCCD1}">
              <a14:hiddenFill xmlns:a14="http://schemas.microsoft.com/office/drawing/2010/main">
                <a:solidFill>
                  <a:srgbClr val="FFFFFF"/>
                </a:solidFill>
              </a14:hiddenFill>
            </a:ext>
          </a:extLst>
        </p:spPr>
      </p:pic>
      <p:grpSp>
        <p:nvGrpSpPr>
          <p:cNvPr id="99" name="Group 40"/>
          <p:cNvGrpSpPr>
            <a:grpSpLocks/>
          </p:cNvGrpSpPr>
          <p:nvPr/>
        </p:nvGrpSpPr>
        <p:grpSpPr bwMode="auto">
          <a:xfrm>
            <a:off x="6171846" y="1550942"/>
            <a:ext cx="1179009" cy="869156"/>
            <a:chOff x="1760" y="442"/>
            <a:chExt cx="1054" cy="777"/>
          </a:xfrm>
        </p:grpSpPr>
        <p:sp>
          <p:nvSpPr>
            <p:cNvPr id="100" name="Rectangle 41"/>
            <p:cNvSpPr>
              <a:spLocks noChangeArrowheads="1"/>
            </p:cNvSpPr>
            <p:nvPr/>
          </p:nvSpPr>
          <p:spPr bwMode="auto">
            <a:xfrm>
              <a:off x="1760" y="442"/>
              <a:ext cx="1054" cy="777"/>
            </a:xfrm>
            <a:prstGeom prst="rect">
              <a:avLst/>
            </a:prstGeom>
            <a:solidFill>
              <a:srgbClr val="B2B2B2"/>
            </a:solidFill>
            <a:ln w="12700"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pPr>
                <a:buClr>
                  <a:srgbClr val="FFFFFF"/>
                </a:buClr>
                <a:defRPr/>
              </a:pPr>
              <a:endParaRPr lang="en-US" sz="2400" kern="0"/>
            </a:p>
          </p:txBody>
        </p:sp>
        <p:sp>
          <p:nvSpPr>
            <p:cNvPr id="101" name="AutoShape 42"/>
            <p:cNvSpPr>
              <a:spLocks noChangeArrowheads="1"/>
            </p:cNvSpPr>
            <p:nvPr/>
          </p:nvSpPr>
          <p:spPr bwMode="auto">
            <a:xfrm rot="2681173">
              <a:off x="1969" y="624"/>
              <a:ext cx="399" cy="409"/>
            </a:xfrm>
            <a:prstGeom prst="irregularSeal2">
              <a:avLst/>
            </a:prstGeom>
            <a:gradFill rotWithShape="1">
              <a:gsLst>
                <a:gs pos="0">
                  <a:srgbClr val="FFFF66"/>
                </a:gs>
                <a:gs pos="100000">
                  <a:srgbClr val="FF0000"/>
                </a:gs>
              </a:gsLst>
              <a:path path="shape">
                <a:fillToRect l="50000" t="50000" r="50000" b="50000"/>
              </a:path>
            </a:gradFill>
            <a:ln>
              <a:noFill/>
            </a:ln>
            <a:effectLst/>
            <a:extLst>
              <a:ext uri="{91240B29-F687-4F45-9708-019B960494DF}">
                <a14:hiddenLine xmlns:a14="http://schemas.microsoft.com/office/drawing/2010/main" w="12700" algn="ctr">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pPr>
                <a:buClr>
                  <a:srgbClr val="FFFFFF"/>
                </a:buClr>
                <a:defRPr/>
              </a:pPr>
              <a:endParaRPr lang="en-US" sz="2400" kern="0"/>
            </a:p>
          </p:txBody>
        </p:sp>
        <p:sp>
          <p:nvSpPr>
            <p:cNvPr id="102" name="Freeform 43"/>
            <p:cNvSpPr>
              <a:spLocks/>
            </p:cNvSpPr>
            <p:nvPr/>
          </p:nvSpPr>
          <p:spPr bwMode="auto">
            <a:xfrm>
              <a:off x="2021" y="743"/>
              <a:ext cx="19" cy="19"/>
            </a:xfrm>
            <a:custGeom>
              <a:avLst/>
              <a:gdLst>
                <a:gd name="T0" fmla="*/ 9 w 75"/>
                <a:gd name="T1" fmla="*/ 19 h 76"/>
                <a:gd name="T2" fmla="*/ 13 w 75"/>
                <a:gd name="T3" fmla="*/ 19 h 76"/>
                <a:gd name="T4" fmla="*/ 16 w 75"/>
                <a:gd name="T5" fmla="*/ 16 h 76"/>
                <a:gd name="T6" fmla="*/ 18 w 75"/>
                <a:gd name="T7" fmla="*/ 13 h 76"/>
                <a:gd name="T8" fmla="*/ 19 w 75"/>
                <a:gd name="T9" fmla="*/ 10 h 76"/>
                <a:gd name="T10" fmla="*/ 18 w 75"/>
                <a:gd name="T11" fmla="*/ 6 h 76"/>
                <a:gd name="T12" fmla="*/ 16 w 75"/>
                <a:gd name="T13" fmla="*/ 3 h 76"/>
                <a:gd name="T14" fmla="*/ 13 w 75"/>
                <a:gd name="T15" fmla="*/ 1 h 76"/>
                <a:gd name="T16" fmla="*/ 9 w 75"/>
                <a:gd name="T17" fmla="*/ 0 h 76"/>
                <a:gd name="T18" fmla="*/ 6 w 75"/>
                <a:gd name="T19" fmla="*/ 1 h 76"/>
                <a:gd name="T20" fmla="*/ 3 w 75"/>
                <a:gd name="T21" fmla="*/ 3 h 76"/>
                <a:gd name="T22" fmla="*/ 1 w 75"/>
                <a:gd name="T23" fmla="*/ 6 h 76"/>
                <a:gd name="T24" fmla="*/ 0 w 75"/>
                <a:gd name="T25" fmla="*/ 10 h 76"/>
                <a:gd name="T26" fmla="*/ 1 w 75"/>
                <a:gd name="T27" fmla="*/ 13 h 76"/>
                <a:gd name="T28" fmla="*/ 3 w 75"/>
                <a:gd name="T29" fmla="*/ 16 h 76"/>
                <a:gd name="T30" fmla="*/ 6 w 75"/>
                <a:gd name="T31" fmla="*/ 19 h 76"/>
                <a:gd name="T32" fmla="*/ 9 w 75"/>
                <a:gd name="T33" fmla="*/ 19 h 7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75" h="76">
                  <a:moveTo>
                    <a:pt x="37" y="76"/>
                  </a:moveTo>
                  <a:lnTo>
                    <a:pt x="52" y="74"/>
                  </a:lnTo>
                  <a:lnTo>
                    <a:pt x="65" y="65"/>
                  </a:lnTo>
                  <a:lnTo>
                    <a:pt x="72" y="53"/>
                  </a:lnTo>
                  <a:lnTo>
                    <a:pt x="75" y="38"/>
                  </a:lnTo>
                  <a:lnTo>
                    <a:pt x="72" y="23"/>
                  </a:lnTo>
                  <a:lnTo>
                    <a:pt x="65" y="12"/>
                  </a:lnTo>
                  <a:lnTo>
                    <a:pt x="52" y="3"/>
                  </a:lnTo>
                  <a:lnTo>
                    <a:pt x="37" y="0"/>
                  </a:lnTo>
                  <a:lnTo>
                    <a:pt x="23" y="3"/>
                  </a:lnTo>
                  <a:lnTo>
                    <a:pt x="11" y="12"/>
                  </a:lnTo>
                  <a:lnTo>
                    <a:pt x="3" y="23"/>
                  </a:lnTo>
                  <a:lnTo>
                    <a:pt x="0" y="38"/>
                  </a:lnTo>
                  <a:lnTo>
                    <a:pt x="3" y="53"/>
                  </a:lnTo>
                  <a:lnTo>
                    <a:pt x="11" y="65"/>
                  </a:lnTo>
                  <a:lnTo>
                    <a:pt x="23" y="74"/>
                  </a:lnTo>
                  <a:lnTo>
                    <a:pt x="37" y="7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buClr>
                  <a:srgbClr val="FFFFFF"/>
                </a:buClr>
                <a:defRPr/>
              </a:pPr>
              <a:endParaRPr lang="en-US" sz="2400" kern="0"/>
            </a:p>
          </p:txBody>
        </p:sp>
        <p:sp>
          <p:nvSpPr>
            <p:cNvPr id="103" name="Freeform 44"/>
            <p:cNvSpPr>
              <a:spLocks/>
            </p:cNvSpPr>
            <p:nvPr/>
          </p:nvSpPr>
          <p:spPr bwMode="auto">
            <a:xfrm>
              <a:off x="2054" y="743"/>
              <a:ext cx="20" cy="20"/>
            </a:xfrm>
            <a:custGeom>
              <a:avLst/>
              <a:gdLst>
                <a:gd name="T0" fmla="*/ 10 w 77"/>
                <a:gd name="T1" fmla="*/ 20 h 76"/>
                <a:gd name="T2" fmla="*/ 14 w 77"/>
                <a:gd name="T3" fmla="*/ 19 h 76"/>
                <a:gd name="T4" fmla="*/ 17 w 77"/>
                <a:gd name="T5" fmla="*/ 17 h 76"/>
                <a:gd name="T6" fmla="*/ 19 w 77"/>
                <a:gd name="T7" fmla="*/ 14 h 76"/>
                <a:gd name="T8" fmla="*/ 20 w 77"/>
                <a:gd name="T9" fmla="*/ 10 h 76"/>
                <a:gd name="T10" fmla="*/ 19 w 77"/>
                <a:gd name="T11" fmla="*/ 6 h 76"/>
                <a:gd name="T12" fmla="*/ 17 w 77"/>
                <a:gd name="T13" fmla="*/ 3 h 76"/>
                <a:gd name="T14" fmla="*/ 14 w 77"/>
                <a:gd name="T15" fmla="*/ 1 h 76"/>
                <a:gd name="T16" fmla="*/ 10 w 77"/>
                <a:gd name="T17" fmla="*/ 0 h 76"/>
                <a:gd name="T18" fmla="*/ 6 w 77"/>
                <a:gd name="T19" fmla="*/ 1 h 76"/>
                <a:gd name="T20" fmla="*/ 3 w 77"/>
                <a:gd name="T21" fmla="*/ 3 h 76"/>
                <a:gd name="T22" fmla="*/ 1 w 77"/>
                <a:gd name="T23" fmla="*/ 6 h 76"/>
                <a:gd name="T24" fmla="*/ 0 w 77"/>
                <a:gd name="T25" fmla="*/ 10 h 76"/>
                <a:gd name="T26" fmla="*/ 1 w 77"/>
                <a:gd name="T27" fmla="*/ 14 h 76"/>
                <a:gd name="T28" fmla="*/ 3 w 77"/>
                <a:gd name="T29" fmla="*/ 17 h 76"/>
                <a:gd name="T30" fmla="*/ 6 w 77"/>
                <a:gd name="T31" fmla="*/ 19 h 76"/>
                <a:gd name="T32" fmla="*/ 10 w 77"/>
                <a:gd name="T33" fmla="*/ 20 h 7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77" h="76">
                  <a:moveTo>
                    <a:pt x="38" y="76"/>
                  </a:moveTo>
                  <a:lnTo>
                    <a:pt x="54" y="73"/>
                  </a:lnTo>
                  <a:lnTo>
                    <a:pt x="65" y="65"/>
                  </a:lnTo>
                  <a:lnTo>
                    <a:pt x="74" y="53"/>
                  </a:lnTo>
                  <a:lnTo>
                    <a:pt x="77" y="39"/>
                  </a:lnTo>
                  <a:lnTo>
                    <a:pt x="74" y="23"/>
                  </a:lnTo>
                  <a:lnTo>
                    <a:pt x="65" y="11"/>
                  </a:lnTo>
                  <a:lnTo>
                    <a:pt x="54" y="3"/>
                  </a:lnTo>
                  <a:lnTo>
                    <a:pt x="38" y="0"/>
                  </a:lnTo>
                  <a:lnTo>
                    <a:pt x="24" y="3"/>
                  </a:lnTo>
                  <a:lnTo>
                    <a:pt x="12" y="11"/>
                  </a:lnTo>
                  <a:lnTo>
                    <a:pt x="3" y="23"/>
                  </a:lnTo>
                  <a:lnTo>
                    <a:pt x="0" y="39"/>
                  </a:lnTo>
                  <a:lnTo>
                    <a:pt x="3" y="53"/>
                  </a:lnTo>
                  <a:lnTo>
                    <a:pt x="12" y="65"/>
                  </a:lnTo>
                  <a:lnTo>
                    <a:pt x="24" y="73"/>
                  </a:lnTo>
                  <a:lnTo>
                    <a:pt x="38" y="7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buClr>
                  <a:srgbClr val="FFFFFF"/>
                </a:buClr>
                <a:defRPr/>
              </a:pPr>
              <a:endParaRPr lang="en-US" sz="2400" kern="0"/>
            </a:p>
          </p:txBody>
        </p:sp>
        <p:sp>
          <p:nvSpPr>
            <p:cNvPr id="104" name="Freeform 45"/>
            <p:cNvSpPr>
              <a:spLocks/>
            </p:cNvSpPr>
            <p:nvPr/>
          </p:nvSpPr>
          <p:spPr bwMode="auto">
            <a:xfrm>
              <a:off x="2109" y="787"/>
              <a:ext cx="19" cy="19"/>
            </a:xfrm>
            <a:custGeom>
              <a:avLst/>
              <a:gdLst>
                <a:gd name="T0" fmla="*/ 14 w 74"/>
                <a:gd name="T1" fmla="*/ 18 h 75"/>
                <a:gd name="T2" fmla="*/ 17 w 74"/>
                <a:gd name="T3" fmla="*/ 15 h 75"/>
                <a:gd name="T4" fmla="*/ 19 w 74"/>
                <a:gd name="T5" fmla="*/ 12 h 75"/>
                <a:gd name="T6" fmla="*/ 19 w 74"/>
                <a:gd name="T7" fmla="*/ 9 h 75"/>
                <a:gd name="T8" fmla="*/ 18 w 74"/>
                <a:gd name="T9" fmla="*/ 5 h 75"/>
                <a:gd name="T10" fmla="*/ 17 w 74"/>
                <a:gd name="T11" fmla="*/ 3 h 75"/>
                <a:gd name="T12" fmla="*/ 15 w 74"/>
                <a:gd name="T13" fmla="*/ 2 h 75"/>
                <a:gd name="T14" fmla="*/ 14 w 74"/>
                <a:gd name="T15" fmla="*/ 1 h 75"/>
                <a:gd name="T16" fmla="*/ 12 w 74"/>
                <a:gd name="T17" fmla="*/ 0 h 75"/>
                <a:gd name="T18" fmla="*/ 10 w 74"/>
                <a:gd name="T19" fmla="*/ 0 h 75"/>
                <a:gd name="T20" fmla="*/ 8 w 74"/>
                <a:gd name="T21" fmla="*/ 0 h 75"/>
                <a:gd name="T22" fmla="*/ 6 w 74"/>
                <a:gd name="T23" fmla="*/ 1 h 75"/>
                <a:gd name="T24" fmla="*/ 5 w 74"/>
                <a:gd name="T25" fmla="*/ 1 h 75"/>
                <a:gd name="T26" fmla="*/ 2 w 74"/>
                <a:gd name="T27" fmla="*/ 4 h 75"/>
                <a:gd name="T28" fmla="*/ 0 w 74"/>
                <a:gd name="T29" fmla="*/ 7 h 75"/>
                <a:gd name="T30" fmla="*/ 0 w 74"/>
                <a:gd name="T31" fmla="*/ 11 h 75"/>
                <a:gd name="T32" fmla="*/ 1 w 74"/>
                <a:gd name="T33" fmla="*/ 14 h 75"/>
                <a:gd name="T34" fmla="*/ 3 w 74"/>
                <a:gd name="T35" fmla="*/ 16 h 75"/>
                <a:gd name="T36" fmla="*/ 4 w 74"/>
                <a:gd name="T37" fmla="*/ 17 h 75"/>
                <a:gd name="T38" fmla="*/ 5 w 74"/>
                <a:gd name="T39" fmla="*/ 18 h 75"/>
                <a:gd name="T40" fmla="*/ 7 w 74"/>
                <a:gd name="T41" fmla="*/ 19 h 75"/>
                <a:gd name="T42" fmla="*/ 9 w 74"/>
                <a:gd name="T43" fmla="*/ 19 h 75"/>
                <a:gd name="T44" fmla="*/ 11 w 74"/>
                <a:gd name="T45" fmla="*/ 19 h 75"/>
                <a:gd name="T46" fmla="*/ 13 w 74"/>
                <a:gd name="T47" fmla="*/ 19 h 75"/>
                <a:gd name="T48" fmla="*/ 14 w 74"/>
                <a:gd name="T49" fmla="*/ 18 h 7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74" h="75">
                  <a:moveTo>
                    <a:pt x="56" y="71"/>
                  </a:moveTo>
                  <a:lnTo>
                    <a:pt x="67" y="61"/>
                  </a:lnTo>
                  <a:lnTo>
                    <a:pt x="74" y="47"/>
                  </a:lnTo>
                  <a:lnTo>
                    <a:pt x="74" y="34"/>
                  </a:lnTo>
                  <a:lnTo>
                    <a:pt x="70" y="19"/>
                  </a:lnTo>
                  <a:lnTo>
                    <a:pt x="66" y="13"/>
                  </a:lnTo>
                  <a:lnTo>
                    <a:pt x="60" y="8"/>
                  </a:lnTo>
                  <a:lnTo>
                    <a:pt x="54" y="3"/>
                  </a:lnTo>
                  <a:lnTo>
                    <a:pt x="47" y="0"/>
                  </a:lnTo>
                  <a:lnTo>
                    <a:pt x="40" y="0"/>
                  </a:lnTo>
                  <a:lnTo>
                    <a:pt x="33" y="0"/>
                  </a:lnTo>
                  <a:lnTo>
                    <a:pt x="25" y="2"/>
                  </a:lnTo>
                  <a:lnTo>
                    <a:pt x="18" y="5"/>
                  </a:lnTo>
                  <a:lnTo>
                    <a:pt x="7" y="15"/>
                  </a:lnTo>
                  <a:lnTo>
                    <a:pt x="1" y="28"/>
                  </a:lnTo>
                  <a:lnTo>
                    <a:pt x="0" y="42"/>
                  </a:lnTo>
                  <a:lnTo>
                    <a:pt x="5" y="57"/>
                  </a:lnTo>
                  <a:lnTo>
                    <a:pt x="10" y="62"/>
                  </a:lnTo>
                  <a:lnTo>
                    <a:pt x="15" y="68"/>
                  </a:lnTo>
                  <a:lnTo>
                    <a:pt x="21" y="73"/>
                  </a:lnTo>
                  <a:lnTo>
                    <a:pt x="28" y="74"/>
                  </a:lnTo>
                  <a:lnTo>
                    <a:pt x="34" y="75"/>
                  </a:lnTo>
                  <a:lnTo>
                    <a:pt x="41" y="75"/>
                  </a:lnTo>
                  <a:lnTo>
                    <a:pt x="49" y="74"/>
                  </a:lnTo>
                  <a:lnTo>
                    <a:pt x="56" y="7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buClr>
                  <a:srgbClr val="FFFFFF"/>
                </a:buClr>
                <a:defRPr/>
              </a:pPr>
              <a:endParaRPr lang="en-US" sz="2400" kern="0"/>
            </a:p>
          </p:txBody>
        </p:sp>
        <p:sp>
          <p:nvSpPr>
            <p:cNvPr id="105" name="Freeform 46"/>
            <p:cNvSpPr>
              <a:spLocks/>
            </p:cNvSpPr>
            <p:nvPr/>
          </p:nvSpPr>
          <p:spPr bwMode="auto">
            <a:xfrm>
              <a:off x="2081" y="761"/>
              <a:ext cx="19" cy="19"/>
            </a:xfrm>
            <a:custGeom>
              <a:avLst/>
              <a:gdLst>
                <a:gd name="T0" fmla="*/ 16 w 75"/>
                <a:gd name="T1" fmla="*/ 16 h 77"/>
                <a:gd name="T2" fmla="*/ 18 w 75"/>
                <a:gd name="T3" fmla="*/ 13 h 77"/>
                <a:gd name="T4" fmla="*/ 19 w 75"/>
                <a:gd name="T5" fmla="*/ 9 h 77"/>
                <a:gd name="T6" fmla="*/ 18 w 75"/>
                <a:gd name="T7" fmla="*/ 6 h 77"/>
                <a:gd name="T8" fmla="*/ 16 w 75"/>
                <a:gd name="T9" fmla="*/ 2 h 77"/>
                <a:gd name="T10" fmla="*/ 14 w 75"/>
                <a:gd name="T11" fmla="*/ 1 h 77"/>
                <a:gd name="T12" fmla="*/ 13 w 75"/>
                <a:gd name="T13" fmla="*/ 1 h 77"/>
                <a:gd name="T14" fmla="*/ 11 w 75"/>
                <a:gd name="T15" fmla="*/ 0 h 77"/>
                <a:gd name="T16" fmla="*/ 9 w 75"/>
                <a:gd name="T17" fmla="*/ 0 h 77"/>
                <a:gd name="T18" fmla="*/ 7 w 75"/>
                <a:gd name="T19" fmla="*/ 0 h 77"/>
                <a:gd name="T20" fmla="*/ 5 w 75"/>
                <a:gd name="T21" fmla="*/ 1 h 77"/>
                <a:gd name="T22" fmla="*/ 4 w 75"/>
                <a:gd name="T23" fmla="*/ 2 h 77"/>
                <a:gd name="T24" fmla="*/ 3 w 75"/>
                <a:gd name="T25" fmla="*/ 3 h 77"/>
                <a:gd name="T26" fmla="*/ 0 w 75"/>
                <a:gd name="T27" fmla="*/ 6 h 77"/>
                <a:gd name="T28" fmla="*/ 0 w 75"/>
                <a:gd name="T29" fmla="*/ 10 h 77"/>
                <a:gd name="T30" fmla="*/ 1 w 75"/>
                <a:gd name="T31" fmla="*/ 13 h 77"/>
                <a:gd name="T32" fmla="*/ 3 w 75"/>
                <a:gd name="T33" fmla="*/ 16 h 77"/>
                <a:gd name="T34" fmla="*/ 4 w 75"/>
                <a:gd name="T35" fmla="*/ 18 h 77"/>
                <a:gd name="T36" fmla="*/ 6 w 75"/>
                <a:gd name="T37" fmla="*/ 18 h 77"/>
                <a:gd name="T38" fmla="*/ 8 w 75"/>
                <a:gd name="T39" fmla="*/ 19 h 77"/>
                <a:gd name="T40" fmla="*/ 10 w 75"/>
                <a:gd name="T41" fmla="*/ 19 h 77"/>
                <a:gd name="T42" fmla="*/ 12 w 75"/>
                <a:gd name="T43" fmla="*/ 19 h 77"/>
                <a:gd name="T44" fmla="*/ 13 w 75"/>
                <a:gd name="T45" fmla="*/ 18 h 77"/>
                <a:gd name="T46" fmla="*/ 15 w 75"/>
                <a:gd name="T47" fmla="*/ 17 h 77"/>
                <a:gd name="T48" fmla="*/ 16 w 75"/>
                <a:gd name="T49" fmla="*/ 16 h 7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75" h="77">
                  <a:moveTo>
                    <a:pt x="64" y="64"/>
                  </a:moveTo>
                  <a:lnTo>
                    <a:pt x="72" y="51"/>
                  </a:lnTo>
                  <a:lnTo>
                    <a:pt x="75" y="36"/>
                  </a:lnTo>
                  <a:lnTo>
                    <a:pt x="72" y="23"/>
                  </a:lnTo>
                  <a:lnTo>
                    <a:pt x="63" y="10"/>
                  </a:lnTo>
                  <a:lnTo>
                    <a:pt x="57" y="6"/>
                  </a:lnTo>
                  <a:lnTo>
                    <a:pt x="50" y="3"/>
                  </a:lnTo>
                  <a:lnTo>
                    <a:pt x="43" y="0"/>
                  </a:lnTo>
                  <a:lnTo>
                    <a:pt x="36" y="0"/>
                  </a:lnTo>
                  <a:lnTo>
                    <a:pt x="28" y="2"/>
                  </a:lnTo>
                  <a:lnTo>
                    <a:pt x="21" y="4"/>
                  </a:lnTo>
                  <a:lnTo>
                    <a:pt x="15" y="7"/>
                  </a:lnTo>
                  <a:lnTo>
                    <a:pt x="10" y="13"/>
                  </a:lnTo>
                  <a:lnTo>
                    <a:pt x="1" y="26"/>
                  </a:lnTo>
                  <a:lnTo>
                    <a:pt x="0" y="39"/>
                  </a:lnTo>
                  <a:lnTo>
                    <a:pt x="3" y="53"/>
                  </a:lnTo>
                  <a:lnTo>
                    <a:pt x="11" y="66"/>
                  </a:lnTo>
                  <a:lnTo>
                    <a:pt x="17" y="71"/>
                  </a:lnTo>
                  <a:lnTo>
                    <a:pt x="24" y="74"/>
                  </a:lnTo>
                  <a:lnTo>
                    <a:pt x="31" y="77"/>
                  </a:lnTo>
                  <a:lnTo>
                    <a:pt x="39" y="77"/>
                  </a:lnTo>
                  <a:lnTo>
                    <a:pt x="46" y="75"/>
                  </a:lnTo>
                  <a:lnTo>
                    <a:pt x="53" y="72"/>
                  </a:lnTo>
                  <a:lnTo>
                    <a:pt x="59" y="69"/>
                  </a:lnTo>
                  <a:lnTo>
                    <a:pt x="64" y="6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buClr>
                  <a:srgbClr val="FFFFFF"/>
                </a:buClr>
                <a:defRPr/>
              </a:pPr>
              <a:endParaRPr lang="en-US" sz="2400" kern="0"/>
            </a:p>
          </p:txBody>
        </p:sp>
        <p:grpSp>
          <p:nvGrpSpPr>
            <p:cNvPr id="106" name="Group 47"/>
            <p:cNvGrpSpPr>
              <a:grpSpLocks/>
            </p:cNvGrpSpPr>
            <p:nvPr/>
          </p:nvGrpSpPr>
          <p:grpSpPr bwMode="auto">
            <a:xfrm>
              <a:off x="1779" y="671"/>
              <a:ext cx="234" cy="219"/>
              <a:chOff x="3323" y="2342"/>
              <a:chExt cx="463" cy="432"/>
            </a:xfrm>
          </p:grpSpPr>
          <p:sp>
            <p:nvSpPr>
              <p:cNvPr id="130" name="Freeform 48"/>
              <p:cNvSpPr>
                <a:spLocks/>
              </p:cNvSpPr>
              <p:nvPr/>
            </p:nvSpPr>
            <p:spPr bwMode="auto">
              <a:xfrm>
                <a:off x="3323" y="2342"/>
                <a:ext cx="463" cy="432"/>
              </a:xfrm>
              <a:custGeom>
                <a:avLst/>
                <a:gdLst>
                  <a:gd name="T0" fmla="*/ 463 w 926"/>
                  <a:gd name="T1" fmla="*/ 160 h 865"/>
                  <a:gd name="T2" fmla="*/ 332 w 926"/>
                  <a:gd name="T3" fmla="*/ 0 h 865"/>
                  <a:gd name="T4" fmla="*/ 0 w 926"/>
                  <a:gd name="T5" fmla="*/ 271 h 865"/>
                  <a:gd name="T6" fmla="*/ 132 w 926"/>
                  <a:gd name="T7" fmla="*/ 432 h 865"/>
                  <a:gd name="T8" fmla="*/ 463 w 926"/>
                  <a:gd name="T9" fmla="*/ 160 h 86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26" h="865">
                    <a:moveTo>
                      <a:pt x="926" y="321"/>
                    </a:moveTo>
                    <a:lnTo>
                      <a:pt x="663" y="0"/>
                    </a:lnTo>
                    <a:lnTo>
                      <a:pt x="0" y="543"/>
                    </a:lnTo>
                    <a:lnTo>
                      <a:pt x="264" y="865"/>
                    </a:lnTo>
                    <a:lnTo>
                      <a:pt x="926" y="321"/>
                    </a:lnTo>
                    <a:close/>
                  </a:path>
                </a:pathLst>
              </a:custGeom>
              <a:solidFill>
                <a:srgbClr val="FF0000"/>
              </a:solidFill>
              <a:ln w="12700" cmpd="sng">
                <a:solidFill>
                  <a:srgbClr val="000000"/>
                </a:solidFill>
                <a:round/>
                <a:headEnd/>
                <a:tailEnd/>
              </a:ln>
            </p:spPr>
            <p:txBody>
              <a:bodyPr/>
              <a:lstStyle/>
              <a:p>
                <a:pPr>
                  <a:buClr>
                    <a:srgbClr val="FFFFFF"/>
                  </a:buClr>
                  <a:defRPr/>
                </a:pPr>
                <a:endParaRPr lang="en-US" sz="2400" kern="0"/>
              </a:p>
            </p:txBody>
          </p:sp>
          <p:sp>
            <p:nvSpPr>
              <p:cNvPr id="131" name="Freeform 49"/>
              <p:cNvSpPr>
                <a:spLocks/>
              </p:cNvSpPr>
              <p:nvPr/>
            </p:nvSpPr>
            <p:spPr bwMode="auto">
              <a:xfrm>
                <a:off x="3416" y="2608"/>
                <a:ext cx="59" cy="59"/>
              </a:xfrm>
              <a:custGeom>
                <a:avLst/>
                <a:gdLst>
                  <a:gd name="T0" fmla="*/ 30 w 121"/>
                  <a:gd name="T1" fmla="*/ 59 h 120"/>
                  <a:gd name="T2" fmla="*/ 36 w 121"/>
                  <a:gd name="T3" fmla="*/ 59 h 120"/>
                  <a:gd name="T4" fmla="*/ 41 w 121"/>
                  <a:gd name="T5" fmla="*/ 57 h 120"/>
                  <a:gd name="T6" fmla="*/ 46 w 121"/>
                  <a:gd name="T7" fmla="*/ 54 h 120"/>
                  <a:gd name="T8" fmla="*/ 52 w 121"/>
                  <a:gd name="T9" fmla="*/ 51 h 120"/>
                  <a:gd name="T10" fmla="*/ 55 w 121"/>
                  <a:gd name="T11" fmla="*/ 46 h 120"/>
                  <a:gd name="T12" fmla="*/ 58 w 121"/>
                  <a:gd name="T13" fmla="*/ 41 h 120"/>
                  <a:gd name="T14" fmla="*/ 59 w 121"/>
                  <a:gd name="T15" fmla="*/ 35 h 120"/>
                  <a:gd name="T16" fmla="*/ 60 w 121"/>
                  <a:gd name="T17" fmla="*/ 29 h 120"/>
                  <a:gd name="T18" fmla="*/ 59 w 121"/>
                  <a:gd name="T19" fmla="*/ 24 h 120"/>
                  <a:gd name="T20" fmla="*/ 58 w 121"/>
                  <a:gd name="T21" fmla="*/ 18 h 120"/>
                  <a:gd name="T22" fmla="*/ 55 w 121"/>
                  <a:gd name="T23" fmla="*/ 13 h 120"/>
                  <a:gd name="T24" fmla="*/ 52 w 121"/>
                  <a:gd name="T25" fmla="*/ 9 h 120"/>
                  <a:gd name="T26" fmla="*/ 46 w 121"/>
                  <a:gd name="T27" fmla="*/ 5 h 120"/>
                  <a:gd name="T28" fmla="*/ 41 w 121"/>
                  <a:gd name="T29" fmla="*/ 2 h 120"/>
                  <a:gd name="T30" fmla="*/ 36 w 121"/>
                  <a:gd name="T31" fmla="*/ 1 h 120"/>
                  <a:gd name="T32" fmla="*/ 30 w 121"/>
                  <a:gd name="T33" fmla="*/ 0 h 120"/>
                  <a:gd name="T34" fmla="*/ 24 w 121"/>
                  <a:gd name="T35" fmla="*/ 1 h 120"/>
                  <a:gd name="T36" fmla="*/ 18 w 121"/>
                  <a:gd name="T37" fmla="*/ 2 h 120"/>
                  <a:gd name="T38" fmla="*/ 13 w 121"/>
                  <a:gd name="T39" fmla="*/ 5 h 120"/>
                  <a:gd name="T40" fmla="*/ 8 w 121"/>
                  <a:gd name="T41" fmla="*/ 9 h 120"/>
                  <a:gd name="T42" fmla="*/ 5 w 121"/>
                  <a:gd name="T43" fmla="*/ 13 h 120"/>
                  <a:gd name="T44" fmla="*/ 2 w 121"/>
                  <a:gd name="T45" fmla="*/ 18 h 120"/>
                  <a:gd name="T46" fmla="*/ 0 w 121"/>
                  <a:gd name="T47" fmla="*/ 24 h 120"/>
                  <a:gd name="T48" fmla="*/ 0 w 121"/>
                  <a:gd name="T49" fmla="*/ 29 h 120"/>
                  <a:gd name="T50" fmla="*/ 0 w 121"/>
                  <a:gd name="T51" fmla="*/ 35 h 120"/>
                  <a:gd name="T52" fmla="*/ 2 w 121"/>
                  <a:gd name="T53" fmla="*/ 41 h 120"/>
                  <a:gd name="T54" fmla="*/ 5 w 121"/>
                  <a:gd name="T55" fmla="*/ 46 h 120"/>
                  <a:gd name="T56" fmla="*/ 8 w 121"/>
                  <a:gd name="T57" fmla="*/ 51 h 120"/>
                  <a:gd name="T58" fmla="*/ 13 w 121"/>
                  <a:gd name="T59" fmla="*/ 54 h 120"/>
                  <a:gd name="T60" fmla="*/ 18 w 121"/>
                  <a:gd name="T61" fmla="*/ 57 h 120"/>
                  <a:gd name="T62" fmla="*/ 24 w 121"/>
                  <a:gd name="T63" fmla="*/ 59 h 120"/>
                  <a:gd name="T64" fmla="*/ 30 w 121"/>
                  <a:gd name="T65" fmla="*/ 59 h 12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21" h="120">
                    <a:moveTo>
                      <a:pt x="60" y="120"/>
                    </a:moveTo>
                    <a:lnTo>
                      <a:pt x="72" y="119"/>
                    </a:lnTo>
                    <a:lnTo>
                      <a:pt x="83" y="116"/>
                    </a:lnTo>
                    <a:lnTo>
                      <a:pt x="93" y="110"/>
                    </a:lnTo>
                    <a:lnTo>
                      <a:pt x="104" y="103"/>
                    </a:lnTo>
                    <a:lnTo>
                      <a:pt x="111" y="94"/>
                    </a:lnTo>
                    <a:lnTo>
                      <a:pt x="117" y="84"/>
                    </a:lnTo>
                    <a:lnTo>
                      <a:pt x="119" y="72"/>
                    </a:lnTo>
                    <a:lnTo>
                      <a:pt x="121" y="59"/>
                    </a:lnTo>
                    <a:lnTo>
                      <a:pt x="119" y="48"/>
                    </a:lnTo>
                    <a:lnTo>
                      <a:pt x="117" y="36"/>
                    </a:lnTo>
                    <a:lnTo>
                      <a:pt x="111" y="26"/>
                    </a:lnTo>
                    <a:lnTo>
                      <a:pt x="104" y="18"/>
                    </a:lnTo>
                    <a:lnTo>
                      <a:pt x="93" y="10"/>
                    </a:lnTo>
                    <a:lnTo>
                      <a:pt x="83" y="5"/>
                    </a:lnTo>
                    <a:lnTo>
                      <a:pt x="72" y="2"/>
                    </a:lnTo>
                    <a:lnTo>
                      <a:pt x="60" y="0"/>
                    </a:lnTo>
                    <a:lnTo>
                      <a:pt x="49" y="2"/>
                    </a:lnTo>
                    <a:lnTo>
                      <a:pt x="37" y="5"/>
                    </a:lnTo>
                    <a:lnTo>
                      <a:pt x="27" y="10"/>
                    </a:lnTo>
                    <a:lnTo>
                      <a:pt x="17" y="18"/>
                    </a:lnTo>
                    <a:lnTo>
                      <a:pt x="10" y="26"/>
                    </a:lnTo>
                    <a:lnTo>
                      <a:pt x="4" y="36"/>
                    </a:lnTo>
                    <a:lnTo>
                      <a:pt x="1" y="48"/>
                    </a:lnTo>
                    <a:lnTo>
                      <a:pt x="0" y="59"/>
                    </a:lnTo>
                    <a:lnTo>
                      <a:pt x="1" y="72"/>
                    </a:lnTo>
                    <a:lnTo>
                      <a:pt x="4" y="84"/>
                    </a:lnTo>
                    <a:lnTo>
                      <a:pt x="10" y="94"/>
                    </a:lnTo>
                    <a:lnTo>
                      <a:pt x="17" y="103"/>
                    </a:lnTo>
                    <a:lnTo>
                      <a:pt x="27" y="110"/>
                    </a:lnTo>
                    <a:lnTo>
                      <a:pt x="37" y="116"/>
                    </a:lnTo>
                    <a:lnTo>
                      <a:pt x="49" y="119"/>
                    </a:lnTo>
                    <a:lnTo>
                      <a:pt x="60" y="1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buClr>
                    <a:srgbClr val="FFFFFF"/>
                  </a:buClr>
                  <a:defRPr/>
                </a:pPr>
                <a:endParaRPr lang="en-US" sz="2400" kern="0"/>
              </a:p>
            </p:txBody>
          </p:sp>
          <p:sp>
            <p:nvSpPr>
              <p:cNvPr id="132" name="Freeform 50"/>
              <p:cNvSpPr>
                <a:spLocks/>
              </p:cNvSpPr>
              <p:nvPr/>
            </p:nvSpPr>
            <p:spPr bwMode="auto">
              <a:xfrm>
                <a:off x="3521" y="2527"/>
                <a:ext cx="59" cy="59"/>
              </a:xfrm>
              <a:custGeom>
                <a:avLst/>
                <a:gdLst>
                  <a:gd name="T0" fmla="*/ 30 w 121"/>
                  <a:gd name="T1" fmla="*/ 60 h 120"/>
                  <a:gd name="T2" fmla="*/ 36 w 121"/>
                  <a:gd name="T3" fmla="*/ 60 h 120"/>
                  <a:gd name="T4" fmla="*/ 42 w 121"/>
                  <a:gd name="T5" fmla="*/ 58 h 120"/>
                  <a:gd name="T6" fmla="*/ 47 w 121"/>
                  <a:gd name="T7" fmla="*/ 55 h 120"/>
                  <a:gd name="T8" fmla="*/ 52 w 121"/>
                  <a:gd name="T9" fmla="*/ 52 h 120"/>
                  <a:gd name="T10" fmla="*/ 55 w 121"/>
                  <a:gd name="T11" fmla="*/ 47 h 120"/>
                  <a:gd name="T12" fmla="*/ 58 w 121"/>
                  <a:gd name="T13" fmla="*/ 42 h 120"/>
                  <a:gd name="T14" fmla="*/ 60 w 121"/>
                  <a:gd name="T15" fmla="*/ 37 h 120"/>
                  <a:gd name="T16" fmla="*/ 60 w 121"/>
                  <a:gd name="T17" fmla="*/ 31 h 120"/>
                  <a:gd name="T18" fmla="*/ 60 w 121"/>
                  <a:gd name="T19" fmla="*/ 25 h 120"/>
                  <a:gd name="T20" fmla="*/ 58 w 121"/>
                  <a:gd name="T21" fmla="*/ 19 h 120"/>
                  <a:gd name="T22" fmla="*/ 55 w 121"/>
                  <a:gd name="T23" fmla="*/ 14 h 120"/>
                  <a:gd name="T24" fmla="*/ 52 w 121"/>
                  <a:gd name="T25" fmla="*/ 9 h 120"/>
                  <a:gd name="T26" fmla="*/ 47 w 121"/>
                  <a:gd name="T27" fmla="*/ 6 h 120"/>
                  <a:gd name="T28" fmla="*/ 42 w 121"/>
                  <a:gd name="T29" fmla="*/ 3 h 120"/>
                  <a:gd name="T30" fmla="*/ 36 w 121"/>
                  <a:gd name="T31" fmla="*/ 1 h 120"/>
                  <a:gd name="T32" fmla="*/ 30 w 121"/>
                  <a:gd name="T33" fmla="*/ 0 h 120"/>
                  <a:gd name="T34" fmla="*/ 24 w 121"/>
                  <a:gd name="T35" fmla="*/ 1 h 120"/>
                  <a:gd name="T36" fmla="*/ 19 w 121"/>
                  <a:gd name="T37" fmla="*/ 3 h 120"/>
                  <a:gd name="T38" fmla="*/ 14 w 121"/>
                  <a:gd name="T39" fmla="*/ 6 h 120"/>
                  <a:gd name="T40" fmla="*/ 9 w 121"/>
                  <a:gd name="T41" fmla="*/ 9 h 120"/>
                  <a:gd name="T42" fmla="*/ 5 w 121"/>
                  <a:gd name="T43" fmla="*/ 14 h 120"/>
                  <a:gd name="T44" fmla="*/ 2 w 121"/>
                  <a:gd name="T45" fmla="*/ 19 h 120"/>
                  <a:gd name="T46" fmla="*/ 1 w 121"/>
                  <a:gd name="T47" fmla="*/ 25 h 120"/>
                  <a:gd name="T48" fmla="*/ 0 w 121"/>
                  <a:gd name="T49" fmla="*/ 31 h 120"/>
                  <a:gd name="T50" fmla="*/ 1 w 121"/>
                  <a:gd name="T51" fmla="*/ 37 h 120"/>
                  <a:gd name="T52" fmla="*/ 2 w 121"/>
                  <a:gd name="T53" fmla="*/ 42 h 120"/>
                  <a:gd name="T54" fmla="*/ 5 w 121"/>
                  <a:gd name="T55" fmla="*/ 47 h 120"/>
                  <a:gd name="T56" fmla="*/ 9 w 121"/>
                  <a:gd name="T57" fmla="*/ 52 h 120"/>
                  <a:gd name="T58" fmla="*/ 14 w 121"/>
                  <a:gd name="T59" fmla="*/ 55 h 120"/>
                  <a:gd name="T60" fmla="*/ 19 w 121"/>
                  <a:gd name="T61" fmla="*/ 58 h 120"/>
                  <a:gd name="T62" fmla="*/ 24 w 121"/>
                  <a:gd name="T63" fmla="*/ 60 h 120"/>
                  <a:gd name="T64" fmla="*/ 30 w 121"/>
                  <a:gd name="T65" fmla="*/ 60 h 12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21" h="120">
                    <a:moveTo>
                      <a:pt x="61" y="120"/>
                    </a:moveTo>
                    <a:lnTo>
                      <a:pt x="72" y="119"/>
                    </a:lnTo>
                    <a:lnTo>
                      <a:pt x="84" y="116"/>
                    </a:lnTo>
                    <a:lnTo>
                      <a:pt x="94" y="110"/>
                    </a:lnTo>
                    <a:lnTo>
                      <a:pt x="104" y="103"/>
                    </a:lnTo>
                    <a:lnTo>
                      <a:pt x="111" y="94"/>
                    </a:lnTo>
                    <a:lnTo>
                      <a:pt x="117" y="84"/>
                    </a:lnTo>
                    <a:lnTo>
                      <a:pt x="120" y="73"/>
                    </a:lnTo>
                    <a:lnTo>
                      <a:pt x="121" y="61"/>
                    </a:lnTo>
                    <a:lnTo>
                      <a:pt x="120" y="49"/>
                    </a:lnTo>
                    <a:lnTo>
                      <a:pt x="117" y="38"/>
                    </a:lnTo>
                    <a:lnTo>
                      <a:pt x="111" y="28"/>
                    </a:lnTo>
                    <a:lnTo>
                      <a:pt x="104" y="18"/>
                    </a:lnTo>
                    <a:lnTo>
                      <a:pt x="94" y="11"/>
                    </a:lnTo>
                    <a:lnTo>
                      <a:pt x="84" y="5"/>
                    </a:lnTo>
                    <a:lnTo>
                      <a:pt x="72" y="2"/>
                    </a:lnTo>
                    <a:lnTo>
                      <a:pt x="61" y="0"/>
                    </a:lnTo>
                    <a:lnTo>
                      <a:pt x="49" y="2"/>
                    </a:lnTo>
                    <a:lnTo>
                      <a:pt x="38" y="5"/>
                    </a:lnTo>
                    <a:lnTo>
                      <a:pt x="28" y="11"/>
                    </a:lnTo>
                    <a:lnTo>
                      <a:pt x="18" y="18"/>
                    </a:lnTo>
                    <a:lnTo>
                      <a:pt x="10" y="28"/>
                    </a:lnTo>
                    <a:lnTo>
                      <a:pt x="5" y="38"/>
                    </a:lnTo>
                    <a:lnTo>
                      <a:pt x="2" y="49"/>
                    </a:lnTo>
                    <a:lnTo>
                      <a:pt x="0" y="61"/>
                    </a:lnTo>
                    <a:lnTo>
                      <a:pt x="2" y="73"/>
                    </a:lnTo>
                    <a:lnTo>
                      <a:pt x="5" y="84"/>
                    </a:lnTo>
                    <a:lnTo>
                      <a:pt x="10" y="94"/>
                    </a:lnTo>
                    <a:lnTo>
                      <a:pt x="18" y="103"/>
                    </a:lnTo>
                    <a:lnTo>
                      <a:pt x="28" y="110"/>
                    </a:lnTo>
                    <a:lnTo>
                      <a:pt x="38" y="116"/>
                    </a:lnTo>
                    <a:lnTo>
                      <a:pt x="49" y="119"/>
                    </a:lnTo>
                    <a:lnTo>
                      <a:pt x="61" y="1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buClr>
                    <a:srgbClr val="FFFFFF"/>
                  </a:buClr>
                  <a:defRPr/>
                </a:pPr>
                <a:endParaRPr lang="en-US" sz="2400" kern="0"/>
              </a:p>
            </p:txBody>
          </p:sp>
          <p:sp>
            <p:nvSpPr>
              <p:cNvPr id="133" name="Freeform 51"/>
              <p:cNvSpPr>
                <a:spLocks/>
              </p:cNvSpPr>
              <p:nvPr/>
            </p:nvSpPr>
            <p:spPr bwMode="auto">
              <a:xfrm>
                <a:off x="3618" y="2449"/>
                <a:ext cx="59" cy="61"/>
              </a:xfrm>
              <a:custGeom>
                <a:avLst/>
                <a:gdLst>
                  <a:gd name="T0" fmla="*/ 30 w 120"/>
                  <a:gd name="T1" fmla="*/ 61 h 121"/>
                  <a:gd name="T2" fmla="*/ 35 w 120"/>
                  <a:gd name="T3" fmla="*/ 60 h 121"/>
                  <a:gd name="T4" fmla="*/ 41 w 120"/>
                  <a:gd name="T5" fmla="*/ 59 h 121"/>
                  <a:gd name="T6" fmla="*/ 46 w 120"/>
                  <a:gd name="T7" fmla="*/ 56 h 121"/>
                  <a:gd name="T8" fmla="*/ 50 w 120"/>
                  <a:gd name="T9" fmla="*/ 52 h 121"/>
                  <a:gd name="T10" fmla="*/ 54 w 120"/>
                  <a:gd name="T11" fmla="*/ 47 h 121"/>
                  <a:gd name="T12" fmla="*/ 57 w 120"/>
                  <a:gd name="T13" fmla="*/ 42 h 121"/>
                  <a:gd name="T14" fmla="*/ 58 w 120"/>
                  <a:gd name="T15" fmla="*/ 36 h 121"/>
                  <a:gd name="T16" fmla="*/ 59 w 120"/>
                  <a:gd name="T17" fmla="*/ 30 h 121"/>
                  <a:gd name="T18" fmla="*/ 58 w 120"/>
                  <a:gd name="T19" fmla="*/ 25 h 121"/>
                  <a:gd name="T20" fmla="*/ 57 w 120"/>
                  <a:gd name="T21" fmla="*/ 19 h 121"/>
                  <a:gd name="T22" fmla="*/ 54 w 120"/>
                  <a:gd name="T23" fmla="*/ 14 h 121"/>
                  <a:gd name="T24" fmla="*/ 50 w 120"/>
                  <a:gd name="T25" fmla="*/ 9 h 121"/>
                  <a:gd name="T26" fmla="*/ 46 w 120"/>
                  <a:gd name="T27" fmla="*/ 5 h 121"/>
                  <a:gd name="T28" fmla="*/ 41 w 120"/>
                  <a:gd name="T29" fmla="*/ 2 h 121"/>
                  <a:gd name="T30" fmla="*/ 35 w 120"/>
                  <a:gd name="T31" fmla="*/ 1 h 121"/>
                  <a:gd name="T32" fmla="*/ 30 w 120"/>
                  <a:gd name="T33" fmla="*/ 0 h 121"/>
                  <a:gd name="T34" fmla="*/ 24 w 120"/>
                  <a:gd name="T35" fmla="*/ 1 h 121"/>
                  <a:gd name="T36" fmla="*/ 19 w 120"/>
                  <a:gd name="T37" fmla="*/ 2 h 121"/>
                  <a:gd name="T38" fmla="*/ 14 w 120"/>
                  <a:gd name="T39" fmla="*/ 5 h 121"/>
                  <a:gd name="T40" fmla="*/ 8 w 120"/>
                  <a:gd name="T41" fmla="*/ 9 h 121"/>
                  <a:gd name="T42" fmla="*/ 5 w 120"/>
                  <a:gd name="T43" fmla="*/ 14 h 121"/>
                  <a:gd name="T44" fmla="*/ 2 w 120"/>
                  <a:gd name="T45" fmla="*/ 19 h 121"/>
                  <a:gd name="T46" fmla="*/ 1 w 120"/>
                  <a:gd name="T47" fmla="*/ 25 h 121"/>
                  <a:gd name="T48" fmla="*/ 0 w 120"/>
                  <a:gd name="T49" fmla="*/ 30 h 121"/>
                  <a:gd name="T50" fmla="*/ 1 w 120"/>
                  <a:gd name="T51" fmla="*/ 36 h 121"/>
                  <a:gd name="T52" fmla="*/ 2 w 120"/>
                  <a:gd name="T53" fmla="*/ 42 h 121"/>
                  <a:gd name="T54" fmla="*/ 5 w 120"/>
                  <a:gd name="T55" fmla="*/ 47 h 121"/>
                  <a:gd name="T56" fmla="*/ 8 w 120"/>
                  <a:gd name="T57" fmla="*/ 52 h 121"/>
                  <a:gd name="T58" fmla="*/ 14 w 120"/>
                  <a:gd name="T59" fmla="*/ 56 h 121"/>
                  <a:gd name="T60" fmla="*/ 19 w 120"/>
                  <a:gd name="T61" fmla="*/ 59 h 121"/>
                  <a:gd name="T62" fmla="*/ 24 w 120"/>
                  <a:gd name="T63" fmla="*/ 60 h 121"/>
                  <a:gd name="T64" fmla="*/ 30 w 120"/>
                  <a:gd name="T65" fmla="*/ 61 h 12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20" h="121">
                    <a:moveTo>
                      <a:pt x="61" y="121"/>
                    </a:moveTo>
                    <a:lnTo>
                      <a:pt x="72" y="119"/>
                    </a:lnTo>
                    <a:lnTo>
                      <a:pt x="84" y="117"/>
                    </a:lnTo>
                    <a:lnTo>
                      <a:pt x="94" y="111"/>
                    </a:lnTo>
                    <a:lnTo>
                      <a:pt x="102" y="104"/>
                    </a:lnTo>
                    <a:lnTo>
                      <a:pt x="110" y="93"/>
                    </a:lnTo>
                    <a:lnTo>
                      <a:pt x="115" y="83"/>
                    </a:lnTo>
                    <a:lnTo>
                      <a:pt x="118" y="72"/>
                    </a:lnTo>
                    <a:lnTo>
                      <a:pt x="120" y="60"/>
                    </a:lnTo>
                    <a:lnTo>
                      <a:pt x="118" y="49"/>
                    </a:lnTo>
                    <a:lnTo>
                      <a:pt x="115" y="37"/>
                    </a:lnTo>
                    <a:lnTo>
                      <a:pt x="110" y="27"/>
                    </a:lnTo>
                    <a:lnTo>
                      <a:pt x="102" y="17"/>
                    </a:lnTo>
                    <a:lnTo>
                      <a:pt x="94" y="10"/>
                    </a:lnTo>
                    <a:lnTo>
                      <a:pt x="84" y="4"/>
                    </a:lnTo>
                    <a:lnTo>
                      <a:pt x="72" y="1"/>
                    </a:lnTo>
                    <a:lnTo>
                      <a:pt x="61" y="0"/>
                    </a:lnTo>
                    <a:lnTo>
                      <a:pt x="49" y="1"/>
                    </a:lnTo>
                    <a:lnTo>
                      <a:pt x="38" y="4"/>
                    </a:lnTo>
                    <a:lnTo>
                      <a:pt x="28" y="10"/>
                    </a:lnTo>
                    <a:lnTo>
                      <a:pt x="17" y="17"/>
                    </a:lnTo>
                    <a:lnTo>
                      <a:pt x="10" y="27"/>
                    </a:lnTo>
                    <a:lnTo>
                      <a:pt x="5" y="37"/>
                    </a:lnTo>
                    <a:lnTo>
                      <a:pt x="2" y="49"/>
                    </a:lnTo>
                    <a:lnTo>
                      <a:pt x="0" y="60"/>
                    </a:lnTo>
                    <a:lnTo>
                      <a:pt x="2" y="72"/>
                    </a:lnTo>
                    <a:lnTo>
                      <a:pt x="5" y="83"/>
                    </a:lnTo>
                    <a:lnTo>
                      <a:pt x="10" y="93"/>
                    </a:lnTo>
                    <a:lnTo>
                      <a:pt x="17" y="104"/>
                    </a:lnTo>
                    <a:lnTo>
                      <a:pt x="28" y="111"/>
                    </a:lnTo>
                    <a:lnTo>
                      <a:pt x="38" y="117"/>
                    </a:lnTo>
                    <a:lnTo>
                      <a:pt x="49" y="119"/>
                    </a:lnTo>
                    <a:lnTo>
                      <a:pt x="61" y="12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buClr>
                    <a:srgbClr val="FFFFFF"/>
                  </a:buClr>
                  <a:defRPr/>
                </a:pPr>
                <a:endParaRPr lang="en-US" sz="2400" kern="0"/>
              </a:p>
            </p:txBody>
          </p:sp>
        </p:grpSp>
        <p:sp>
          <p:nvSpPr>
            <p:cNvPr id="107" name="Freeform 52"/>
            <p:cNvSpPr>
              <a:spLocks/>
            </p:cNvSpPr>
            <p:nvPr/>
          </p:nvSpPr>
          <p:spPr bwMode="auto">
            <a:xfrm>
              <a:off x="2137" y="664"/>
              <a:ext cx="19" cy="19"/>
            </a:xfrm>
            <a:custGeom>
              <a:avLst/>
              <a:gdLst>
                <a:gd name="T0" fmla="*/ 14 w 74"/>
                <a:gd name="T1" fmla="*/ 18 h 75"/>
                <a:gd name="T2" fmla="*/ 17 w 74"/>
                <a:gd name="T3" fmla="*/ 15 h 75"/>
                <a:gd name="T4" fmla="*/ 19 w 74"/>
                <a:gd name="T5" fmla="*/ 12 h 75"/>
                <a:gd name="T6" fmla="*/ 19 w 74"/>
                <a:gd name="T7" fmla="*/ 9 h 75"/>
                <a:gd name="T8" fmla="*/ 18 w 74"/>
                <a:gd name="T9" fmla="*/ 5 h 75"/>
                <a:gd name="T10" fmla="*/ 17 w 74"/>
                <a:gd name="T11" fmla="*/ 3 h 75"/>
                <a:gd name="T12" fmla="*/ 15 w 74"/>
                <a:gd name="T13" fmla="*/ 2 h 75"/>
                <a:gd name="T14" fmla="*/ 14 w 74"/>
                <a:gd name="T15" fmla="*/ 1 h 75"/>
                <a:gd name="T16" fmla="*/ 12 w 74"/>
                <a:gd name="T17" fmla="*/ 0 h 75"/>
                <a:gd name="T18" fmla="*/ 10 w 74"/>
                <a:gd name="T19" fmla="*/ 0 h 75"/>
                <a:gd name="T20" fmla="*/ 8 w 74"/>
                <a:gd name="T21" fmla="*/ 0 h 75"/>
                <a:gd name="T22" fmla="*/ 6 w 74"/>
                <a:gd name="T23" fmla="*/ 1 h 75"/>
                <a:gd name="T24" fmla="*/ 5 w 74"/>
                <a:gd name="T25" fmla="*/ 1 h 75"/>
                <a:gd name="T26" fmla="*/ 2 w 74"/>
                <a:gd name="T27" fmla="*/ 4 h 75"/>
                <a:gd name="T28" fmla="*/ 0 w 74"/>
                <a:gd name="T29" fmla="*/ 7 h 75"/>
                <a:gd name="T30" fmla="*/ 0 w 74"/>
                <a:gd name="T31" fmla="*/ 11 h 75"/>
                <a:gd name="T32" fmla="*/ 1 w 74"/>
                <a:gd name="T33" fmla="*/ 14 h 75"/>
                <a:gd name="T34" fmla="*/ 3 w 74"/>
                <a:gd name="T35" fmla="*/ 16 h 75"/>
                <a:gd name="T36" fmla="*/ 4 w 74"/>
                <a:gd name="T37" fmla="*/ 17 h 75"/>
                <a:gd name="T38" fmla="*/ 5 w 74"/>
                <a:gd name="T39" fmla="*/ 18 h 75"/>
                <a:gd name="T40" fmla="*/ 7 w 74"/>
                <a:gd name="T41" fmla="*/ 19 h 75"/>
                <a:gd name="T42" fmla="*/ 9 w 74"/>
                <a:gd name="T43" fmla="*/ 19 h 75"/>
                <a:gd name="T44" fmla="*/ 11 w 74"/>
                <a:gd name="T45" fmla="*/ 19 h 75"/>
                <a:gd name="T46" fmla="*/ 13 w 74"/>
                <a:gd name="T47" fmla="*/ 19 h 75"/>
                <a:gd name="T48" fmla="*/ 14 w 74"/>
                <a:gd name="T49" fmla="*/ 18 h 7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74" h="75">
                  <a:moveTo>
                    <a:pt x="56" y="71"/>
                  </a:moveTo>
                  <a:lnTo>
                    <a:pt x="67" y="61"/>
                  </a:lnTo>
                  <a:lnTo>
                    <a:pt x="74" y="47"/>
                  </a:lnTo>
                  <a:lnTo>
                    <a:pt x="74" y="34"/>
                  </a:lnTo>
                  <a:lnTo>
                    <a:pt x="70" y="19"/>
                  </a:lnTo>
                  <a:lnTo>
                    <a:pt x="66" y="13"/>
                  </a:lnTo>
                  <a:lnTo>
                    <a:pt x="60" y="8"/>
                  </a:lnTo>
                  <a:lnTo>
                    <a:pt x="54" y="3"/>
                  </a:lnTo>
                  <a:lnTo>
                    <a:pt x="47" y="0"/>
                  </a:lnTo>
                  <a:lnTo>
                    <a:pt x="40" y="0"/>
                  </a:lnTo>
                  <a:lnTo>
                    <a:pt x="33" y="0"/>
                  </a:lnTo>
                  <a:lnTo>
                    <a:pt x="25" y="2"/>
                  </a:lnTo>
                  <a:lnTo>
                    <a:pt x="18" y="5"/>
                  </a:lnTo>
                  <a:lnTo>
                    <a:pt x="7" y="15"/>
                  </a:lnTo>
                  <a:lnTo>
                    <a:pt x="1" y="28"/>
                  </a:lnTo>
                  <a:lnTo>
                    <a:pt x="0" y="42"/>
                  </a:lnTo>
                  <a:lnTo>
                    <a:pt x="5" y="57"/>
                  </a:lnTo>
                  <a:lnTo>
                    <a:pt x="10" y="62"/>
                  </a:lnTo>
                  <a:lnTo>
                    <a:pt x="15" y="68"/>
                  </a:lnTo>
                  <a:lnTo>
                    <a:pt x="21" y="73"/>
                  </a:lnTo>
                  <a:lnTo>
                    <a:pt x="28" y="74"/>
                  </a:lnTo>
                  <a:lnTo>
                    <a:pt x="34" y="75"/>
                  </a:lnTo>
                  <a:lnTo>
                    <a:pt x="41" y="75"/>
                  </a:lnTo>
                  <a:lnTo>
                    <a:pt x="49" y="74"/>
                  </a:lnTo>
                  <a:lnTo>
                    <a:pt x="56" y="7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buClr>
                  <a:srgbClr val="FFFFFF"/>
                </a:buClr>
                <a:defRPr/>
              </a:pPr>
              <a:endParaRPr lang="en-US" sz="2400" kern="0"/>
            </a:p>
          </p:txBody>
        </p:sp>
        <p:sp>
          <p:nvSpPr>
            <p:cNvPr id="108" name="Freeform 53"/>
            <p:cNvSpPr>
              <a:spLocks/>
            </p:cNvSpPr>
            <p:nvPr/>
          </p:nvSpPr>
          <p:spPr bwMode="auto">
            <a:xfrm>
              <a:off x="2137" y="629"/>
              <a:ext cx="19" cy="19"/>
            </a:xfrm>
            <a:custGeom>
              <a:avLst/>
              <a:gdLst>
                <a:gd name="T0" fmla="*/ 17 w 76"/>
                <a:gd name="T1" fmla="*/ 16 h 75"/>
                <a:gd name="T2" fmla="*/ 19 w 76"/>
                <a:gd name="T3" fmla="*/ 13 h 75"/>
                <a:gd name="T4" fmla="*/ 19 w 76"/>
                <a:gd name="T5" fmla="*/ 9 h 75"/>
                <a:gd name="T6" fmla="*/ 18 w 76"/>
                <a:gd name="T7" fmla="*/ 5 h 75"/>
                <a:gd name="T8" fmla="*/ 16 w 76"/>
                <a:gd name="T9" fmla="*/ 3 h 75"/>
                <a:gd name="T10" fmla="*/ 15 w 76"/>
                <a:gd name="T11" fmla="*/ 2 h 75"/>
                <a:gd name="T12" fmla="*/ 13 w 76"/>
                <a:gd name="T13" fmla="*/ 1 h 75"/>
                <a:gd name="T14" fmla="*/ 11 w 76"/>
                <a:gd name="T15" fmla="*/ 0 h 75"/>
                <a:gd name="T16" fmla="*/ 10 w 76"/>
                <a:gd name="T17" fmla="*/ 0 h 75"/>
                <a:gd name="T18" fmla="*/ 7 w 76"/>
                <a:gd name="T19" fmla="*/ 0 h 75"/>
                <a:gd name="T20" fmla="*/ 6 w 76"/>
                <a:gd name="T21" fmla="*/ 1 h 75"/>
                <a:gd name="T22" fmla="*/ 4 w 76"/>
                <a:gd name="T23" fmla="*/ 2 h 75"/>
                <a:gd name="T24" fmla="*/ 3 w 76"/>
                <a:gd name="T25" fmla="*/ 3 h 75"/>
                <a:gd name="T26" fmla="*/ 1 w 76"/>
                <a:gd name="T27" fmla="*/ 6 h 75"/>
                <a:gd name="T28" fmla="*/ 0 w 76"/>
                <a:gd name="T29" fmla="*/ 10 h 75"/>
                <a:gd name="T30" fmla="*/ 1 w 76"/>
                <a:gd name="T31" fmla="*/ 13 h 75"/>
                <a:gd name="T32" fmla="*/ 3 w 76"/>
                <a:gd name="T33" fmla="*/ 16 h 75"/>
                <a:gd name="T34" fmla="*/ 5 w 76"/>
                <a:gd name="T35" fmla="*/ 17 h 75"/>
                <a:gd name="T36" fmla="*/ 7 w 76"/>
                <a:gd name="T37" fmla="*/ 18 h 75"/>
                <a:gd name="T38" fmla="*/ 8 w 76"/>
                <a:gd name="T39" fmla="*/ 19 h 75"/>
                <a:gd name="T40" fmla="*/ 10 w 76"/>
                <a:gd name="T41" fmla="*/ 19 h 75"/>
                <a:gd name="T42" fmla="*/ 12 w 76"/>
                <a:gd name="T43" fmla="*/ 19 h 75"/>
                <a:gd name="T44" fmla="*/ 13 w 76"/>
                <a:gd name="T45" fmla="*/ 18 h 75"/>
                <a:gd name="T46" fmla="*/ 15 w 76"/>
                <a:gd name="T47" fmla="*/ 17 h 75"/>
                <a:gd name="T48" fmla="*/ 17 w 76"/>
                <a:gd name="T49" fmla="*/ 16 h 7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76" h="75">
                  <a:moveTo>
                    <a:pt x="66" y="63"/>
                  </a:moveTo>
                  <a:lnTo>
                    <a:pt x="74" y="50"/>
                  </a:lnTo>
                  <a:lnTo>
                    <a:pt x="76" y="36"/>
                  </a:lnTo>
                  <a:lnTo>
                    <a:pt x="72" y="21"/>
                  </a:lnTo>
                  <a:lnTo>
                    <a:pt x="63" y="10"/>
                  </a:lnTo>
                  <a:lnTo>
                    <a:pt x="58" y="6"/>
                  </a:lnTo>
                  <a:lnTo>
                    <a:pt x="51" y="3"/>
                  </a:lnTo>
                  <a:lnTo>
                    <a:pt x="45" y="0"/>
                  </a:lnTo>
                  <a:lnTo>
                    <a:pt x="38" y="0"/>
                  </a:lnTo>
                  <a:lnTo>
                    <a:pt x="29" y="1"/>
                  </a:lnTo>
                  <a:lnTo>
                    <a:pt x="23" y="3"/>
                  </a:lnTo>
                  <a:lnTo>
                    <a:pt x="16" y="7"/>
                  </a:lnTo>
                  <a:lnTo>
                    <a:pt x="10" y="11"/>
                  </a:lnTo>
                  <a:lnTo>
                    <a:pt x="3" y="24"/>
                  </a:lnTo>
                  <a:lnTo>
                    <a:pt x="0" y="39"/>
                  </a:lnTo>
                  <a:lnTo>
                    <a:pt x="4" y="53"/>
                  </a:lnTo>
                  <a:lnTo>
                    <a:pt x="13" y="65"/>
                  </a:lnTo>
                  <a:lnTo>
                    <a:pt x="19" y="69"/>
                  </a:lnTo>
                  <a:lnTo>
                    <a:pt x="26" y="73"/>
                  </a:lnTo>
                  <a:lnTo>
                    <a:pt x="32" y="75"/>
                  </a:lnTo>
                  <a:lnTo>
                    <a:pt x="40" y="75"/>
                  </a:lnTo>
                  <a:lnTo>
                    <a:pt x="48" y="75"/>
                  </a:lnTo>
                  <a:lnTo>
                    <a:pt x="53" y="72"/>
                  </a:lnTo>
                  <a:lnTo>
                    <a:pt x="61" y="69"/>
                  </a:lnTo>
                  <a:lnTo>
                    <a:pt x="66"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buClr>
                  <a:srgbClr val="FFFFFF"/>
                </a:buClr>
                <a:defRPr/>
              </a:pPr>
              <a:endParaRPr lang="en-US" sz="2400" kern="0"/>
            </a:p>
          </p:txBody>
        </p:sp>
        <p:sp>
          <p:nvSpPr>
            <p:cNvPr id="109" name="Freeform 54"/>
            <p:cNvSpPr>
              <a:spLocks/>
            </p:cNvSpPr>
            <p:nvPr/>
          </p:nvSpPr>
          <p:spPr bwMode="auto">
            <a:xfrm>
              <a:off x="2137" y="594"/>
              <a:ext cx="19" cy="19"/>
            </a:xfrm>
            <a:custGeom>
              <a:avLst/>
              <a:gdLst>
                <a:gd name="T0" fmla="*/ 17 w 76"/>
                <a:gd name="T1" fmla="*/ 16 h 75"/>
                <a:gd name="T2" fmla="*/ 19 w 76"/>
                <a:gd name="T3" fmla="*/ 13 h 75"/>
                <a:gd name="T4" fmla="*/ 19 w 76"/>
                <a:gd name="T5" fmla="*/ 9 h 75"/>
                <a:gd name="T6" fmla="*/ 18 w 76"/>
                <a:gd name="T7" fmla="*/ 5 h 75"/>
                <a:gd name="T8" fmla="*/ 16 w 76"/>
                <a:gd name="T9" fmla="*/ 3 h 75"/>
                <a:gd name="T10" fmla="*/ 15 w 76"/>
                <a:gd name="T11" fmla="*/ 2 h 75"/>
                <a:gd name="T12" fmla="*/ 13 w 76"/>
                <a:gd name="T13" fmla="*/ 1 h 75"/>
                <a:gd name="T14" fmla="*/ 11 w 76"/>
                <a:gd name="T15" fmla="*/ 0 h 75"/>
                <a:gd name="T16" fmla="*/ 10 w 76"/>
                <a:gd name="T17" fmla="*/ 0 h 75"/>
                <a:gd name="T18" fmla="*/ 7 w 76"/>
                <a:gd name="T19" fmla="*/ 0 h 75"/>
                <a:gd name="T20" fmla="*/ 6 w 76"/>
                <a:gd name="T21" fmla="*/ 1 h 75"/>
                <a:gd name="T22" fmla="*/ 4 w 76"/>
                <a:gd name="T23" fmla="*/ 2 h 75"/>
                <a:gd name="T24" fmla="*/ 3 w 76"/>
                <a:gd name="T25" fmla="*/ 3 h 75"/>
                <a:gd name="T26" fmla="*/ 1 w 76"/>
                <a:gd name="T27" fmla="*/ 6 h 75"/>
                <a:gd name="T28" fmla="*/ 0 w 76"/>
                <a:gd name="T29" fmla="*/ 10 h 75"/>
                <a:gd name="T30" fmla="*/ 1 w 76"/>
                <a:gd name="T31" fmla="*/ 13 h 75"/>
                <a:gd name="T32" fmla="*/ 3 w 76"/>
                <a:gd name="T33" fmla="*/ 16 h 75"/>
                <a:gd name="T34" fmla="*/ 5 w 76"/>
                <a:gd name="T35" fmla="*/ 17 h 75"/>
                <a:gd name="T36" fmla="*/ 7 w 76"/>
                <a:gd name="T37" fmla="*/ 18 h 75"/>
                <a:gd name="T38" fmla="*/ 8 w 76"/>
                <a:gd name="T39" fmla="*/ 19 h 75"/>
                <a:gd name="T40" fmla="*/ 10 w 76"/>
                <a:gd name="T41" fmla="*/ 19 h 75"/>
                <a:gd name="T42" fmla="*/ 12 w 76"/>
                <a:gd name="T43" fmla="*/ 19 h 75"/>
                <a:gd name="T44" fmla="*/ 13 w 76"/>
                <a:gd name="T45" fmla="*/ 18 h 75"/>
                <a:gd name="T46" fmla="*/ 15 w 76"/>
                <a:gd name="T47" fmla="*/ 17 h 75"/>
                <a:gd name="T48" fmla="*/ 17 w 76"/>
                <a:gd name="T49" fmla="*/ 16 h 7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76" h="75">
                  <a:moveTo>
                    <a:pt x="66" y="63"/>
                  </a:moveTo>
                  <a:lnTo>
                    <a:pt x="74" y="50"/>
                  </a:lnTo>
                  <a:lnTo>
                    <a:pt x="76" y="36"/>
                  </a:lnTo>
                  <a:lnTo>
                    <a:pt x="72" y="21"/>
                  </a:lnTo>
                  <a:lnTo>
                    <a:pt x="63" y="10"/>
                  </a:lnTo>
                  <a:lnTo>
                    <a:pt x="58" y="6"/>
                  </a:lnTo>
                  <a:lnTo>
                    <a:pt x="51" y="3"/>
                  </a:lnTo>
                  <a:lnTo>
                    <a:pt x="45" y="0"/>
                  </a:lnTo>
                  <a:lnTo>
                    <a:pt x="38" y="0"/>
                  </a:lnTo>
                  <a:lnTo>
                    <a:pt x="29" y="1"/>
                  </a:lnTo>
                  <a:lnTo>
                    <a:pt x="23" y="3"/>
                  </a:lnTo>
                  <a:lnTo>
                    <a:pt x="16" y="7"/>
                  </a:lnTo>
                  <a:lnTo>
                    <a:pt x="10" y="11"/>
                  </a:lnTo>
                  <a:lnTo>
                    <a:pt x="3" y="24"/>
                  </a:lnTo>
                  <a:lnTo>
                    <a:pt x="0" y="39"/>
                  </a:lnTo>
                  <a:lnTo>
                    <a:pt x="4" y="53"/>
                  </a:lnTo>
                  <a:lnTo>
                    <a:pt x="13" y="65"/>
                  </a:lnTo>
                  <a:lnTo>
                    <a:pt x="19" y="69"/>
                  </a:lnTo>
                  <a:lnTo>
                    <a:pt x="26" y="73"/>
                  </a:lnTo>
                  <a:lnTo>
                    <a:pt x="32" y="75"/>
                  </a:lnTo>
                  <a:lnTo>
                    <a:pt x="40" y="75"/>
                  </a:lnTo>
                  <a:lnTo>
                    <a:pt x="48" y="75"/>
                  </a:lnTo>
                  <a:lnTo>
                    <a:pt x="53" y="72"/>
                  </a:lnTo>
                  <a:lnTo>
                    <a:pt x="61" y="69"/>
                  </a:lnTo>
                  <a:lnTo>
                    <a:pt x="66"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buClr>
                  <a:srgbClr val="FFFFFF"/>
                </a:buClr>
                <a:defRPr/>
              </a:pPr>
              <a:endParaRPr lang="en-US" sz="2400" kern="0"/>
            </a:p>
          </p:txBody>
        </p:sp>
        <p:sp>
          <p:nvSpPr>
            <p:cNvPr id="110" name="Freeform 55"/>
            <p:cNvSpPr>
              <a:spLocks/>
            </p:cNvSpPr>
            <p:nvPr/>
          </p:nvSpPr>
          <p:spPr bwMode="auto">
            <a:xfrm>
              <a:off x="2137" y="559"/>
              <a:ext cx="19" cy="18"/>
            </a:xfrm>
            <a:custGeom>
              <a:avLst/>
              <a:gdLst>
                <a:gd name="T0" fmla="*/ 17 w 76"/>
                <a:gd name="T1" fmla="*/ 15 h 75"/>
                <a:gd name="T2" fmla="*/ 19 w 76"/>
                <a:gd name="T3" fmla="*/ 12 h 75"/>
                <a:gd name="T4" fmla="*/ 19 w 76"/>
                <a:gd name="T5" fmla="*/ 9 h 75"/>
                <a:gd name="T6" fmla="*/ 18 w 76"/>
                <a:gd name="T7" fmla="*/ 6 h 75"/>
                <a:gd name="T8" fmla="*/ 16 w 76"/>
                <a:gd name="T9" fmla="*/ 2 h 75"/>
                <a:gd name="T10" fmla="*/ 15 w 76"/>
                <a:gd name="T11" fmla="*/ 1 h 75"/>
                <a:gd name="T12" fmla="*/ 13 w 76"/>
                <a:gd name="T13" fmla="*/ 1 h 75"/>
                <a:gd name="T14" fmla="*/ 11 w 76"/>
                <a:gd name="T15" fmla="*/ 0 h 75"/>
                <a:gd name="T16" fmla="*/ 10 w 76"/>
                <a:gd name="T17" fmla="*/ 0 h 75"/>
                <a:gd name="T18" fmla="*/ 7 w 76"/>
                <a:gd name="T19" fmla="*/ 0 h 75"/>
                <a:gd name="T20" fmla="*/ 6 w 76"/>
                <a:gd name="T21" fmla="*/ 1 h 75"/>
                <a:gd name="T22" fmla="*/ 4 w 76"/>
                <a:gd name="T23" fmla="*/ 2 h 75"/>
                <a:gd name="T24" fmla="*/ 3 w 76"/>
                <a:gd name="T25" fmla="*/ 3 h 75"/>
                <a:gd name="T26" fmla="*/ 1 w 76"/>
                <a:gd name="T27" fmla="*/ 6 h 75"/>
                <a:gd name="T28" fmla="*/ 0 w 76"/>
                <a:gd name="T29" fmla="*/ 9 h 75"/>
                <a:gd name="T30" fmla="*/ 1 w 76"/>
                <a:gd name="T31" fmla="*/ 13 h 75"/>
                <a:gd name="T32" fmla="*/ 3 w 76"/>
                <a:gd name="T33" fmla="*/ 16 h 75"/>
                <a:gd name="T34" fmla="*/ 5 w 76"/>
                <a:gd name="T35" fmla="*/ 17 h 75"/>
                <a:gd name="T36" fmla="*/ 7 w 76"/>
                <a:gd name="T37" fmla="*/ 18 h 75"/>
                <a:gd name="T38" fmla="*/ 8 w 76"/>
                <a:gd name="T39" fmla="*/ 18 h 75"/>
                <a:gd name="T40" fmla="*/ 10 w 76"/>
                <a:gd name="T41" fmla="*/ 18 h 75"/>
                <a:gd name="T42" fmla="*/ 12 w 76"/>
                <a:gd name="T43" fmla="*/ 18 h 75"/>
                <a:gd name="T44" fmla="*/ 13 w 76"/>
                <a:gd name="T45" fmla="*/ 17 h 75"/>
                <a:gd name="T46" fmla="*/ 15 w 76"/>
                <a:gd name="T47" fmla="*/ 17 h 75"/>
                <a:gd name="T48" fmla="*/ 17 w 76"/>
                <a:gd name="T49" fmla="*/ 15 h 7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76" h="75">
                  <a:moveTo>
                    <a:pt x="66" y="63"/>
                  </a:moveTo>
                  <a:lnTo>
                    <a:pt x="74" y="50"/>
                  </a:lnTo>
                  <a:lnTo>
                    <a:pt x="76" y="36"/>
                  </a:lnTo>
                  <a:lnTo>
                    <a:pt x="72" y="23"/>
                  </a:lnTo>
                  <a:lnTo>
                    <a:pt x="63" y="10"/>
                  </a:lnTo>
                  <a:lnTo>
                    <a:pt x="58" y="6"/>
                  </a:lnTo>
                  <a:lnTo>
                    <a:pt x="51" y="3"/>
                  </a:lnTo>
                  <a:lnTo>
                    <a:pt x="45" y="0"/>
                  </a:lnTo>
                  <a:lnTo>
                    <a:pt x="38" y="0"/>
                  </a:lnTo>
                  <a:lnTo>
                    <a:pt x="29" y="1"/>
                  </a:lnTo>
                  <a:lnTo>
                    <a:pt x="23" y="3"/>
                  </a:lnTo>
                  <a:lnTo>
                    <a:pt x="16" y="7"/>
                  </a:lnTo>
                  <a:lnTo>
                    <a:pt x="10" y="11"/>
                  </a:lnTo>
                  <a:lnTo>
                    <a:pt x="3" y="24"/>
                  </a:lnTo>
                  <a:lnTo>
                    <a:pt x="0" y="39"/>
                  </a:lnTo>
                  <a:lnTo>
                    <a:pt x="4" y="53"/>
                  </a:lnTo>
                  <a:lnTo>
                    <a:pt x="13" y="65"/>
                  </a:lnTo>
                  <a:lnTo>
                    <a:pt x="19" y="69"/>
                  </a:lnTo>
                  <a:lnTo>
                    <a:pt x="26" y="73"/>
                  </a:lnTo>
                  <a:lnTo>
                    <a:pt x="32" y="75"/>
                  </a:lnTo>
                  <a:lnTo>
                    <a:pt x="40" y="75"/>
                  </a:lnTo>
                  <a:lnTo>
                    <a:pt x="48" y="75"/>
                  </a:lnTo>
                  <a:lnTo>
                    <a:pt x="53" y="72"/>
                  </a:lnTo>
                  <a:lnTo>
                    <a:pt x="61" y="69"/>
                  </a:lnTo>
                  <a:lnTo>
                    <a:pt x="66"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buClr>
                  <a:srgbClr val="FFFFFF"/>
                </a:buClr>
                <a:defRPr/>
              </a:pPr>
              <a:endParaRPr lang="en-US" sz="2400" kern="0"/>
            </a:p>
          </p:txBody>
        </p:sp>
        <p:sp>
          <p:nvSpPr>
            <p:cNvPr id="111" name="Freeform 56"/>
            <p:cNvSpPr>
              <a:spLocks/>
            </p:cNvSpPr>
            <p:nvPr/>
          </p:nvSpPr>
          <p:spPr bwMode="auto">
            <a:xfrm>
              <a:off x="2137" y="523"/>
              <a:ext cx="19" cy="20"/>
            </a:xfrm>
            <a:custGeom>
              <a:avLst/>
              <a:gdLst>
                <a:gd name="T0" fmla="*/ 17 w 76"/>
                <a:gd name="T1" fmla="*/ 17 h 75"/>
                <a:gd name="T2" fmla="*/ 19 w 76"/>
                <a:gd name="T3" fmla="*/ 13 h 75"/>
                <a:gd name="T4" fmla="*/ 19 w 76"/>
                <a:gd name="T5" fmla="*/ 10 h 75"/>
                <a:gd name="T6" fmla="*/ 18 w 76"/>
                <a:gd name="T7" fmla="*/ 6 h 75"/>
                <a:gd name="T8" fmla="*/ 16 w 76"/>
                <a:gd name="T9" fmla="*/ 3 h 75"/>
                <a:gd name="T10" fmla="*/ 15 w 76"/>
                <a:gd name="T11" fmla="*/ 2 h 75"/>
                <a:gd name="T12" fmla="*/ 13 w 76"/>
                <a:gd name="T13" fmla="*/ 1 h 75"/>
                <a:gd name="T14" fmla="*/ 11 w 76"/>
                <a:gd name="T15" fmla="*/ 0 h 75"/>
                <a:gd name="T16" fmla="*/ 10 w 76"/>
                <a:gd name="T17" fmla="*/ 0 h 75"/>
                <a:gd name="T18" fmla="*/ 7 w 76"/>
                <a:gd name="T19" fmla="*/ 0 h 75"/>
                <a:gd name="T20" fmla="*/ 6 w 76"/>
                <a:gd name="T21" fmla="*/ 1 h 75"/>
                <a:gd name="T22" fmla="*/ 4 w 76"/>
                <a:gd name="T23" fmla="*/ 2 h 75"/>
                <a:gd name="T24" fmla="*/ 3 w 76"/>
                <a:gd name="T25" fmla="*/ 3 h 75"/>
                <a:gd name="T26" fmla="*/ 1 w 76"/>
                <a:gd name="T27" fmla="*/ 6 h 75"/>
                <a:gd name="T28" fmla="*/ 0 w 76"/>
                <a:gd name="T29" fmla="*/ 10 h 75"/>
                <a:gd name="T30" fmla="*/ 1 w 76"/>
                <a:gd name="T31" fmla="*/ 14 h 75"/>
                <a:gd name="T32" fmla="*/ 3 w 76"/>
                <a:gd name="T33" fmla="*/ 17 h 75"/>
                <a:gd name="T34" fmla="*/ 5 w 76"/>
                <a:gd name="T35" fmla="*/ 18 h 75"/>
                <a:gd name="T36" fmla="*/ 7 w 76"/>
                <a:gd name="T37" fmla="*/ 19 h 75"/>
                <a:gd name="T38" fmla="*/ 8 w 76"/>
                <a:gd name="T39" fmla="*/ 20 h 75"/>
                <a:gd name="T40" fmla="*/ 10 w 76"/>
                <a:gd name="T41" fmla="*/ 20 h 75"/>
                <a:gd name="T42" fmla="*/ 12 w 76"/>
                <a:gd name="T43" fmla="*/ 20 h 75"/>
                <a:gd name="T44" fmla="*/ 13 w 76"/>
                <a:gd name="T45" fmla="*/ 19 h 75"/>
                <a:gd name="T46" fmla="*/ 15 w 76"/>
                <a:gd name="T47" fmla="*/ 18 h 75"/>
                <a:gd name="T48" fmla="*/ 17 w 76"/>
                <a:gd name="T49" fmla="*/ 17 h 7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76" h="75">
                  <a:moveTo>
                    <a:pt x="66" y="63"/>
                  </a:moveTo>
                  <a:lnTo>
                    <a:pt x="74" y="50"/>
                  </a:lnTo>
                  <a:lnTo>
                    <a:pt x="76" y="36"/>
                  </a:lnTo>
                  <a:lnTo>
                    <a:pt x="72" y="23"/>
                  </a:lnTo>
                  <a:lnTo>
                    <a:pt x="63" y="10"/>
                  </a:lnTo>
                  <a:lnTo>
                    <a:pt x="58" y="6"/>
                  </a:lnTo>
                  <a:lnTo>
                    <a:pt x="51" y="3"/>
                  </a:lnTo>
                  <a:lnTo>
                    <a:pt x="45" y="0"/>
                  </a:lnTo>
                  <a:lnTo>
                    <a:pt x="38" y="0"/>
                  </a:lnTo>
                  <a:lnTo>
                    <a:pt x="29" y="1"/>
                  </a:lnTo>
                  <a:lnTo>
                    <a:pt x="23" y="3"/>
                  </a:lnTo>
                  <a:lnTo>
                    <a:pt x="16" y="7"/>
                  </a:lnTo>
                  <a:lnTo>
                    <a:pt x="10" y="11"/>
                  </a:lnTo>
                  <a:lnTo>
                    <a:pt x="3" y="24"/>
                  </a:lnTo>
                  <a:lnTo>
                    <a:pt x="0" y="39"/>
                  </a:lnTo>
                  <a:lnTo>
                    <a:pt x="4" y="53"/>
                  </a:lnTo>
                  <a:lnTo>
                    <a:pt x="13" y="65"/>
                  </a:lnTo>
                  <a:lnTo>
                    <a:pt x="19" y="69"/>
                  </a:lnTo>
                  <a:lnTo>
                    <a:pt x="26" y="73"/>
                  </a:lnTo>
                  <a:lnTo>
                    <a:pt x="32" y="75"/>
                  </a:lnTo>
                  <a:lnTo>
                    <a:pt x="40" y="75"/>
                  </a:lnTo>
                  <a:lnTo>
                    <a:pt x="48" y="75"/>
                  </a:lnTo>
                  <a:lnTo>
                    <a:pt x="53" y="72"/>
                  </a:lnTo>
                  <a:lnTo>
                    <a:pt x="61" y="69"/>
                  </a:lnTo>
                  <a:lnTo>
                    <a:pt x="66"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buClr>
                  <a:srgbClr val="FFFFFF"/>
                </a:buClr>
                <a:defRPr/>
              </a:pPr>
              <a:endParaRPr lang="en-US" sz="2400" kern="0"/>
            </a:p>
          </p:txBody>
        </p:sp>
        <p:sp>
          <p:nvSpPr>
            <p:cNvPr id="112" name="Freeform 57"/>
            <p:cNvSpPr>
              <a:spLocks/>
            </p:cNvSpPr>
            <p:nvPr/>
          </p:nvSpPr>
          <p:spPr bwMode="auto">
            <a:xfrm>
              <a:off x="2137" y="805"/>
              <a:ext cx="19" cy="19"/>
            </a:xfrm>
            <a:custGeom>
              <a:avLst/>
              <a:gdLst>
                <a:gd name="T0" fmla="*/ 14 w 74"/>
                <a:gd name="T1" fmla="*/ 18 h 75"/>
                <a:gd name="T2" fmla="*/ 17 w 74"/>
                <a:gd name="T3" fmla="*/ 15 h 75"/>
                <a:gd name="T4" fmla="*/ 19 w 74"/>
                <a:gd name="T5" fmla="*/ 12 h 75"/>
                <a:gd name="T6" fmla="*/ 19 w 74"/>
                <a:gd name="T7" fmla="*/ 9 h 75"/>
                <a:gd name="T8" fmla="*/ 18 w 74"/>
                <a:gd name="T9" fmla="*/ 5 h 75"/>
                <a:gd name="T10" fmla="*/ 17 w 74"/>
                <a:gd name="T11" fmla="*/ 3 h 75"/>
                <a:gd name="T12" fmla="*/ 15 w 74"/>
                <a:gd name="T13" fmla="*/ 2 h 75"/>
                <a:gd name="T14" fmla="*/ 14 w 74"/>
                <a:gd name="T15" fmla="*/ 1 h 75"/>
                <a:gd name="T16" fmla="*/ 12 w 74"/>
                <a:gd name="T17" fmla="*/ 0 h 75"/>
                <a:gd name="T18" fmla="*/ 10 w 74"/>
                <a:gd name="T19" fmla="*/ 0 h 75"/>
                <a:gd name="T20" fmla="*/ 8 w 74"/>
                <a:gd name="T21" fmla="*/ 0 h 75"/>
                <a:gd name="T22" fmla="*/ 6 w 74"/>
                <a:gd name="T23" fmla="*/ 1 h 75"/>
                <a:gd name="T24" fmla="*/ 5 w 74"/>
                <a:gd name="T25" fmla="*/ 1 h 75"/>
                <a:gd name="T26" fmla="*/ 2 w 74"/>
                <a:gd name="T27" fmla="*/ 4 h 75"/>
                <a:gd name="T28" fmla="*/ 0 w 74"/>
                <a:gd name="T29" fmla="*/ 7 h 75"/>
                <a:gd name="T30" fmla="*/ 0 w 74"/>
                <a:gd name="T31" fmla="*/ 11 h 75"/>
                <a:gd name="T32" fmla="*/ 1 w 74"/>
                <a:gd name="T33" fmla="*/ 14 h 75"/>
                <a:gd name="T34" fmla="*/ 3 w 74"/>
                <a:gd name="T35" fmla="*/ 16 h 75"/>
                <a:gd name="T36" fmla="*/ 4 w 74"/>
                <a:gd name="T37" fmla="*/ 17 h 75"/>
                <a:gd name="T38" fmla="*/ 5 w 74"/>
                <a:gd name="T39" fmla="*/ 18 h 75"/>
                <a:gd name="T40" fmla="*/ 7 w 74"/>
                <a:gd name="T41" fmla="*/ 19 h 75"/>
                <a:gd name="T42" fmla="*/ 9 w 74"/>
                <a:gd name="T43" fmla="*/ 19 h 75"/>
                <a:gd name="T44" fmla="*/ 11 w 74"/>
                <a:gd name="T45" fmla="*/ 19 h 75"/>
                <a:gd name="T46" fmla="*/ 13 w 74"/>
                <a:gd name="T47" fmla="*/ 19 h 75"/>
                <a:gd name="T48" fmla="*/ 14 w 74"/>
                <a:gd name="T49" fmla="*/ 18 h 7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74" h="75">
                  <a:moveTo>
                    <a:pt x="56" y="71"/>
                  </a:moveTo>
                  <a:lnTo>
                    <a:pt x="67" y="61"/>
                  </a:lnTo>
                  <a:lnTo>
                    <a:pt x="74" y="47"/>
                  </a:lnTo>
                  <a:lnTo>
                    <a:pt x="74" y="34"/>
                  </a:lnTo>
                  <a:lnTo>
                    <a:pt x="70" y="19"/>
                  </a:lnTo>
                  <a:lnTo>
                    <a:pt x="66" y="13"/>
                  </a:lnTo>
                  <a:lnTo>
                    <a:pt x="60" y="8"/>
                  </a:lnTo>
                  <a:lnTo>
                    <a:pt x="54" y="3"/>
                  </a:lnTo>
                  <a:lnTo>
                    <a:pt x="47" y="0"/>
                  </a:lnTo>
                  <a:lnTo>
                    <a:pt x="40" y="0"/>
                  </a:lnTo>
                  <a:lnTo>
                    <a:pt x="33" y="0"/>
                  </a:lnTo>
                  <a:lnTo>
                    <a:pt x="25" y="2"/>
                  </a:lnTo>
                  <a:lnTo>
                    <a:pt x="18" y="5"/>
                  </a:lnTo>
                  <a:lnTo>
                    <a:pt x="7" y="15"/>
                  </a:lnTo>
                  <a:lnTo>
                    <a:pt x="1" y="28"/>
                  </a:lnTo>
                  <a:lnTo>
                    <a:pt x="0" y="42"/>
                  </a:lnTo>
                  <a:lnTo>
                    <a:pt x="5" y="57"/>
                  </a:lnTo>
                  <a:lnTo>
                    <a:pt x="10" y="62"/>
                  </a:lnTo>
                  <a:lnTo>
                    <a:pt x="15" y="68"/>
                  </a:lnTo>
                  <a:lnTo>
                    <a:pt x="21" y="73"/>
                  </a:lnTo>
                  <a:lnTo>
                    <a:pt x="28" y="74"/>
                  </a:lnTo>
                  <a:lnTo>
                    <a:pt x="34" y="75"/>
                  </a:lnTo>
                  <a:lnTo>
                    <a:pt x="41" y="75"/>
                  </a:lnTo>
                  <a:lnTo>
                    <a:pt x="49" y="74"/>
                  </a:lnTo>
                  <a:lnTo>
                    <a:pt x="56" y="7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buClr>
                  <a:srgbClr val="FFFFFF"/>
                </a:buClr>
                <a:defRPr/>
              </a:pPr>
              <a:endParaRPr lang="en-US" sz="2400" kern="0"/>
            </a:p>
          </p:txBody>
        </p:sp>
        <p:sp>
          <p:nvSpPr>
            <p:cNvPr id="113" name="Freeform 58"/>
            <p:cNvSpPr>
              <a:spLocks/>
            </p:cNvSpPr>
            <p:nvPr/>
          </p:nvSpPr>
          <p:spPr bwMode="auto">
            <a:xfrm>
              <a:off x="2137" y="769"/>
              <a:ext cx="19" cy="19"/>
            </a:xfrm>
            <a:custGeom>
              <a:avLst/>
              <a:gdLst>
                <a:gd name="T0" fmla="*/ 17 w 76"/>
                <a:gd name="T1" fmla="*/ 16 h 75"/>
                <a:gd name="T2" fmla="*/ 19 w 76"/>
                <a:gd name="T3" fmla="*/ 13 h 75"/>
                <a:gd name="T4" fmla="*/ 19 w 76"/>
                <a:gd name="T5" fmla="*/ 9 h 75"/>
                <a:gd name="T6" fmla="*/ 18 w 76"/>
                <a:gd name="T7" fmla="*/ 5 h 75"/>
                <a:gd name="T8" fmla="*/ 16 w 76"/>
                <a:gd name="T9" fmla="*/ 3 h 75"/>
                <a:gd name="T10" fmla="*/ 15 w 76"/>
                <a:gd name="T11" fmla="*/ 2 h 75"/>
                <a:gd name="T12" fmla="*/ 13 w 76"/>
                <a:gd name="T13" fmla="*/ 1 h 75"/>
                <a:gd name="T14" fmla="*/ 11 w 76"/>
                <a:gd name="T15" fmla="*/ 0 h 75"/>
                <a:gd name="T16" fmla="*/ 10 w 76"/>
                <a:gd name="T17" fmla="*/ 0 h 75"/>
                <a:gd name="T18" fmla="*/ 7 w 76"/>
                <a:gd name="T19" fmla="*/ 0 h 75"/>
                <a:gd name="T20" fmla="*/ 6 w 76"/>
                <a:gd name="T21" fmla="*/ 1 h 75"/>
                <a:gd name="T22" fmla="*/ 4 w 76"/>
                <a:gd name="T23" fmla="*/ 2 h 75"/>
                <a:gd name="T24" fmla="*/ 3 w 76"/>
                <a:gd name="T25" fmla="*/ 3 h 75"/>
                <a:gd name="T26" fmla="*/ 1 w 76"/>
                <a:gd name="T27" fmla="*/ 6 h 75"/>
                <a:gd name="T28" fmla="*/ 0 w 76"/>
                <a:gd name="T29" fmla="*/ 10 h 75"/>
                <a:gd name="T30" fmla="*/ 1 w 76"/>
                <a:gd name="T31" fmla="*/ 13 h 75"/>
                <a:gd name="T32" fmla="*/ 3 w 76"/>
                <a:gd name="T33" fmla="*/ 16 h 75"/>
                <a:gd name="T34" fmla="*/ 5 w 76"/>
                <a:gd name="T35" fmla="*/ 17 h 75"/>
                <a:gd name="T36" fmla="*/ 7 w 76"/>
                <a:gd name="T37" fmla="*/ 18 h 75"/>
                <a:gd name="T38" fmla="*/ 8 w 76"/>
                <a:gd name="T39" fmla="*/ 19 h 75"/>
                <a:gd name="T40" fmla="*/ 10 w 76"/>
                <a:gd name="T41" fmla="*/ 19 h 75"/>
                <a:gd name="T42" fmla="*/ 12 w 76"/>
                <a:gd name="T43" fmla="*/ 19 h 75"/>
                <a:gd name="T44" fmla="*/ 13 w 76"/>
                <a:gd name="T45" fmla="*/ 18 h 75"/>
                <a:gd name="T46" fmla="*/ 15 w 76"/>
                <a:gd name="T47" fmla="*/ 17 h 75"/>
                <a:gd name="T48" fmla="*/ 17 w 76"/>
                <a:gd name="T49" fmla="*/ 16 h 7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76" h="75">
                  <a:moveTo>
                    <a:pt x="66" y="63"/>
                  </a:moveTo>
                  <a:lnTo>
                    <a:pt x="74" y="50"/>
                  </a:lnTo>
                  <a:lnTo>
                    <a:pt x="76" y="36"/>
                  </a:lnTo>
                  <a:lnTo>
                    <a:pt x="72" y="21"/>
                  </a:lnTo>
                  <a:lnTo>
                    <a:pt x="63" y="10"/>
                  </a:lnTo>
                  <a:lnTo>
                    <a:pt x="58" y="6"/>
                  </a:lnTo>
                  <a:lnTo>
                    <a:pt x="51" y="3"/>
                  </a:lnTo>
                  <a:lnTo>
                    <a:pt x="45" y="0"/>
                  </a:lnTo>
                  <a:lnTo>
                    <a:pt x="38" y="0"/>
                  </a:lnTo>
                  <a:lnTo>
                    <a:pt x="29" y="1"/>
                  </a:lnTo>
                  <a:lnTo>
                    <a:pt x="23" y="3"/>
                  </a:lnTo>
                  <a:lnTo>
                    <a:pt x="16" y="7"/>
                  </a:lnTo>
                  <a:lnTo>
                    <a:pt x="10" y="11"/>
                  </a:lnTo>
                  <a:lnTo>
                    <a:pt x="3" y="24"/>
                  </a:lnTo>
                  <a:lnTo>
                    <a:pt x="0" y="39"/>
                  </a:lnTo>
                  <a:lnTo>
                    <a:pt x="4" y="53"/>
                  </a:lnTo>
                  <a:lnTo>
                    <a:pt x="13" y="65"/>
                  </a:lnTo>
                  <a:lnTo>
                    <a:pt x="19" y="69"/>
                  </a:lnTo>
                  <a:lnTo>
                    <a:pt x="26" y="73"/>
                  </a:lnTo>
                  <a:lnTo>
                    <a:pt x="32" y="75"/>
                  </a:lnTo>
                  <a:lnTo>
                    <a:pt x="40" y="75"/>
                  </a:lnTo>
                  <a:lnTo>
                    <a:pt x="48" y="75"/>
                  </a:lnTo>
                  <a:lnTo>
                    <a:pt x="53" y="72"/>
                  </a:lnTo>
                  <a:lnTo>
                    <a:pt x="61" y="69"/>
                  </a:lnTo>
                  <a:lnTo>
                    <a:pt x="66"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buClr>
                  <a:srgbClr val="FFFFFF"/>
                </a:buClr>
                <a:defRPr/>
              </a:pPr>
              <a:endParaRPr lang="en-US" sz="2400" kern="0"/>
            </a:p>
          </p:txBody>
        </p:sp>
        <p:sp>
          <p:nvSpPr>
            <p:cNvPr id="114" name="Freeform 59"/>
            <p:cNvSpPr>
              <a:spLocks/>
            </p:cNvSpPr>
            <p:nvPr/>
          </p:nvSpPr>
          <p:spPr bwMode="auto">
            <a:xfrm>
              <a:off x="2137" y="734"/>
              <a:ext cx="19" cy="19"/>
            </a:xfrm>
            <a:custGeom>
              <a:avLst/>
              <a:gdLst>
                <a:gd name="T0" fmla="*/ 17 w 76"/>
                <a:gd name="T1" fmla="*/ 16 h 75"/>
                <a:gd name="T2" fmla="*/ 19 w 76"/>
                <a:gd name="T3" fmla="*/ 13 h 75"/>
                <a:gd name="T4" fmla="*/ 19 w 76"/>
                <a:gd name="T5" fmla="*/ 9 h 75"/>
                <a:gd name="T6" fmla="*/ 18 w 76"/>
                <a:gd name="T7" fmla="*/ 5 h 75"/>
                <a:gd name="T8" fmla="*/ 16 w 76"/>
                <a:gd name="T9" fmla="*/ 3 h 75"/>
                <a:gd name="T10" fmla="*/ 15 w 76"/>
                <a:gd name="T11" fmla="*/ 2 h 75"/>
                <a:gd name="T12" fmla="*/ 13 w 76"/>
                <a:gd name="T13" fmla="*/ 1 h 75"/>
                <a:gd name="T14" fmla="*/ 11 w 76"/>
                <a:gd name="T15" fmla="*/ 0 h 75"/>
                <a:gd name="T16" fmla="*/ 10 w 76"/>
                <a:gd name="T17" fmla="*/ 0 h 75"/>
                <a:gd name="T18" fmla="*/ 7 w 76"/>
                <a:gd name="T19" fmla="*/ 0 h 75"/>
                <a:gd name="T20" fmla="*/ 6 w 76"/>
                <a:gd name="T21" fmla="*/ 1 h 75"/>
                <a:gd name="T22" fmla="*/ 4 w 76"/>
                <a:gd name="T23" fmla="*/ 2 h 75"/>
                <a:gd name="T24" fmla="*/ 3 w 76"/>
                <a:gd name="T25" fmla="*/ 3 h 75"/>
                <a:gd name="T26" fmla="*/ 1 w 76"/>
                <a:gd name="T27" fmla="*/ 6 h 75"/>
                <a:gd name="T28" fmla="*/ 0 w 76"/>
                <a:gd name="T29" fmla="*/ 10 h 75"/>
                <a:gd name="T30" fmla="*/ 1 w 76"/>
                <a:gd name="T31" fmla="*/ 13 h 75"/>
                <a:gd name="T32" fmla="*/ 3 w 76"/>
                <a:gd name="T33" fmla="*/ 16 h 75"/>
                <a:gd name="T34" fmla="*/ 5 w 76"/>
                <a:gd name="T35" fmla="*/ 17 h 75"/>
                <a:gd name="T36" fmla="*/ 7 w 76"/>
                <a:gd name="T37" fmla="*/ 18 h 75"/>
                <a:gd name="T38" fmla="*/ 8 w 76"/>
                <a:gd name="T39" fmla="*/ 19 h 75"/>
                <a:gd name="T40" fmla="*/ 10 w 76"/>
                <a:gd name="T41" fmla="*/ 19 h 75"/>
                <a:gd name="T42" fmla="*/ 12 w 76"/>
                <a:gd name="T43" fmla="*/ 19 h 75"/>
                <a:gd name="T44" fmla="*/ 13 w 76"/>
                <a:gd name="T45" fmla="*/ 18 h 75"/>
                <a:gd name="T46" fmla="*/ 15 w 76"/>
                <a:gd name="T47" fmla="*/ 17 h 75"/>
                <a:gd name="T48" fmla="*/ 17 w 76"/>
                <a:gd name="T49" fmla="*/ 16 h 7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76" h="75">
                  <a:moveTo>
                    <a:pt x="66" y="63"/>
                  </a:moveTo>
                  <a:lnTo>
                    <a:pt x="74" y="50"/>
                  </a:lnTo>
                  <a:lnTo>
                    <a:pt x="76" y="36"/>
                  </a:lnTo>
                  <a:lnTo>
                    <a:pt x="72" y="21"/>
                  </a:lnTo>
                  <a:lnTo>
                    <a:pt x="63" y="10"/>
                  </a:lnTo>
                  <a:lnTo>
                    <a:pt x="58" y="6"/>
                  </a:lnTo>
                  <a:lnTo>
                    <a:pt x="51" y="3"/>
                  </a:lnTo>
                  <a:lnTo>
                    <a:pt x="45" y="0"/>
                  </a:lnTo>
                  <a:lnTo>
                    <a:pt x="38" y="0"/>
                  </a:lnTo>
                  <a:lnTo>
                    <a:pt x="29" y="1"/>
                  </a:lnTo>
                  <a:lnTo>
                    <a:pt x="23" y="3"/>
                  </a:lnTo>
                  <a:lnTo>
                    <a:pt x="16" y="7"/>
                  </a:lnTo>
                  <a:lnTo>
                    <a:pt x="10" y="11"/>
                  </a:lnTo>
                  <a:lnTo>
                    <a:pt x="3" y="24"/>
                  </a:lnTo>
                  <a:lnTo>
                    <a:pt x="0" y="39"/>
                  </a:lnTo>
                  <a:lnTo>
                    <a:pt x="4" y="53"/>
                  </a:lnTo>
                  <a:lnTo>
                    <a:pt x="13" y="65"/>
                  </a:lnTo>
                  <a:lnTo>
                    <a:pt x="19" y="69"/>
                  </a:lnTo>
                  <a:lnTo>
                    <a:pt x="26" y="73"/>
                  </a:lnTo>
                  <a:lnTo>
                    <a:pt x="32" y="75"/>
                  </a:lnTo>
                  <a:lnTo>
                    <a:pt x="40" y="75"/>
                  </a:lnTo>
                  <a:lnTo>
                    <a:pt x="48" y="75"/>
                  </a:lnTo>
                  <a:lnTo>
                    <a:pt x="53" y="72"/>
                  </a:lnTo>
                  <a:lnTo>
                    <a:pt x="61" y="69"/>
                  </a:lnTo>
                  <a:lnTo>
                    <a:pt x="66"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buClr>
                  <a:srgbClr val="FFFFFF"/>
                </a:buClr>
                <a:defRPr/>
              </a:pPr>
              <a:endParaRPr lang="en-US" sz="2400" kern="0"/>
            </a:p>
          </p:txBody>
        </p:sp>
        <p:sp>
          <p:nvSpPr>
            <p:cNvPr id="115" name="Freeform 60"/>
            <p:cNvSpPr>
              <a:spLocks/>
            </p:cNvSpPr>
            <p:nvPr/>
          </p:nvSpPr>
          <p:spPr bwMode="auto">
            <a:xfrm>
              <a:off x="2137" y="699"/>
              <a:ext cx="19" cy="19"/>
            </a:xfrm>
            <a:custGeom>
              <a:avLst/>
              <a:gdLst>
                <a:gd name="T0" fmla="*/ 17 w 76"/>
                <a:gd name="T1" fmla="*/ 16 h 75"/>
                <a:gd name="T2" fmla="*/ 19 w 76"/>
                <a:gd name="T3" fmla="*/ 13 h 75"/>
                <a:gd name="T4" fmla="*/ 19 w 76"/>
                <a:gd name="T5" fmla="*/ 9 h 75"/>
                <a:gd name="T6" fmla="*/ 18 w 76"/>
                <a:gd name="T7" fmla="*/ 6 h 75"/>
                <a:gd name="T8" fmla="*/ 16 w 76"/>
                <a:gd name="T9" fmla="*/ 3 h 75"/>
                <a:gd name="T10" fmla="*/ 15 w 76"/>
                <a:gd name="T11" fmla="*/ 2 h 75"/>
                <a:gd name="T12" fmla="*/ 13 w 76"/>
                <a:gd name="T13" fmla="*/ 1 h 75"/>
                <a:gd name="T14" fmla="*/ 11 w 76"/>
                <a:gd name="T15" fmla="*/ 0 h 75"/>
                <a:gd name="T16" fmla="*/ 10 w 76"/>
                <a:gd name="T17" fmla="*/ 0 h 75"/>
                <a:gd name="T18" fmla="*/ 7 w 76"/>
                <a:gd name="T19" fmla="*/ 0 h 75"/>
                <a:gd name="T20" fmla="*/ 6 w 76"/>
                <a:gd name="T21" fmla="*/ 1 h 75"/>
                <a:gd name="T22" fmla="*/ 4 w 76"/>
                <a:gd name="T23" fmla="*/ 2 h 75"/>
                <a:gd name="T24" fmla="*/ 3 w 76"/>
                <a:gd name="T25" fmla="*/ 3 h 75"/>
                <a:gd name="T26" fmla="*/ 1 w 76"/>
                <a:gd name="T27" fmla="*/ 6 h 75"/>
                <a:gd name="T28" fmla="*/ 0 w 76"/>
                <a:gd name="T29" fmla="*/ 10 h 75"/>
                <a:gd name="T30" fmla="*/ 1 w 76"/>
                <a:gd name="T31" fmla="*/ 13 h 75"/>
                <a:gd name="T32" fmla="*/ 3 w 76"/>
                <a:gd name="T33" fmla="*/ 16 h 75"/>
                <a:gd name="T34" fmla="*/ 5 w 76"/>
                <a:gd name="T35" fmla="*/ 17 h 75"/>
                <a:gd name="T36" fmla="*/ 7 w 76"/>
                <a:gd name="T37" fmla="*/ 18 h 75"/>
                <a:gd name="T38" fmla="*/ 8 w 76"/>
                <a:gd name="T39" fmla="*/ 19 h 75"/>
                <a:gd name="T40" fmla="*/ 10 w 76"/>
                <a:gd name="T41" fmla="*/ 19 h 75"/>
                <a:gd name="T42" fmla="*/ 12 w 76"/>
                <a:gd name="T43" fmla="*/ 19 h 75"/>
                <a:gd name="T44" fmla="*/ 13 w 76"/>
                <a:gd name="T45" fmla="*/ 18 h 75"/>
                <a:gd name="T46" fmla="*/ 15 w 76"/>
                <a:gd name="T47" fmla="*/ 17 h 75"/>
                <a:gd name="T48" fmla="*/ 17 w 76"/>
                <a:gd name="T49" fmla="*/ 16 h 7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76" h="75">
                  <a:moveTo>
                    <a:pt x="66" y="63"/>
                  </a:moveTo>
                  <a:lnTo>
                    <a:pt x="74" y="50"/>
                  </a:lnTo>
                  <a:lnTo>
                    <a:pt x="76" y="36"/>
                  </a:lnTo>
                  <a:lnTo>
                    <a:pt x="72" y="23"/>
                  </a:lnTo>
                  <a:lnTo>
                    <a:pt x="63" y="10"/>
                  </a:lnTo>
                  <a:lnTo>
                    <a:pt x="58" y="6"/>
                  </a:lnTo>
                  <a:lnTo>
                    <a:pt x="51" y="3"/>
                  </a:lnTo>
                  <a:lnTo>
                    <a:pt x="45" y="0"/>
                  </a:lnTo>
                  <a:lnTo>
                    <a:pt x="38" y="0"/>
                  </a:lnTo>
                  <a:lnTo>
                    <a:pt x="29" y="1"/>
                  </a:lnTo>
                  <a:lnTo>
                    <a:pt x="23" y="3"/>
                  </a:lnTo>
                  <a:lnTo>
                    <a:pt x="16" y="7"/>
                  </a:lnTo>
                  <a:lnTo>
                    <a:pt x="10" y="11"/>
                  </a:lnTo>
                  <a:lnTo>
                    <a:pt x="3" y="24"/>
                  </a:lnTo>
                  <a:lnTo>
                    <a:pt x="0" y="39"/>
                  </a:lnTo>
                  <a:lnTo>
                    <a:pt x="4" y="53"/>
                  </a:lnTo>
                  <a:lnTo>
                    <a:pt x="13" y="65"/>
                  </a:lnTo>
                  <a:lnTo>
                    <a:pt x="19" y="69"/>
                  </a:lnTo>
                  <a:lnTo>
                    <a:pt x="26" y="73"/>
                  </a:lnTo>
                  <a:lnTo>
                    <a:pt x="32" y="75"/>
                  </a:lnTo>
                  <a:lnTo>
                    <a:pt x="40" y="75"/>
                  </a:lnTo>
                  <a:lnTo>
                    <a:pt x="48" y="75"/>
                  </a:lnTo>
                  <a:lnTo>
                    <a:pt x="53" y="72"/>
                  </a:lnTo>
                  <a:lnTo>
                    <a:pt x="61" y="69"/>
                  </a:lnTo>
                  <a:lnTo>
                    <a:pt x="66"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buClr>
                  <a:srgbClr val="FFFFFF"/>
                </a:buClr>
                <a:defRPr/>
              </a:pPr>
              <a:endParaRPr lang="en-US" sz="2400" kern="0"/>
            </a:p>
          </p:txBody>
        </p:sp>
        <p:sp>
          <p:nvSpPr>
            <p:cNvPr id="116" name="Freeform 61"/>
            <p:cNvSpPr>
              <a:spLocks/>
            </p:cNvSpPr>
            <p:nvPr/>
          </p:nvSpPr>
          <p:spPr bwMode="auto">
            <a:xfrm>
              <a:off x="2149" y="806"/>
              <a:ext cx="214" cy="367"/>
            </a:xfrm>
            <a:custGeom>
              <a:avLst/>
              <a:gdLst>
                <a:gd name="T0" fmla="*/ 168 w 423"/>
                <a:gd name="T1" fmla="*/ 56 h 726"/>
                <a:gd name="T2" fmla="*/ 111 w 423"/>
                <a:gd name="T3" fmla="*/ 9 h 726"/>
                <a:gd name="T4" fmla="*/ 23 w 423"/>
                <a:gd name="T5" fmla="*/ 0 h 726"/>
                <a:gd name="T6" fmla="*/ 0 w 423"/>
                <a:gd name="T7" fmla="*/ 126 h 726"/>
                <a:gd name="T8" fmla="*/ 18 w 423"/>
                <a:gd name="T9" fmla="*/ 205 h 726"/>
                <a:gd name="T10" fmla="*/ 71 w 423"/>
                <a:gd name="T11" fmla="*/ 256 h 726"/>
                <a:gd name="T12" fmla="*/ 59 w 423"/>
                <a:gd name="T13" fmla="*/ 273 h 726"/>
                <a:gd name="T14" fmla="*/ 73 w 423"/>
                <a:gd name="T15" fmla="*/ 350 h 726"/>
                <a:gd name="T16" fmla="*/ 165 w 423"/>
                <a:gd name="T17" fmla="*/ 367 h 726"/>
                <a:gd name="T18" fmla="*/ 214 w 423"/>
                <a:gd name="T19" fmla="*/ 323 h 726"/>
                <a:gd name="T20" fmla="*/ 200 w 423"/>
                <a:gd name="T21" fmla="*/ 240 h 726"/>
                <a:gd name="T22" fmla="*/ 152 w 423"/>
                <a:gd name="T23" fmla="*/ 214 h 726"/>
                <a:gd name="T24" fmla="*/ 156 w 423"/>
                <a:gd name="T25" fmla="*/ 129 h 726"/>
                <a:gd name="T26" fmla="*/ 137 w 423"/>
                <a:gd name="T27" fmla="*/ 105 h 726"/>
                <a:gd name="T28" fmla="*/ 159 w 423"/>
                <a:gd name="T29" fmla="*/ 85 h 726"/>
                <a:gd name="T30" fmla="*/ 168 w 423"/>
                <a:gd name="T31" fmla="*/ 56 h 72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423" h="726">
                  <a:moveTo>
                    <a:pt x="333" y="111"/>
                  </a:moveTo>
                  <a:lnTo>
                    <a:pt x="219" y="18"/>
                  </a:lnTo>
                  <a:lnTo>
                    <a:pt x="45" y="0"/>
                  </a:lnTo>
                  <a:lnTo>
                    <a:pt x="0" y="249"/>
                  </a:lnTo>
                  <a:lnTo>
                    <a:pt x="36" y="405"/>
                  </a:lnTo>
                  <a:lnTo>
                    <a:pt x="141" y="507"/>
                  </a:lnTo>
                  <a:lnTo>
                    <a:pt x="117" y="540"/>
                  </a:lnTo>
                  <a:lnTo>
                    <a:pt x="144" y="693"/>
                  </a:lnTo>
                  <a:lnTo>
                    <a:pt x="327" y="726"/>
                  </a:lnTo>
                  <a:lnTo>
                    <a:pt x="423" y="639"/>
                  </a:lnTo>
                  <a:lnTo>
                    <a:pt x="396" y="474"/>
                  </a:lnTo>
                  <a:lnTo>
                    <a:pt x="300" y="423"/>
                  </a:lnTo>
                  <a:lnTo>
                    <a:pt x="309" y="255"/>
                  </a:lnTo>
                  <a:lnTo>
                    <a:pt x="270" y="207"/>
                  </a:lnTo>
                  <a:lnTo>
                    <a:pt x="315" y="168"/>
                  </a:lnTo>
                  <a:lnTo>
                    <a:pt x="333" y="111"/>
                  </a:lnTo>
                  <a:close/>
                </a:path>
              </a:pathLst>
            </a:custGeom>
            <a:solidFill>
              <a:srgbClr val="DADAB3"/>
            </a:solidFill>
            <a:ln w="12700" cap="flat"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pPr>
                <a:buClr>
                  <a:srgbClr val="FFFFFF"/>
                </a:buClr>
                <a:defRPr/>
              </a:pPr>
              <a:endParaRPr lang="en-US" sz="2400" kern="0"/>
            </a:p>
          </p:txBody>
        </p:sp>
        <p:sp>
          <p:nvSpPr>
            <p:cNvPr id="117" name="Freeform 62"/>
            <p:cNvSpPr>
              <a:spLocks/>
            </p:cNvSpPr>
            <p:nvPr/>
          </p:nvSpPr>
          <p:spPr bwMode="auto">
            <a:xfrm flipH="1">
              <a:off x="2549" y="807"/>
              <a:ext cx="213" cy="367"/>
            </a:xfrm>
            <a:custGeom>
              <a:avLst/>
              <a:gdLst>
                <a:gd name="T0" fmla="*/ 168 w 423"/>
                <a:gd name="T1" fmla="*/ 56 h 726"/>
                <a:gd name="T2" fmla="*/ 110 w 423"/>
                <a:gd name="T3" fmla="*/ 9 h 726"/>
                <a:gd name="T4" fmla="*/ 23 w 423"/>
                <a:gd name="T5" fmla="*/ 0 h 726"/>
                <a:gd name="T6" fmla="*/ 0 w 423"/>
                <a:gd name="T7" fmla="*/ 126 h 726"/>
                <a:gd name="T8" fmla="*/ 18 w 423"/>
                <a:gd name="T9" fmla="*/ 205 h 726"/>
                <a:gd name="T10" fmla="*/ 71 w 423"/>
                <a:gd name="T11" fmla="*/ 256 h 726"/>
                <a:gd name="T12" fmla="*/ 59 w 423"/>
                <a:gd name="T13" fmla="*/ 273 h 726"/>
                <a:gd name="T14" fmla="*/ 73 w 423"/>
                <a:gd name="T15" fmla="*/ 350 h 726"/>
                <a:gd name="T16" fmla="*/ 165 w 423"/>
                <a:gd name="T17" fmla="*/ 367 h 726"/>
                <a:gd name="T18" fmla="*/ 213 w 423"/>
                <a:gd name="T19" fmla="*/ 323 h 726"/>
                <a:gd name="T20" fmla="*/ 199 w 423"/>
                <a:gd name="T21" fmla="*/ 240 h 726"/>
                <a:gd name="T22" fmla="*/ 151 w 423"/>
                <a:gd name="T23" fmla="*/ 214 h 726"/>
                <a:gd name="T24" fmla="*/ 156 w 423"/>
                <a:gd name="T25" fmla="*/ 129 h 726"/>
                <a:gd name="T26" fmla="*/ 136 w 423"/>
                <a:gd name="T27" fmla="*/ 105 h 726"/>
                <a:gd name="T28" fmla="*/ 159 w 423"/>
                <a:gd name="T29" fmla="*/ 85 h 726"/>
                <a:gd name="T30" fmla="*/ 168 w 423"/>
                <a:gd name="T31" fmla="*/ 56 h 72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423" h="726">
                  <a:moveTo>
                    <a:pt x="333" y="111"/>
                  </a:moveTo>
                  <a:lnTo>
                    <a:pt x="219" y="18"/>
                  </a:lnTo>
                  <a:lnTo>
                    <a:pt x="45" y="0"/>
                  </a:lnTo>
                  <a:lnTo>
                    <a:pt x="0" y="249"/>
                  </a:lnTo>
                  <a:lnTo>
                    <a:pt x="36" y="405"/>
                  </a:lnTo>
                  <a:lnTo>
                    <a:pt x="141" y="507"/>
                  </a:lnTo>
                  <a:lnTo>
                    <a:pt x="117" y="540"/>
                  </a:lnTo>
                  <a:lnTo>
                    <a:pt x="144" y="693"/>
                  </a:lnTo>
                  <a:lnTo>
                    <a:pt x="327" y="726"/>
                  </a:lnTo>
                  <a:lnTo>
                    <a:pt x="423" y="639"/>
                  </a:lnTo>
                  <a:lnTo>
                    <a:pt x="396" y="474"/>
                  </a:lnTo>
                  <a:lnTo>
                    <a:pt x="300" y="423"/>
                  </a:lnTo>
                  <a:lnTo>
                    <a:pt x="309" y="255"/>
                  </a:lnTo>
                  <a:lnTo>
                    <a:pt x="270" y="207"/>
                  </a:lnTo>
                  <a:lnTo>
                    <a:pt x="315" y="168"/>
                  </a:lnTo>
                  <a:lnTo>
                    <a:pt x="333" y="111"/>
                  </a:lnTo>
                  <a:close/>
                </a:path>
              </a:pathLst>
            </a:custGeom>
            <a:solidFill>
              <a:srgbClr val="DADAB3"/>
            </a:solidFill>
            <a:ln w="12700" cap="flat"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pPr>
                <a:buClr>
                  <a:srgbClr val="FFFFFF"/>
                </a:buClr>
                <a:defRPr/>
              </a:pPr>
              <a:endParaRPr lang="en-US" sz="2400" kern="0"/>
            </a:p>
          </p:txBody>
        </p:sp>
        <p:sp>
          <p:nvSpPr>
            <p:cNvPr id="118" name="Freeform 63"/>
            <p:cNvSpPr>
              <a:spLocks/>
            </p:cNvSpPr>
            <p:nvPr/>
          </p:nvSpPr>
          <p:spPr bwMode="auto">
            <a:xfrm>
              <a:off x="2163" y="681"/>
              <a:ext cx="593" cy="376"/>
            </a:xfrm>
            <a:custGeom>
              <a:avLst/>
              <a:gdLst>
                <a:gd name="T0" fmla="*/ 398 w 1176"/>
                <a:gd name="T1" fmla="*/ 364 h 744"/>
                <a:gd name="T2" fmla="*/ 191 w 1176"/>
                <a:gd name="T3" fmla="*/ 376 h 744"/>
                <a:gd name="T4" fmla="*/ 174 w 1176"/>
                <a:gd name="T5" fmla="*/ 238 h 744"/>
                <a:gd name="T6" fmla="*/ 153 w 1176"/>
                <a:gd name="T7" fmla="*/ 182 h 744"/>
                <a:gd name="T8" fmla="*/ 0 w 1176"/>
                <a:gd name="T9" fmla="*/ 126 h 744"/>
                <a:gd name="T10" fmla="*/ 8 w 1176"/>
                <a:gd name="T11" fmla="*/ 77 h 744"/>
                <a:gd name="T12" fmla="*/ 107 w 1176"/>
                <a:gd name="T13" fmla="*/ 24 h 744"/>
                <a:gd name="T14" fmla="*/ 203 w 1176"/>
                <a:gd name="T15" fmla="*/ 3 h 744"/>
                <a:gd name="T16" fmla="*/ 330 w 1176"/>
                <a:gd name="T17" fmla="*/ 0 h 744"/>
                <a:gd name="T18" fmla="*/ 440 w 1176"/>
                <a:gd name="T19" fmla="*/ 11 h 744"/>
                <a:gd name="T20" fmla="*/ 532 w 1176"/>
                <a:gd name="T21" fmla="*/ 52 h 744"/>
                <a:gd name="T22" fmla="*/ 593 w 1176"/>
                <a:gd name="T23" fmla="*/ 118 h 744"/>
                <a:gd name="T24" fmla="*/ 431 w 1176"/>
                <a:gd name="T25" fmla="*/ 182 h 744"/>
                <a:gd name="T26" fmla="*/ 401 w 1176"/>
                <a:gd name="T27" fmla="*/ 244 h 744"/>
                <a:gd name="T28" fmla="*/ 398 w 1176"/>
                <a:gd name="T29" fmla="*/ 364 h 74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176" h="744">
                  <a:moveTo>
                    <a:pt x="789" y="720"/>
                  </a:moveTo>
                  <a:lnTo>
                    <a:pt x="378" y="744"/>
                  </a:lnTo>
                  <a:lnTo>
                    <a:pt x="345" y="471"/>
                  </a:lnTo>
                  <a:lnTo>
                    <a:pt x="303" y="360"/>
                  </a:lnTo>
                  <a:lnTo>
                    <a:pt x="0" y="249"/>
                  </a:lnTo>
                  <a:lnTo>
                    <a:pt x="15" y="153"/>
                  </a:lnTo>
                  <a:lnTo>
                    <a:pt x="213" y="48"/>
                  </a:lnTo>
                  <a:lnTo>
                    <a:pt x="402" y="6"/>
                  </a:lnTo>
                  <a:lnTo>
                    <a:pt x="654" y="0"/>
                  </a:lnTo>
                  <a:lnTo>
                    <a:pt x="873" y="21"/>
                  </a:lnTo>
                  <a:lnTo>
                    <a:pt x="1056" y="102"/>
                  </a:lnTo>
                  <a:lnTo>
                    <a:pt x="1176" y="234"/>
                  </a:lnTo>
                  <a:lnTo>
                    <a:pt x="855" y="360"/>
                  </a:lnTo>
                  <a:lnTo>
                    <a:pt x="795" y="483"/>
                  </a:lnTo>
                  <a:lnTo>
                    <a:pt x="789" y="720"/>
                  </a:lnTo>
                  <a:close/>
                </a:path>
              </a:pathLst>
            </a:custGeom>
            <a:solidFill>
              <a:srgbClr val="FFFFFF"/>
            </a:solidFill>
            <a:ln w="12700" cap="flat"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pPr>
                <a:buClr>
                  <a:srgbClr val="FFFFFF"/>
                </a:buClr>
                <a:defRPr/>
              </a:pPr>
              <a:endParaRPr lang="en-US" sz="2400" kern="0"/>
            </a:p>
          </p:txBody>
        </p:sp>
        <p:sp>
          <p:nvSpPr>
            <p:cNvPr id="119" name="Oval 64"/>
            <p:cNvSpPr>
              <a:spLocks noChangeArrowheads="1"/>
            </p:cNvSpPr>
            <p:nvPr/>
          </p:nvSpPr>
          <p:spPr bwMode="auto">
            <a:xfrm>
              <a:off x="2336" y="478"/>
              <a:ext cx="221" cy="242"/>
            </a:xfrm>
            <a:prstGeom prst="ellipse">
              <a:avLst/>
            </a:prstGeom>
            <a:solidFill>
              <a:srgbClr val="DADAB3"/>
            </a:solidFill>
            <a:ln w="12700" algn="ctr">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pPr>
                <a:buClr>
                  <a:srgbClr val="FFFFFF"/>
                </a:buClr>
                <a:defRPr/>
              </a:pPr>
              <a:endParaRPr lang="en-US" sz="2400" kern="0"/>
            </a:p>
          </p:txBody>
        </p:sp>
        <p:sp>
          <p:nvSpPr>
            <p:cNvPr id="120" name="Rectangle 65"/>
            <p:cNvSpPr>
              <a:spLocks noChangeArrowheads="1"/>
            </p:cNvSpPr>
            <p:nvPr/>
          </p:nvSpPr>
          <p:spPr bwMode="auto">
            <a:xfrm>
              <a:off x="2355" y="1031"/>
              <a:ext cx="206" cy="188"/>
            </a:xfrm>
            <a:prstGeom prst="rect">
              <a:avLst/>
            </a:prstGeom>
            <a:solidFill>
              <a:srgbClr val="009900"/>
            </a:solidFill>
            <a:ln w="12700"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pPr>
                <a:buClr>
                  <a:srgbClr val="FFFFFF"/>
                </a:buClr>
                <a:defRPr/>
              </a:pPr>
              <a:endParaRPr lang="en-US" sz="2400" kern="0"/>
            </a:p>
          </p:txBody>
        </p:sp>
        <p:sp>
          <p:nvSpPr>
            <p:cNvPr id="121" name="Freeform 66"/>
            <p:cNvSpPr>
              <a:spLocks/>
            </p:cNvSpPr>
            <p:nvPr/>
          </p:nvSpPr>
          <p:spPr bwMode="auto">
            <a:xfrm>
              <a:off x="2327" y="681"/>
              <a:ext cx="240" cy="470"/>
            </a:xfrm>
            <a:custGeom>
              <a:avLst/>
              <a:gdLst>
                <a:gd name="T0" fmla="*/ 32 w 476"/>
                <a:gd name="T1" fmla="*/ 470 h 988"/>
                <a:gd name="T2" fmla="*/ 26 w 476"/>
                <a:gd name="T3" fmla="*/ 232 h 988"/>
                <a:gd name="T4" fmla="*/ 14 w 476"/>
                <a:gd name="T5" fmla="*/ 213 h 988"/>
                <a:gd name="T6" fmla="*/ 0 w 476"/>
                <a:gd name="T7" fmla="*/ 99 h 988"/>
                <a:gd name="T8" fmla="*/ 10 w 476"/>
                <a:gd name="T9" fmla="*/ 4 h 988"/>
                <a:gd name="T10" fmla="*/ 34 w 476"/>
                <a:gd name="T11" fmla="*/ 4 h 988"/>
                <a:gd name="T12" fmla="*/ 36 w 476"/>
                <a:gd name="T13" fmla="*/ 122 h 988"/>
                <a:gd name="T14" fmla="*/ 198 w 476"/>
                <a:gd name="T15" fmla="*/ 118 h 988"/>
                <a:gd name="T16" fmla="*/ 198 w 476"/>
                <a:gd name="T17" fmla="*/ 6 h 988"/>
                <a:gd name="T18" fmla="*/ 222 w 476"/>
                <a:gd name="T19" fmla="*/ 0 h 988"/>
                <a:gd name="T20" fmla="*/ 234 w 476"/>
                <a:gd name="T21" fmla="*/ 88 h 988"/>
                <a:gd name="T22" fmla="*/ 234 w 476"/>
                <a:gd name="T23" fmla="*/ 192 h 988"/>
                <a:gd name="T24" fmla="*/ 222 w 476"/>
                <a:gd name="T25" fmla="*/ 219 h 988"/>
                <a:gd name="T26" fmla="*/ 240 w 476"/>
                <a:gd name="T27" fmla="*/ 466 h 988"/>
                <a:gd name="T28" fmla="*/ 32 w 476"/>
                <a:gd name="T29" fmla="*/ 470 h 98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476" h="988">
                  <a:moveTo>
                    <a:pt x="64" y="988"/>
                  </a:moveTo>
                  <a:lnTo>
                    <a:pt x="52" y="488"/>
                  </a:lnTo>
                  <a:lnTo>
                    <a:pt x="28" y="448"/>
                  </a:lnTo>
                  <a:lnTo>
                    <a:pt x="0" y="208"/>
                  </a:lnTo>
                  <a:lnTo>
                    <a:pt x="20" y="8"/>
                  </a:lnTo>
                  <a:lnTo>
                    <a:pt x="68" y="8"/>
                  </a:lnTo>
                  <a:lnTo>
                    <a:pt x="72" y="256"/>
                  </a:lnTo>
                  <a:lnTo>
                    <a:pt x="392" y="248"/>
                  </a:lnTo>
                  <a:lnTo>
                    <a:pt x="392" y="12"/>
                  </a:lnTo>
                  <a:lnTo>
                    <a:pt x="440" y="0"/>
                  </a:lnTo>
                  <a:lnTo>
                    <a:pt x="464" y="184"/>
                  </a:lnTo>
                  <a:lnTo>
                    <a:pt x="464" y="404"/>
                  </a:lnTo>
                  <a:lnTo>
                    <a:pt x="440" y="460"/>
                  </a:lnTo>
                  <a:lnTo>
                    <a:pt x="476" y="980"/>
                  </a:lnTo>
                  <a:lnTo>
                    <a:pt x="64" y="988"/>
                  </a:lnTo>
                  <a:close/>
                </a:path>
              </a:pathLst>
            </a:custGeom>
            <a:solidFill>
              <a:srgbClr val="000000"/>
            </a:solidFill>
            <a:ln w="12700" cap="flat"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pPr>
                <a:buClr>
                  <a:srgbClr val="FFFFFF"/>
                </a:buClr>
                <a:defRPr/>
              </a:pPr>
              <a:endParaRPr lang="en-US" sz="2400" kern="0"/>
            </a:p>
          </p:txBody>
        </p:sp>
        <p:sp>
          <p:nvSpPr>
            <p:cNvPr id="122" name="Line 67"/>
            <p:cNvSpPr>
              <a:spLocks noChangeShapeType="1"/>
            </p:cNvSpPr>
            <p:nvPr/>
          </p:nvSpPr>
          <p:spPr bwMode="auto">
            <a:xfrm flipV="1">
              <a:off x="2458" y="1082"/>
              <a:ext cx="0" cy="137"/>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pPr>
                <a:buClr>
                  <a:srgbClr val="FFFFFF"/>
                </a:buClr>
                <a:defRPr/>
              </a:pPr>
              <a:endParaRPr lang="en-US" sz="2400" kern="0"/>
            </a:p>
          </p:txBody>
        </p:sp>
        <p:sp>
          <p:nvSpPr>
            <p:cNvPr id="123" name="Freeform 68"/>
            <p:cNvSpPr>
              <a:spLocks/>
            </p:cNvSpPr>
            <p:nvPr/>
          </p:nvSpPr>
          <p:spPr bwMode="auto">
            <a:xfrm>
              <a:off x="2137" y="486"/>
              <a:ext cx="19" cy="20"/>
            </a:xfrm>
            <a:custGeom>
              <a:avLst/>
              <a:gdLst>
                <a:gd name="T0" fmla="*/ 17 w 76"/>
                <a:gd name="T1" fmla="*/ 17 h 75"/>
                <a:gd name="T2" fmla="*/ 19 w 76"/>
                <a:gd name="T3" fmla="*/ 13 h 75"/>
                <a:gd name="T4" fmla="*/ 19 w 76"/>
                <a:gd name="T5" fmla="*/ 10 h 75"/>
                <a:gd name="T6" fmla="*/ 18 w 76"/>
                <a:gd name="T7" fmla="*/ 6 h 75"/>
                <a:gd name="T8" fmla="*/ 16 w 76"/>
                <a:gd name="T9" fmla="*/ 3 h 75"/>
                <a:gd name="T10" fmla="*/ 15 w 76"/>
                <a:gd name="T11" fmla="*/ 2 h 75"/>
                <a:gd name="T12" fmla="*/ 13 w 76"/>
                <a:gd name="T13" fmla="*/ 1 h 75"/>
                <a:gd name="T14" fmla="*/ 11 w 76"/>
                <a:gd name="T15" fmla="*/ 0 h 75"/>
                <a:gd name="T16" fmla="*/ 10 w 76"/>
                <a:gd name="T17" fmla="*/ 0 h 75"/>
                <a:gd name="T18" fmla="*/ 7 w 76"/>
                <a:gd name="T19" fmla="*/ 0 h 75"/>
                <a:gd name="T20" fmla="*/ 6 w 76"/>
                <a:gd name="T21" fmla="*/ 1 h 75"/>
                <a:gd name="T22" fmla="*/ 4 w 76"/>
                <a:gd name="T23" fmla="*/ 2 h 75"/>
                <a:gd name="T24" fmla="*/ 3 w 76"/>
                <a:gd name="T25" fmla="*/ 3 h 75"/>
                <a:gd name="T26" fmla="*/ 1 w 76"/>
                <a:gd name="T27" fmla="*/ 6 h 75"/>
                <a:gd name="T28" fmla="*/ 0 w 76"/>
                <a:gd name="T29" fmla="*/ 10 h 75"/>
                <a:gd name="T30" fmla="*/ 1 w 76"/>
                <a:gd name="T31" fmla="*/ 14 h 75"/>
                <a:gd name="T32" fmla="*/ 3 w 76"/>
                <a:gd name="T33" fmla="*/ 17 h 75"/>
                <a:gd name="T34" fmla="*/ 5 w 76"/>
                <a:gd name="T35" fmla="*/ 18 h 75"/>
                <a:gd name="T36" fmla="*/ 7 w 76"/>
                <a:gd name="T37" fmla="*/ 19 h 75"/>
                <a:gd name="T38" fmla="*/ 8 w 76"/>
                <a:gd name="T39" fmla="*/ 20 h 75"/>
                <a:gd name="T40" fmla="*/ 10 w 76"/>
                <a:gd name="T41" fmla="*/ 20 h 75"/>
                <a:gd name="T42" fmla="*/ 12 w 76"/>
                <a:gd name="T43" fmla="*/ 20 h 75"/>
                <a:gd name="T44" fmla="*/ 13 w 76"/>
                <a:gd name="T45" fmla="*/ 19 h 75"/>
                <a:gd name="T46" fmla="*/ 15 w 76"/>
                <a:gd name="T47" fmla="*/ 18 h 75"/>
                <a:gd name="T48" fmla="*/ 17 w 76"/>
                <a:gd name="T49" fmla="*/ 17 h 7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76" h="75">
                  <a:moveTo>
                    <a:pt x="66" y="63"/>
                  </a:moveTo>
                  <a:lnTo>
                    <a:pt x="74" y="50"/>
                  </a:lnTo>
                  <a:lnTo>
                    <a:pt x="76" y="36"/>
                  </a:lnTo>
                  <a:lnTo>
                    <a:pt x="72" y="21"/>
                  </a:lnTo>
                  <a:lnTo>
                    <a:pt x="63" y="10"/>
                  </a:lnTo>
                  <a:lnTo>
                    <a:pt x="58" y="6"/>
                  </a:lnTo>
                  <a:lnTo>
                    <a:pt x="51" y="3"/>
                  </a:lnTo>
                  <a:lnTo>
                    <a:pt x="45" y="0"/>
                  </a:lnTo>
                  <a:lnTo>
                    <a:pt x="38" y="0"/>
                  </a:lnTo>
                  <a:lnTo>
                    <a:pt x="29" y="1"/>
                  </a:lnTo>
                  <a:lnTo>
                    <a:pt x="23" y="3"/>
                  </a:lnTo>
                  <a:lnTo>
                    <a:pt x="16" y="7"/>
                  </a:lnTo>
                  <a:lnTo>
                    <a:pt x="10" y="11"/>
                  </a:lnTo>
                  <a:lnTo>
                    <a:pt x="3" y="24"/>
                  </a:lnTo>
                  <a:lnTo>
                    <a:pt x="0" y="39"/>
                  </a:lnTo>
                  <a:lnTo>
                    <a:pt x="4" y="53"/>
                  </a:lnTo>
                  <a:lnTo>
                    <a:pt x="13" y="65"/>
                  </a:lnTo>
                  <a:lnTo>
                    <a:pt x="19" y="69"/>
                  </a:lnTo>
                  <a:lnTo>
                    <a:pt x="26" y="73"/>
                  </a:lnTo>
                  <a:lnTo>
                    <a:pt x="32" y="75"/>
                  </a:lnTo>
                  <a:lnTo>
                    <a:pt x="40" y="75"/>
                  </a:lnTo>
                  <a:lnTo>
                    <a:pt x="48" y="75"/>
                  </a:lnTo>
                  <a:lnTo>
                    <a:pt x="53" y="72"/>
                  </a:lnTo>
                  <a:lnTo>
                    <a:pt x="61" y="69"/>
                  </a:lnTo>
                  <a:lnTo>
                    <a:pt x="66"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buClr>
                  <a:srgbClr val="FFFFFF"/>
                </a:buClr>
                <a:defRPr/>
              </a:pPr>
              <a:endParaRPr lang="en-US" sz="2400" kern="0"/>
            </a:p>
          </p:txBody>
        </p:sp>
        <p:sp>
          <p:nvSpPr>
            <p:cNvPr id="124" name="Freeform 69"/>
            <p:cNvSpPr>
              <a:spLocks/>
            </p:cNvSpPr>
            <p:nvPr/>
          </p:nvSpPr>
          <p:spPr bwMode="auto">
            <a:xfrm>
              <a:off x="2137" y="452"/>
              <a:ext cx="19" cy="18"/>
            </a:xfrm>
            <a:custGeom>
              <a:avLst/>
              <a:gdLst>
                <a:gd name="T0" fmla="*/ 17 w 76"/>
                <a:gd name="T1" fmla="*/ 15 h 75"/>
                <a:gd name="T2" fmla="*/ 19 w 76"/>
                <a:gd name="T3" fmla="*/ 12 h 75"/>
                <a:gd name="T4" fmla="*/ 19 w 76"/>
                <a:gd name="T5" fmla="*/ 9 h 75"/>
                <a:gd name="T6" fmla="*/ 18 w 76"/>
                <a:gd name="T7" fmla="*/ 6 h 75"/>
                <a:gd name="T8" fmla="*/ 16 w 76"/>
                <a:gd name="T9" fmla="*/ 2 h 75"/>
                <a:gd name="T10" fmla="*/ 15 w 76"/>
                <a:gd name="T11" fmla="*/ 1 h 75"/>
                <a:gd name="T12" fmla="*/ 13 w 76"/>
                <a:gd name="T13" fmla="*/ 1 h 75"/>
                <a:gd name="T14" fmla="*/ 11 w 76"/>
                <a:gd name="T15" fmla="*/ 0 h 75"/>
                <a:gd name="T16" fmla="*/ 10 w 76"/>
                <a:gd name="T17" fmla="*/ 0 h 75"/>
                <a:gd name="T18" fmla="*/ 7 w 76"/>
                <a:gd name="T19" fmla="*/ 0 h 75"/>
                <a:gd name="T20" fmla="*/ 6 w 76"/>
                <a:gd name="T21" fmla="*/ 1 h 75"/>
                <a:gd name="T22" fmla="*/ 4 w 76"/>
                <a:gd name="T23" fmla="*/ 2 h 75"/>
                <a:gd name="T24" fmla="*/ 3 w 76"/>
                <a:gd name="T25" fmla="*/ 3 h 75"/>
                <a:gd name="T26" fmla="*/ 1 w 76"/>
                <a:gd name="T27" fmla="*/ 6 h 75"/>
                <a:gd name="T28" fmla="*/ 0 w 76"/>
                <a:gd name="T29" fmla="*/ 9 h 75"/>
                <a:gd name="T30" fmla="*/ 1 w 76"/>
                <a:gd name="T31" fmla="*/ 13 h 75"/>
                <a:gd name="T32" fmla="*/ 3 w 76"/>
                <a:gd name="T33" fmla="*/ 16 h 75"/>
                <a:gd name="T34" fmla="*/ 5 w 76"/>
                <a:gd name="T35" fmla="*/ 17 h 75"/>
                <a:gd name="T36" fmla="*/ 7 w 76"/>
                <a:gd name="T37" fmla="*/ 18 h 75"/>
                <a:gd name="T38" fmla="*/ 8 w 76"/>
                <a:gd name="T39" fmla="*/ 18 h 75"/>
                <a:gd name="T40" fmla="*/ 10 w 76"/>
                <a:gd name="T41" fmla="*/ 18 h 75"/>
                <a:gd name="T42" fmla="*/ 12 w 76"/>
                <a:gd name="T43" fmla="*/ 18 h 75"/>
                <a:gd name="T44" fmla="*/ 13 w 76"/>
                <a:gd name="T45" fmla="*/ 17 h 75"/>
                <a:gd name="T46" fmla="*/ 15 w 76"/>
                <a:gd name="T47" fmla="*/ 17 h 75"/>
                <a:gd name="T48" fmla="*/ 17 w 76"/>
                <a:gd name="T49" fmla="*/ 15 h 7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76" h="75">
                  <a:moveTo>
                    <a:pt x="66" y="63"/>
                  </a:moveTo>
                  <a:lnTo>
                    <a:pt x="74" y="50"/>
                  </a:lnTo>
                  <a:lnTo>
                    <a:pt x="76" y="36"/>
                  </a:lnTo>
                  <a:lnTo>
                    <a:pt x="72" y="23"/>
                  </a:lnTo>
                  <a:lnTo>
                    <a:pt x="63" y="10"/>
                  </a:lnTo>
                  <a:lnTo>
                    <a:pt x="58" y="6"/>
                  </a:lnTo>
                  <a:lnTo>
                    <a:pt x="51" y="3"/>
                  </a:lnTo>
                  <a:lnTo>
                    <a:pt x="45" y="0"/>
                  </a:lnTo>
                  <a:lnTo>
                    <a:pt x="38" y="0"/>
                  </a:lnTo>
                  <a:lnTo>
                    <a:pt x="29" y="1"/>
                  </a:lnTo>
                  <a:lnTo>
                    <a:pt x="23" y="3"/>
                  </a:lnTo>
                  <a:lnTo>
                    <a:pt x="16" y="7"/>
                  </a:lnTo>
                  <a:lnTo>
                    <a:pt x="10" y="11"/>
                  </a:lnTo>
                  <a:lnTo>
                    <a:pt x="3" y="24"/>
                  </a:lnTo>
                  <a:lnTo>
                    <a:pt x="0" y="39"/>
                  </a:lnTo>
                  <a:lnTo>
                    <a:pt x="4" y="53"/>
                  </a:lnTo>
                  <a:lnTo>
                    <a:pt x="13" y="65"/>
                  </a:lnTo>
                  <a:lnTo>
                    <a:pt x="19" y="69"/>
                  </a:lnTo>
                  <a:lnTo>
                    <a:pt x="26" y="73"/>
                  </a:lnTo>
                  <a:lnTo>
                    <a:pt x="32" y="75"/>
                  </a:lnTo>
                  <a:lnTo>
                    <a:pt x="40" y="75"/>
                  </a:lnTo>
                  <a:lnTo>
                    <a:pt x="48" y="75"/>
                  </a:lnTo>
                  <a:lnTo>
                    <a:pt x="53" y="72"/>
                  </a:lnTo>
                  <a:lnTo>
                    <a:pt x="61" y="69"/>
                  </a:lnTo>
                  <a:lnTo>
                    <a:pt x="66"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buClr>
                  <a:srgbClr val="FFFFFF"/>
                </a:buClr>
                <a:defRPr/>
              </a:pPr>
              <a:endParaRPr lang="en-US" sz="2400" kern="0"/>
            </a:p>
          </p:txBody>
        </p:sp>
        <p:sp>
          <p:nvSpPr>
            <p:cNvPr id="125" name="Freeform 70"/>
            <p:cNvSpPr>
              <a:spLocks/>
            </p:cNvSpPr>
            <p:nvPr/>
          </p:nvSpPr>
          <p:spPr bwMode="auto">
            <a:xfrm>
              <a:off x="2293" y="450"/>
              <a:ext cx="303" cy="116"/>
            </a:xfrm>
            <a:custGeom>
              <a:avLst/>
              <a:gdLst>
                <a:gd name="T0" fmla="*/ 0 w 600"/>
                <a:gd name="T1" fmla="*/ 116 h 230"/>
                <a:gd name="T2" fmla="*/ 303 w 600"/>
                <a:gd name="T3" fmla="*/ 116 h 230"/>
                <a:gd name="T4" fmla="*/ 289 w 600"/>
                <a:gd name="T5" fmla="*/ 102 h 230"/>
                <a:gd name="T6" fmla="*/ 272 w 600"/>
                <a:gd name="T7" fmla="*/ 94 h 230"/>
                <a:gd name="T8" fmla="*/ 257 w 600"/>
                <a:gd name="T9" fmla="*/ 91 h 230"/>
                <a:gd name="T10" fmla="*/ 253 w 600"/>
                <a:gd name="T11" fmla="*/ 62 h 230"/>
                <a:gd name="T12" fmla="*/ 240 w 600"/>
                <a:gd name="T13" fmla="*/ 36 h 230"/>
                <a:gd name="T14" fmla="*/ 214 w 600"/>
                <a:gd name="T15" fmla="*/ 15 h 230"/>
                <a:gd name="T16" fmla="*/ 190 w 600"/>
                <a:gd name="T17" fmla="*/ 5 h 230"/>
                <a:gd name="T18" fmla="*/ 165 w 600"/>
                <a:gd name="T19" fmla="*/ 0 h 230"/>
                <a:gd name="T20" fmla="*/ 150 w 600"/>
                <a:gd name="T21" fmla="*/ 0 h 230"/>
                <a:gd name="T22" fmla="*/ 131 w 600"/>
                <a:gd name="T23" fmla="*/ 0 h 230"/>
                <a:gd name="T24" fmla="*/ 105 w 600"/>
                <a:gd name="T25" fmla="*/ 6 h 230"/>
                <a:gd name="T26" fmla="*/ 88 w 600"/>
                <a:gd name="T27" fmla="*/ 16 h 230"/>
                <a:gd name="T28" fmla="*/ 71 w 600"/>
                <a:gd name="T29" fmla="*/ 27 h 230"/>
                <a:gd name="T30" fmla="*/ 58 w 600"/>
                <a:gd name="T31" fmla="*/ 45 h 230"/>
                <a:gd name="T32" fmla="*/ 49 w 600"/>
                <a:gd name="T33" fmla="*/ 60 h 230"/>
                <a:gd name="T34" fmla="*/ 46 w 600"/>
                <a:gd name="T35" fmla="*/ 77 h 230"/>
                <a:gd name="T36" fmla="*/ 45 w 600"/>
                <a:gd name="T37" fmla="*/ 91 h 230"/>
                <a:gd name="T38" fmla="*/ 23 w 600"/>
                <a:gd name="T39" fmla="*/ 96 h 230"/>
                <a:gd name="T40" fmla="*/ 8 w 600"/>
                <a:gd name="T41" fmla="*/ 107 h 230"/>
                <a:gd name="T42" fmla="*/ 0 w 600"/>
                <a:gd name="T43" fmla="*/ 116 h 23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600" h="230">
                  <a:moveTo>
                    <a:pt x="0" y="230"/>
                  </a:moveTo>
                  <a:lnTo>
                    <a:pt x="600" y="230"/>
                  </a:lnTo>
                  <a:lnTo>
                    <a:pt x="572" y="202"/>
                  </a:lnTo>
                  <a:lnTo>
                    <a:pt x="538" y="186"/>
                  </a:lnTo>
                  <a:lnTo>
                    <a:pt x="508" y="180"/>
                  </a:lnTo>
                  <a:lnTo>
                    <a:pt x="500" y="122"/>
                  </a:lnTo>
                  <a:lnTo>
                    <a:pt x="476" y="72"/>
                  </a:lnTo>
                  <a:lnTo>
                    <a:pt x="424" y="30"/>
                  </a:lnTo>
                  <a:lnTo>
                    <a:pt x="376" y="10"/>
                  </a:lnTo>
                  <a:lnTo>
                    <a:pt x="326" y="0"/>
                  </a:lnTo>
                  <a:lnTo>
                    <a:pt x="298" y="0"/>
                  </a:lnTo>
                  <a:lnTo>
                    <a:pt x="260" y="0"/>
                  </a:lnTo>
                  <a:lnTo>
                    <a:pt x="208" y="12"/>
                  </a:lnTo>
                  <a:lnTo>
                    <a:pt x="174" y="32"/>
                  </a:lnTo>
                  <a:lnTo>
                    <a:pt x="140" y="54"/>
                  </a:lnTo>
                  <a:lnTo>
                    <a:pt x="114" y="90"/>
                  </a:lnTo>
                  <a:lnTo>
                    <a:pt x="98" y="118"/>
                  </a:lnTo>
                  <a:lnTo>
                    <a:pt x="92" y="152"/>
                  </a:lnTo>
                  <a:lnTo>
                    <a:pt x="90" y="180"/>
                  </a:lnTo>
                  <a:lnTo>
                    <a:pt x="46" y="190"/>
                  </a:lnTo>
                  <a:lnTo>
                    <a:pt x="16" y="212"/>
                  </a:lnTo>
                  <a:lnTo>
                    <a:pt x="0" y="230"/>
                  </a:lnTo>
                  <a:close/>
                </a:path>
              </a:pathLst>
            </a:custGeom>
            <a:solidFill>
              <a:srgbClr val="FFCC00"/>
            </a:solidFill>
            <a:ln w="12700" cap="flat"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pPr>
                <a:buClr>
                  <a:srgbClr val="FFFFFF"/>
                </a:buClr>
                <a:defRPr/>
              </a:pPr>
              <a:endParaRPr lang="en-US" sz="2400" kern="0"/>
            </a:p>
          </p:txBody>
        </p:sp>
        <p:sp>
          <p:nvSpPr>
            <p:cNvPr id="126" name="Freeform 71"/>
            <p:cNvSpPr>
              <a:spLocks/>
            </p:cNvSpPr>
            <p:nvPr/>
          </p:nvSpPr>
          <p:spPr bwMode="auto">
            <a:xfrm>
              <a:off x="2464" y="461"/>
              <a:ext cx="68" cy="84"/>
            </a:xfrm>
            <a:custGeom>
              <a:avLst/>
              <a:gdLst>
                <a:gd name="T0" fmla="*/ 5 w 347"/>
                <a:gd name="T1" fmla="*/ 0 h 433"/>
                <a:gd name="T2" fmla="*/ 5 w 347"/>
                <a:gd name="T3" fmla="*/ 0 h 433"/>
                <a:gd name="T4" fmla="*/ 3 w 347"/>
                <a:gd name="T5" fmla="*/ 0 h 433"/>
                <a:gd name="T6" fmla="*/ 2 w 347"/>
                <a:gd name="T7" fmla="*/ 1 h 433"/>
                <a:gd name="T8" fmla="*/ 1 w 347"/>
                <a:gd name="T9" fmla="*/ 1 h 433"/>
                <a:gd name="T10" fmla="*/ 0 w 347"/>
                <a:gd name="T11" fmla="*/ 3 h 433"/>
                <a:gd name="T12" fmla="*/ 0 w 347"/>
                <a:gd name="T13" fmla="*/ 4 h 433"/>
                <a:gd name="T14" fmla="*/ 0 w 347"/>
                <a:gd name="T15" fmla="*/ 6 h 433"/>
                <a:gd name="T16" fmla="*/ 1 w 347"/>
                <a:gd name="T17" fmla="*/ 7 h 433"/>
                <a:gd name="T18" fmla="*/ 3 w 347"/>
                <a:gd name="T19" fmla="*/ 8 h 433"/>
                <a:gd name="T20" fmla="*/ 3 w 347"/>
                <a:gd name="T21" fmla="*/ 8 h 433"/>
                <a:gd name="T22" fmla="*/ 4 w 347"/>
                <a:gd name="T23" fmla="*/ 8 h 433"/>
                <a:gd name="T24" fmla="*/ 6 w 347"/>
                <a:gd name="T25" fmla="*/ 9 h 433"/>
                <a:gd name="T26" fmla="*/ 8 w 347"/>
                <a:gd name="T27" fmla="*/ 10 h 433"/>
                <a:gd name="T28" fmla="*/ 12 w 347"/>
                <a:gd name="T29" fmla="*/ 11 h 433"/>
                <a:gd name="T30" fmla="*/ 15 w 347"/>
                <a:gd name="T31" fmla="*/ 13 h 433"/>
                <a:gd name="T32" fmla="*/ 20 w 347"/>
                <a:gd name="T33" fmla="*/ 16 h 433"/>
                <a:gd name="T34" fmla="*/ 24 w 347"/>
                <a:gd name="T35" fmla="*/ 19 h 433"/>
                <a:gd name="T36" fmla="*/ 29 w 347"/>
                <a:gd name="T37" fmla="*/ 22 h 433"/>
                <a:gd name="T38" fmla="*/ 34 w 347"/>
                <a:gd name="T39" fmla="*/ 27 h 433"/>
                <a:gd name="T40" fmla="*/ 39 w 347"/>
                <a:gd name="T41" fmla="*/ 32 h 433"/>
                <a:gd name="T42" fmla="*/ 44 w 347"/>
                <a:gd name="T43" fmla="*/ 38 h 433"/>
                <a:gd name="T44" fmla="*/ 48 w 347"/>
                <a:gd name="T45" fmla="*/ 44 h 433"/>
                <a:gd name="T46" fmla="*/ 52 w 347"/>
                <a:gd name="T47" fmla="*/ 52 h 433"/>
                <a:gd name="T48" fmla="*/ 56 w 347"/>
                <a:gd name="T49" fmla="*/ 61 h 433"/>
                <a:gd name="T50" fmla="*/ 58 w 347"/>
                <a:gd name="T51" fmla="*/ 70 h 433"/>
                <a:gd name="T52" fmla="*/ 60 w 347"/>
                <a:gd name="T53" fmla="*/ 81 h 433"/>
                <a:gd name="T54" fmla="*/ 61 w 347"/>
                <a:gd name="T55" fmla="*/ 82 h 433"/>
                <a:gd name="T56" fmla="*/ 62 w 347"/>
                <a:gd name="T57" fmla="*/ 83 h 433"/>
                <a:gd name="T58" fmla="*/ 63 w 347"/>
                <a:gd name="T59" fmla="*/ 84 h 433"/>
                <a:gd name="T60" fmla="*/ 65 w 347"/>
                <a:gd name="T61" fmla="*/ 84 h 433"/>
                <a:gd name="T62" fmla="*/ 66 w 347"/>
                <a:gd name="T63" fmla="*/ 83 h 433"/>
                <a:gd name="T64" fmla="*/ 67 w 347"/>
                <a:gd name="T65" fmla="*/ 82 h 433"/>
                <a:gd name="T66" fmla="*/ 68 w 347"/>
                <a:gd name="T67" fmla="*/ 81 h 433"/>
                <a:gd name="T68" fmla="*/ 68 w 347"/>
                <a:gd name="T69" fmla="*/ 79 h 433"/>
                <a:gd name="T70" fmla="*/ 66 w 347"/>
                <a:gd name="T71" fmla="*/ 68 h 433"/>
                <a:gd name="T72" fmla="*/ 63 w 347"/>
                <a:gd name="T73" fmla="*/ 58 h 433"/>
                <a:gd name="T74" fmla="*/ 59 w 347"/>
                <a:gd name="T75" fmla="*/ 48 h 433"/>
                <a:gd name="T76" fmla="*/ 55 w 347"/>
                <a:gd name="T77" fmla="*/ 40 h 433"/>
                <a:gd name="T78" fmla="*/ 50 w 347"/>
                <a:gd name="T79" fmla="*/ 32 h 433"/>
                <a:gd name="T80" fmla="*/ 44 w 347"/>
                <a:gd name="T81" fmla="*/ 26 h 433"/>
                <a:gd name="T82" fmla="*/ 39 w 347"/>
                <a:gd name="T83" fmla="*/ 20 h 433"/>
                <a:gd name="T84" fmla="*/ 34 w 347"/>
                <a:gd name="T85" fmla="*/ 16 h 433"/>
                <a:gd name="T86" fmla="*/ 28 w 347"/>
                <a:gd name="T87" fmla="*/ 12 h 433"/>
                <a:gd name="T88" fmla="*/ 23 w 347"/>
                <a:gd name="T89" fmla="*/ 8 h 433"/>
                <a:gd name="T90" fmla="*/ 18 w 347"/>
                <a:gd name="T91" fmla="*/ 6 h 433"/>
                <a:gd name="T92" fmla="*/ 14 w 347"/>
                <a:gd name="T93" fmla="*/ 3 h 433"/>
                <a:gd name="T94" fmla="*/ 10 w 347"/>
                <a:gd name="T95" fmla="*/ 2 h 433"/>
                <a:gd name="T96" fmla="*/ 7 w 347"/>
                <a:gd name="T97" fmla="*/ 1 h 433"/>
                <a:gd name="T98" fmla="*/ 6 w 347"/>
                <a:gd name="T99" fmla="*/ 0 h 433"/>
                <a:gd name="T100" fmla="*/ 5 w 347"/>
                <a:gd name="T101" fmla="*/ 0 h 433"/>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347" h="433">
                  <a:moveTo>
                    <a:pt x="24" y="0"/>
                  </a:moveTo>
                  <a:lnTo>
                    <a:pt x="24" y="0"/>
                  </a:lnTo>
                  <a:lnTo>
                    <a:pt x="16" y="0"/>
                  </a:lnTo>
                  <a:lnTo>
                    <a:pt x="8" y="3"/>
                  </a:lnTo>
                  <a:lnTo>
                    <a:pt x="3" y="7"/>
                  </a:lnTo>
                  <a:lnTo>
                    <a:pt x="0" y="14"/>
                  </a:lnTo>
                  <a:lnTo>
                    <a:pt x="0" y="23"/>
                  </a:lnTo>
                  <a:lnTo>
                    <a:pt x="1" y="30"/>
                  </a:lnTo>
                  <a:lnTo>
                    <a:pt x="7" y="36"/>
                  </a:lnTo>
                  <a:lnTo>
                    <a:pt x="14" y="40"/>
                  </a:lnTo>
                  <a:lnTo>
                    <a:pt x="18" y="42"/>
                  </a:lnTo>
                  <a:lnTo>
                    <a:pt x="29" y="45"/>
                  </a:lnTo>
                  <a:lnTo>
                    <a:pt x="42" y="51"/>
                  </a:lnTo>
                  <a:lnTo>
                    <a:pt x="59" y="58"/>
                  </a:lnTo>
                  <a:lnTo>
                    <a:pt x="79" y="68"/>
                  </a:lnTo>
                  <a:lnTo>
                    <a:pt x="101" y="81"/>
                  </a:lnTo>
                  <a:lnTo>
                    <a:pt x="125" y="97"/>
                  </a:lnTo>
                  <a:lnTo>
                    <a:pt x="150" y="115"/>
                  </a:lnTo>
                  <a:lnTo>
                    <a:pt x="174" y="138"/>
                  </a:lnTo>
                  <a:lnTo>
                    <a:pt x="200" y="164"/>
                  </a:lnTo>
                  <a:lnTo>
                    <a:pt x="223" y="195"/>
                  </a:lnTo>
                  <a:lnTo>
                    <a:pt x="246" y="229"/>
                  </a:lnTo>
                  <a:lnTo>
                    <a:pt x="266" y="268"/>
                  </a:lnTo>
                  <a:lnTo>
                    <a:pt x="284" y="313"/>
                  </a:lnTo>
                  <a:lnTo>
                    <a:pt x="296" y="360"/>
                  </a:lnTo>
                  <a:lnTo>
                    <a:pt x="307" y="415"/>
                  </a:lnTo>
                  <a:lnTo>
                    <a:pt x="309" y="422"/>
                  </a:lnTo>
                  <a:lnTo>
                    <a:pt x="314" y="428"/>
                  </a:lnTo>
                  <a:lnTo>
                    <a:pt x="321" y="433"/>
                  </a:lnTo>
                  <a:lnTo>
                    <a:pt x="330" y="433"/>
                  </a:lnTo>
                  <a:lnTo>
                    <a:pt x="337" y="430"/>
                  </a:lnTo>
                  <a:lnTo>
                    <a:pt x="343" y="425"/>
                  </a:lnTo>
                  <a:lnTo>
                    <a:pt x="347" y="418"/>
                  </a:lnTo>
                  <a:lnTo>
                    <a:pt x="347" y="409"/>
                  </a:lnTo>
                  <a:lnTo>
                    <a:pt x="337" y="350"/>
                  </a:lnTo>
                  <a:lnTo>
                    <a:pt x="321" y="297"/>
                  </a:lnTo>
                  <a:lnTo>
                    <a:pt x="302" y="248"/>
                  </a:lnTo>
                  <a:lnTo>
                    <a:pt x="279" y="206"/>
                  </a:lnTo>
                  <a:lnTo>
                    <a:pt x="255" y="167"/>
                  </a:lnTo>
                  <a:lnTo>
                    <a:pt x="227" y="134"/>
                  </a:lnTo>
                  <a:lnTo>
                    <a:pt x="199" y="105"/>
                  </a:lnTo>
                  <a:lnTo>
                    <a:pt x="171" y="81"/>
                  </a:lnTo>
                  <a:lnTo>
                    <a:pt x="144" y="61"/>
                  </a:lnTo>
                  <a:lnTo>
                    <a:pt x="116" y="43"/>
                  </a:lnTo>
                  <a:lnTo>
                    <a:pt x="92" y="29"/>
                  </a:lnTo>
                  <a:lnTo>
                    <a:pt x="70" y="17"/>
                  </a:lnTo>
                  <a:lnTo>
                    <a:pt x="52" y="10"/>
                  </a:lnTo>
                  <a:lnTo>
                    <a:pt x="37" y="4"/>
                  </a:lnTo>
                  <a:lnTo>
                    <a:pt x="29" y="2"/>
                  </a:lnTo>
                  <a:lnTo>
                    <a:pt x="2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buClr>
                  <a:srgbClr val="FFFFFF"/>
                </a:buClr>
                <a:defRPr/>
              </a:pPr>
              <a:endParaRPr lang="en-US" sz="2400" kern="0"/>
            </a:p>
          </p:txBody>
        </p:sp>
        <p:sp>
          <p:nvSpPr>
            <p:cNvPr id="127" name="Freeform 72"/>
            <p:cNvSpPr>
              <a:spLocks/>
            </p:cNvSpPr>
            <p:nvPr/>
          </p:nvSpPr>
          <p:spPr bwMode="auto">
            <a:xfrm>
              <a:off x="2351" y="461"/>
              <a:ext cx="69" cy="84"/>
            </a:xfrm>
            <a:custGeom>
              <a:avLst/>
              <a:gdLst>
                <a:gd name="T0" fmla="*/ 66 w 350"/>
                <a:gd name="T1" fmla="*/ 8 h 433"/>
                <a:gd name="T2" fmla="*/ 68 w 350"/>
                <a:gd name="T3" fmla="*/ 7 h 433"/>
                <a:gd name="T4" fmla="*/ 69 w 350"/>
                <a:gd name="T5" fmla="*/ 6 h 433"/>
                <a:gd name="T6" fmla="*/ 69 w 350"/>
                <a:gd name="T7" fmla="*/ 4 h 433"/>
                <a:gd name="T8" fmla="*/ 69 w 350"/>
                <a:gd name="T9" fmla="*/ 3 h 433"/>
                <a:gd name="T10" fmla="*/ 68 w 350"/>
                <a:gd name="T11" fmla="*/ 1 h 433"/>
                <a:gd name="T12" fmla="*/ 67 w 350"/>
                <a:gd name="T13" fmla="*/ 1 h 433"/>
                <a:gd name="T14" fmla="*/ 66 w 350"/>
                <a:gd name="T15" fmla="*/ 0 h 433"/>
                <a:gd name="T16" fmla="*/ 64 w 350"/>
                <a:gd name="T17" fmla="*/ 0 h 433"/>
                <a:gd name="T18" fmla="*/ 63 w 350"/>
                <a:gd name="T19" fmla="*/ 0 h 433"/>
                <a:gd name="T20" fmla="*/ 62 w 350"/>
                <a:gd name="T21" fmla="*/ 1 h 433"/>
                <a:gd name="T22" fmla="*/ 59 w 350"/>
                <a:gd name="T23" fmla="*/ 2 h 433"/>
                <a:gd name="T24" fmla="*/ 55 w 350"/>
                <a:gd name="T25" fmla="*/ 3 h 433"/>
                <a:gd name="T26" fmla="*/ 51 w 350"/>
                <a:gd name="T27" fmla="*/ 6 h 433"/>
                <a:gd name="T28" fmla="*/ 46 w 350"/>
                <a:gd name="T29" fmla="*/ 8 h 433"/>
                <a:gd name="T30" fmla="*/ 41 w 350"/>
                <a:gd name="T31" fmla="*/ 12 h 433"/>
                <a:gd name="T32" fmla="*/ 35 w 350"/>
                <a:gd name="T33" fmla="*/ 16 h 433"/>
                <a:gd name="T34" fmla="*/ 30 w 350"/>
                <a:gd name="T35" fmla="*/ 20 h 433"/>
                <a:gd name="T36" fmla="*/ 24 w 350"/>
                <a:gd name="T37" fmla="*/ 26 h 433"/>
                <a:gd name="T38" fmla="*/ 19 w 350"/>
                <a:gd name="T39" fmla="*/ 32 h 433"/>
                <a:gd name="T40" fmla="*/ 14 w 350"/>
                <a:gd name="T41" fmla="*/ 40 h 433"/>
                <a:gd name="T42" fmla="*/ 9 w 350"/>
                <a:gd name="T43" fmla="*/ 48 h 433"/>
                <a:gd name="T44" fmla="*/ 5 w 350"/>
                <a:gd name="T45" fmla="*/ 58 h 433"/>
                <a:gd name="T46" fmla="*/ 2 w 350"/>
                <a:gd name="T47" fmla="*/ 68 h 433"/>
                <a:gd name="T48" fmla="*/ 0 w 350"/>
                <a:gd name="T49" fmla="*/ 79 h 433"/>
                <a:gd name="T50" fmla="*/ 0 w 350"/>
                <a:gd name="T51" fmla="*/ 81 h 433"/>
                <a:gd name="T52" fmla="*/ 1 w 350"/>
                <a:gd name="T53" fmla="*/ 82 h 433"/>
                <a:gd name="T54" fmla="*/ 2 w 350"/>
                <a:gd name="T55" fmla="*/ 83 h 433"/>
                <a:gd name="T56" fmla="*/ 4 w 350"/>
                <a:gd name="T57" fmla="*/ 84 h 433"/>
                <a:gd name="T58" fmla="*/ 5 w 350"/>
                <a:gd name="T59" fmla="*/ 84 h 433"/>
                <a:gd name="T60" fmla="*/ 7 w 350"/>
                <a:gd name="T61" fmla="*/ 83 h 433"/>
                <a:gd name="T62" fmla="*/ 8 w 350"/>
                <a:gd name="T63" fmla="*/ 82 h 433"/>
                <a:gd name="T64" fmla="*/ 8 w 350"/>
                <a:gd name="T65" fmla="*/ 81 h 433"/>
                <a:gd name="T66" fmla="*/ 10 w 350"/>
                <a:gd name="T67" fmla="*/ 70 h 433"/>
                <a:gd name="T68" fmla="*/ 13 w 350"/>
                <a:gd name="T69" fmla="*/ 61 h 433"/>
                <a:gd name="T70" fmla="*/ 16 w 350"/>
                <a:gd name="T71" fmla="*/ 52 h 433"/>
                <a:gd name="T72" fmla="*/ 20 w 350"/>
                <a:gd name="T73" fmla="*/ 44 h 433"/>
                <a:gd name="T74" fmla="*/ 24 w 350"/>
                <a:gd name="T75" fmla="*/ 38 h 433"/>
                <a:gd name="T76" fmla="*/ 29 w 350"/>
                <a:gd name="T77" fmla="*/ 32 h 433"/>
                <a:gd name="T78" fmla="*/ 35 w 350"/>
                <a:gd name="T79" fmla="*/ 27 h 433"/>
                <a:gd name="T80" fmla="*/ 39 w 350"/>
                <a:gd name="T81" fmla="*/ 22 h 433"/>
                <a:gd name="T82" fmla="*/ 44 w 350"/>
                <a:gd name="T83" fmla="*/ 19 h 433"/>
                <a:gd name="T84" fmla="*/ 49 w 350"/>
                <a:gd name="T85" fmla="*/ 16 h 433"/>
                <a:gd name="T86" fmla="*/ 53 w 350"/>
                <a:gd name="T87" fmla="*/ 13 h 433"/>
                <a:gd name="T88" fmla="*/ 57 w 350"/>
                <a:gd name="T89" fmla="*/ 11 h 433"/>
                <a:gd name="T90" fmla="*/ 61 w 350"/>
                <a:gd name="T91" fmla="*/ 10 h 433"/>
                <a:gd name="T92" fmla="*/ 63 w 350"/>
                <a:gd name="T93" fmla="*/ 9 h 433"/>
                <a:gd name="T94" fmla="*/ 65 w 350"/>
                <a:gd name="T95" fmla="*/ 8 h 433"/>
                <a:gd name="T96" fmla="*/ 66 w 350"/>
                <a:gd name="T97" fmla="*/ 8 h 433"/>
                <a:gd name="T98" fmla="*/ 66 w 350"/>
                <a:gd name="T99" fmla="*/ 8 h 433"/>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350" h="433">
                  <a:moveTo>
                    <a:pt x="336" y="40"/>
                  </a:moveTo>
                  <a:lnTo>
                    <a:pt x="343" y="36"/>
                  </a:lnTo>
                  <a:lnTo>
                    <a:pt x="349" y="30"/>
                  </a:lnTo>
                  <a:lnTo>
                    <a:pt x="350" y="23"/>
                  </a:lnTo>
                  <a:lnTo>
                    <a:pt x="350" y="14"/>
                  </a:lnTo>
                  <a:lnTo>
                    <a:pt x="346" y="7"/>
                  </a:lnTo>
                  <a:lnTo>
                    <a:pt x="340" y="3"/>
                  </a:lnTo>
                  <a:lnTo>
                    <a:pt x="333" y="0"/>
                  </a:lnTo>
                  <a:lnTo>
                    <a:pt x="326" y="0"/>
                  </a:lnTo>
                  <a:lnTo>
                    <a:pt x="322" y="2"/>
                  </a:lnTo>
                  <a:lnTo>
                    <a:pt x="313" y="4"/>
                  </a:lnTo>
                  <a:lnTo>
                    <a:pt x="299" y="10"/>
                  </a:lnTo>
                  <a:lnTo>
                    <a:pt x="280" y="17"/>
                  </a:lnTo>
                  <a:lnTo>
                    <a:pt x="258" y="29"/>
                  </a:lnTo>
                  <a:lnTo>
                    <a:pt x="234" y="43"/>
                  </a:lnTo>
                  <a:lnTo>
                    <a:pt x="206" y="61"/>
                  </a:lnTo>
                  <a:lnTo>
                    <a:pt x="179" y="81"/>
                  </a:lnTo>
                  <a:lnTo>
                    <a:pt x="150" y="105"/>
                  </a:lnTo>
                  <a:lnTo>
                    <a:pt x="121" y="134"/>
                  </a:lnTo>
                  <a:lnTo>
                    <a:pt x="94" y="167"/>
                  </a:lnTo>
                  <a:lnTo>
                    <a:pt x="70" y="206"/>
                  </a:lnTo>
                  <a:lnTo>
                    <a:pt x="46" y="248"/>
                  </a:lnTo>
                  <a:lnTo>
                    <a:pt x="26" y="297"/>
                  </a:lnTo>
                  <a:lnTo>
                    <a:pt x="10" y="350"/>
                  </a:lnTo>
                  <a:lnTo>
                    <a:pt x="0" y="409"/>
                  </a:lnTo>
                  <a:lnTo>
                    <a:pt x="0" y="418"/>
                  </a:lnTo>
                  <a:lnTo>
                    <a:pt x="5" y="425"/>
                  </a:lnTo>
                  <a:lnTo>
                    <a:pt x="10" y="430"/>
                  </a:lnTo>
                  <a:lnTo>
                    <a:pt x="19" y="433"/>
                  </a:lnTo>
                  <a:lnTo>
                    <a:pt x="26" y="433"/>
                  </a:lnTo>
                  <a:lnTo>
                    <a:pt x="34" y="428"/>
                  </a:lnTo>
                  <a:lnTo>
                    <a:pt x="39" y="422"/>
                  </a:lnTo>
                  <a:lnTo>
                    <a:pt x="42" y="415"/>
                  </a:lnTo>
                  <a:lnTo>
                    <a:pt x="51" y="360"/>
                  </a:lnTo>
                  <a:lnTo>
                    <a:pt x="65" y="313"/>
                  </a:lnTo>
                  <a:lnTo>
                    <a:pt x="83" y="268"/>
                  </a:lnTo>
                  <a:lnTo>
                    <a:pt x="103" y="229"/>
                  </a:lnTo>
                  <a:lnTo>
                    <a:pt x="124" y="195"/>
                  </a:lnTo>
                  <a:lnTo>
                    <a:pt x="149" y="164"/>
                  </a:lnTo>
                  <a:lnTo>
                    <a:pt x="175" y="138"/>
                  </a:lnTo>
                  <a:lnTo>
                    <a:pt x="199" y="115"/>
                  </a:lnTo>
                  <a:lnTo>
                    <a:pt x="225" y="97"/>
                  </a:lnTo>
                  <a:lnTo>
                    <a:pt x="248" y="81"/>
                  </a:lnTo>
                  <a:lnTo>
                    <a:pt x="271" y="68"/>
                  </a:lnTo>
                  <a:lnTo>
                    <a:pt x="291" y="58"/>
                  </a:lnTo>
                  <a:lnTo>
                    <a:pt x="309" y="51"/>
                  </a:lnTo>
                  <a:lnTo>
                    <a:pt x="322" y="45"/>
                  </a:lnTo>
                  <a:lnTo>
                    <a:pt x="332" y="42"/>
                  </a:lnTo>
                  <a:lnTo>
                    <a:pt x="336"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buClr>
                  <a:srgbClr val="FFFFFF"/>
                </a:buClr>
                <a:defRPr/>
              </a:pPr>
              <a:endParaRPr lang="en-US" sz="2400" kern="0"/>
            </a:p>
          </p:txBody>
        </p:sp>
        <p:sp>
          <p:nvSpPr>
            <p:cNvPr id="128" name="Freeform 73"/>
            <p:cNvSpPr>
              <a:spLocks/>
            </p:cNvSpPr>
            <p:nvPr/>
          </p:nvSpPr>
          <p:spPr bwMode="auto">
            <a:xfrm>
              <a:off x="2406" y="461"/>
              <a:ext cx="30" cy="83"/>
            </a:xfrm>
            <a:custGeom>
              <a:avLst/>
              <a:gdLst>
                <a:gd name="T0" fmla="*/ 29 w 148"/>
                <a:gd name="T1" fmla="*/ 1 h 420"/>
                <a:gd name="T2" fmla="*/ 28 w 148"/>
                <a:gd name="T3" fmla="*/ 0 h 420"/>
                <a:gd name="T4" fmla="*/ 26 w 148"/>
                <a:gd name="T5" fmla="*/ 0 h 420"/>
                <a:gd name="T6" fmla="*/ 25 w 148"/>
                <a:gd name="T7" fmla="*/ 0 h 420"/>
                <a:gd name="T8" fmla="*/ 23 w 148"/>
                <a:gd name="T9" fmla="*/ 1 h 420"/>
                <a:gd name="T10" fmla="*/ 21 w 148"/>
                <a:gd name="T11" fmla="*/ 2 h 420"/>
                <a:gd name="T12" fmla="*/ 19 w 148"/>
                <a:gd name="T13" fmla="*/ 6 h 420"/>
                <a:gd name="T14" fmla="*/ 15 w 148"/>
                <a:gd name="T15" fmla="*/ 12 h 420"/>
                <a:gd name="T16" fmla="*/ 10 w 148"/>
                <a:gd name="T17" fmla="*/ 20 h 420"/>
                <a:gd name="T18" fmla="*/ 6 w 148"/>
                <a:gd name="T19" fmla="*/ 31 h 420"/>
                <a:gd name="T20" fmla="*/ 2 w 148"/>
                <a:gd name="T21" fmla="*/ 44 h 420"/>
                <a:gd name="T22" fmla="*/ 0 w 148"/>
                <a:gd name="T23" fmla="*/ 60 h 420"/>
                <a:gd name="T24" fmla="*/ 0 w 148"/>
                <a:gd name="T25" fmla="*/ 79 h 420"/>
                <a:gd name="T26" fmla="*/ 0 w 148"/>
                <a:gd name="T27" fmla="*/ 79 h 420"/>
                <a:gd name="T28" fmla="*/ 0 w 148"/>
                <a:gd name="T29" fmla="*/ 81 h 420"/>
                <a:gd name="T30" fmla="*/ 1 w 148"/>
                <a:gd name="T31" fmla="*/ 82 h 420"/>
                <a:gd name="T32" fmla="*/ 3 w 148"/>
                <a:gd name="T33" fmla="*/ 83 h 420"/>
                <a:gd name="T34" fmla="*/ 4 w 148"/>
                <a:gd name="T35" fmla="*/ 83 h 420"/>
                <a:gd name="T36" fmla="*/ 6 w 148"/>
                <a:gd name="T37" fmla="*/ 83 h 420"/>
                <a:gd name="T38" fmla="*/ 7 w 148"/>
                <a:gd name="T39" fmla="*/ 82 h 420"/>
                <a:gd name="T40" fmla="*/ 8 w 148"/>
                <a:gd name="T41" fmla="*/ 80 h 420"/>
                <a:gd name="T42" fmla="*/ 9 w 148"/>
                <a:gd name="T43" fmla="*/ 79 h 420"/>
                <a:gd name="T44" fmla="*/ 9 w 148"/>
                <a:gd name="T45" fmla="*/ 61 h 420"/>
                <a:gd name="T46" fmla="*/ 11 w 148"/>
                <a:gd name="T47" fmla="*/ 46 h 420"/>
                <a:gd name="T48" fmla="*/ 14 w 148"/>
                <a:gd name="T49" fmla="*/ 34 h 420"/>
                <a:gd name="T50" fmla="*/ 18 w 148"/>
                <a:gd name="T51" fmla="*/ 24 h 420"/>
                <a:gd name="T52" fmla="*/ 21 w 148"/>
                <a:gd name="T53" fmla="*/ 16 h 420"/>
                <a:gd name="T54" fmla="*/ 25 w 148"/>
                <a:gd name="T55" fmla="*/ 11 h 420"/>
                <a:gd name="T56" fmla="*/ 28 w 148"/>
                <a:gd name="T57" fmla="*/ 8 h 420"/>
                <a:gd name="T58" fmla="*/ 29 w 148"/>
                <a:gd name="T59" fmla="*/ 7 h 420"/>
                <a:gd name="T60" fmla="*/ 29 w 148"/>
                <a:gd name="T61" fmla="*/ 7 h 420"/>
                <a:gd name="T62" fmla="*/ 29 w 148"/>
                <a:gd name="T63" fmla="*/ 6 h 420"/>
                <a:gd name="T64" fmla="*/ 30 w 148"/>
                <a:gd name="T65" fmla="*/ 4 h 420"/>
                <a:gd name="T66" fmla="*/ 30 w 148"/>
                <a:gd name="T67" fmla="*/ 2 h 420"/>
                <a:gd name="T68" fmla="*/ 29 w 148"/>
                <a:gd name="T69" fmla="*/ 1 h 420"/>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148" h="420">
                  <a:moveTo>
                    <a:pt x="142" y="7"/>
                  </a:moveTo>
                  <a:lnTo>
                    <a:pt x="137" y="2"/>
                  </a:lnTo>
                  <a:lnTo>
                    <a:pt x="128" y="0"/>
                  </a:lnTo>
                  <a:lnTo>
                    <a:pt x="121" y="1"/>
                  </a:lnTo>
                  <a:lnTo>
                    <a:pt x="114" y="5"/>
                  </a:lnTo>
                  <a:lnTo>
                    <a:pt x="106" y="12"/>
                  </a:lnTo>
                  <a:lnTo>
                    <a:pt x="92" y="30"/>
                  </a:lnTo>
                  <a:lnTo>
                    <a:pt x="72" y="59"/>
                  </a:lnTo>
                  <a:lnTo>
                    <a:pt x="50" y="100"/>
                  </a:lnTo>
                  <a:lnTo>
                    <a:pt x="29" y="155"/>
                  </a:lnTo>
                  <a:lnTo>
                    <a:pt x="11" y="223"/>
                  </a:lnTo>
                  <a:lnTo>
                    <a:pt x="1" y="305"/>
                  </a:lnTo>
                  <a:lnTo>
                    <a:pt x="0" y="402"/>
                  </a:lnTo>
                  <a:lnTo>
                    <a:pt x="1" y="410"/>
                  </a:lnTo>
                  <a:lnTo>
                    <a:pt x="7" y="416"/>
                  </a:lnTo>
                  <a:lnTo>
                    <a:pt x="13" y="420"/>
                  </a:lnTo>
                  <a:lnTo>
                    <a:pt x="21" y="420"/>
                  </a:lnTo>
                  <a:lnTo>
                    <a:pt x="30" y="419"/>
                  </a:lnTo>
                  <a:lnTo>
                    <a:pt x="36" y="413"/>
                  </a:lnTo>
                  <a:lnTo>
                    <a:pt x="40" y="407"/>
                  </a:lnTo>
                  <a:lnTo>
                    <a:pt x="42" y="399"/>
                  </a:lnTo>
                  <a:lnTo>
                    <a:pt x="43" y="309"/>
                  </a:lnTo>
                  <a:lnTo>
                    <a:pt x="52" y="234"/>
                  </a:lnTo>
                  <a:lnTo>
                    <a:pt x="67" y="171"/>
                  </a:lnTo>
                  <a:lnTo>
                    <a:pt x="88" y="121"/>
                  </a:lnTo>
                  <a:lnTo>
                    <a:pt x="106" y="83"/>
                  </a:lnTo>
                  <a:lnTo>
                    <a:pt x="124" y="56"/>
                  </a:lnTo>
                  <a:lnTo>
                    <a:pt x="137" y="41"/>
                  </a:lnTo>
                  <a:lnTo>
                    <a:pt x="141" y="36"/>
                  </a:lnTo>
                  <a:lnTo>
                    <a:pt x="145" y="28"/>
                  </a:lnTo>
                  <a:lnTo>
                    <a:pt x="148" y="21"/>
                  </a:lnTo>
                  <a:lnTo>
                    <a:pt x="147" y="12"/>
                  </a:lnTo>
                  <a:lnTo>
                    <a:pt x="142"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buClr>
                  <a:srgbClr val="FFFFFF"/>
                </a:buClr>
                <a:defRPr/>
              </a:pPr>
              <a:endParaRPr lang="en-US" sz="2400" kern="0"/>
            </a:p>
          </p:txBody>
        </p:sp>
        <p:sp>
          <p:nvSpPr>
            <p:cNvPr id="129" name="Freeform 74"/>
            <p:cNvSpPr>
              <a:spLocks/>
            </p:cNvSpPr>
            <p:nvPr/>
          </p:nvSpPr>
          <p:spPr bwMode="auto">
            <a:xfrm>
              <a:off x="2444" y="461"/>
              <a:ext cx="30" cy="84"/>
            </a:xfrm>
            <a:custGeom>
              <a:avLst/>
              <a:gdLst>
                <a:gd name="T0" fmla="*/ 7 w 152"/>
                <a:gd name="T1" fmla="*/ 1 h 427"/>
                <a:gd name="T2" fmla="*/ 5 w 152"/>
                <a:gd name="T3" fmla="*/ 0 h 427"/>
                <a:gd name="T4" fmla="*/ 4 w 152"/>
                <a:gd name="T5" fmla="*/ 0 h 427"/>
                <a:gd name="T6" fmla="*/ 2 w 152"/>
                <a:gd name="T7" fmla="*/ 0 h 427"/>
                <a:gd name="T8" fmla="*/ 1 w 152"/>
                <a:gd name="T9" fmla="*/ 1 h 427"/>
                <a:gd name="T10" fmla="*/ 0 w 152"/>
                <a:gd name="T11" fmla="*/ 3 h 427"/>
                <a:gd name="T12" fmla="*/ 0 w 152"/>
                <a:gd name="T13" fmla="*/ 4 h 427"/>
                <a:gd name="T14" fmla="*/ 0 w 152"/>
                <a:gd name="T15" fmla="*/ 6 h 427"/>
                <a:gd name="T16" fmla="*/ 2 w 152"/>
                <a:gd name="T17" fmla="*/ 7 h 427"/>
                <a:gd name="T18" fmla="*/ 2 w 152"/>
                <a:gd name="T19" fmla="*/ 7 h 427"/>
                <a:gd name="T20" fmla="*/ 3 w 152"/>
                <a:gd name="T21" fmla="*/ 8 h 427"/>
                <a:gd name="T22" fmla="*/ 6 w 152"/>
                <a:gd name="T23" fmla="*/ 12 h 427"/>
                <a:gd name="T24" fmla="*/ 10 w 152"/>
                <a:gd name="T25" fmla="*/ 17 h 427"/>
                <a:gd name="T26" fmla="*/ 14 w 152"/>
                <a:gd name="T27" fmla="*/ 25 h 427"/>
                <a:gd name="T28" fmla="*/ 18 w 152"/>
                <a:gd name="T29" fmla="*/ 35 h 427"/>
                <a:gd name="T30" fmla="*/ 21 w 152"/>
                <a:gd name="T31" fmla="*/ 47 h 427"/>
                <a:gd name="T32" fmla="*/ 22 w 152"/>
                <a:gd name="T33" fmla="*/ 62 h 427"/>
                <a:gd name="T34" fmla="*/ 21 w 152"/>
                <a:gd name="T35" fmla="*/ 79 h 427"/>
                <a:gd name="T36" fmla="*/ 21 w 152"/>
                <a:gd name="T37" fmla="*/ 81 h 427"/>
                <a:gd name="T38" fmla="*/ 22 w 152"/>
                <a:gd name="T39" fmla="*/ 82 h 427"/>
                <a:gd name="T40" fmla="*/ 23 w 152"/>
                <a:gd name="T41" fmla="*/ 83 h 427"/>
                <a:gd name="T42" fmla="*/ 24 w 152"/>
                <a:gd name="T43" fmla="*/ 84 h 427"/>
                <a:gd name="T44" fmla="*/ 26 w 152"/>
                <a:gd name="T45" fmla="*/ 84 h 427"/>
                <a:gd name="T46" fmla="*/ 27 w 152"/>
                <a:gd name="T47" fmla="*/ 83 h 427"/>
                <a:gd name="T48" fmla="*/ 28 w 152"/>
                <a:gd name="T49" fmla="*/ 82 h 427"/>
                <a:gd name="T50" fmla="*/ 29 w 152"/>
                <a:gd name="T51" fmla="*/ 80 h 427"/>
                <a:gd name="T52" fmla="*/ 30 w 152"/>
                <a:gd name="T53" fmla="*/ 61 h 427"/>
                <a:gd name="T54" fmla="*/ 28 w 152"/>
                <a:gd name="T55" fmla="*/ 45 h 427"/>
                <a:gd name="T56" fmla="*/ 25 w 152"/>
                <a:gd name="T57" fmla="*/ 31 h 427"/>
                <a:gd name="T58" fmla="*/ 21 w 152"/>
                <a:gd name="T59" fmla="*/ 20 h 427"/>
                <a:gd name="T60" fmla="*/ 16 w 152"/>
                <a:gd name="T61" fmla="*/ 12 h 427"/>
                <a:gd name="T62" fmla="*/ 12 w 152"/>
                <a:gd name="T63" fmla="*/ 6 h 427"/>
                <a:gd name="T64" fmla="*/ 8 w 152"/>
                <a:gd name="T65" fmla="*/ 2 h 427"/>
                <a:gd name="T66" fmla="*/ 7 w 152"/>
                <a:gd name="T67" fmla="*/ 1 h 42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152" h="427">
                  <a:moveTo>
                    <a:pt x="33" y="4"/>
                  </a:moveTo>
                  <a:lnTo>
                    <a:pt x="26" y="0"/>
                  </a:lnTo>
                  <a:lnTo>
                    <a:pt x="19" y="0"/>
                  </a:lnTo>
                  <a:lnTo>
                    <a:pt x="10" y="1"/>
                  </a:lnTo>
                  <a:lnTo>
                    <a:pt x="5" y="7"/>
                  </a:lnTo>
                  <a:lnTo>
                    <a:pt x="0" y="14"/>
                  </a:lnTo>
                  <a:lnTo>
                    <a:pt x="0" y="22"/>
                  </a:lnTo>
                  <a:lnTo>
                    <a:pt x="2" y="30"/>
                  </a:lnTo>
                  <a:lnTo>
                    <a:pt x="8" y="36"/>
                  </a:lnTo>
                  <a:lnTo>
                    <a:pt x="15" y="43"/>
                  </a:lnTo>
                  <a:lnTo>
                    <a:pt x="29" y="59"/>
                  </a:lnTo>
                  <a:lnTo>
                    <a:pt x="49" y="86"/>
                  </a:lnTo>
                  <a:lnTo>
                    <a:pt x="71" y="125"/>
                  </a:lnTo>
                  <a:lnTo>
                    <a:pt x="90" y="176"/>
                  </a:lnTo>
                  <a:lnTo>
                    <a:pt x="104" y="238"/>
                  </a:lnTo>
                  <a:lnTo>
                    <a:pt x="111" y="314"/>
                  </a:lnTo>
                  <a:lnTo>
                    <a:pt x="105" y="404"/>
                  </a:lnTo>
                  <a:lnTo>
                    <a:pt x="105" y="412"/>
                  </a:lnTo>
                  <a:lnTo>
                    <a:pt x="110" y="419"/>
                  </a:lnTo>
                  <a:lnTo>
                    <a:pt x="116" y="424"/>
                  </a:lnTo>
                  <a:lnTo>
                    <a:pt x="123" y="427"/>
                  </a:lnTo>
                  <a:lnTo>
                    <a:pt x="131" y="427"/>
                  </a:lnTo>
                  <a:lnTo>
                    <a:pt x="139" y="422"/>
                  </a:lnTo>
                  <a:lnTo>
                    <a:pt x="143" y="417"/>
                  </a:lnTo>
                  <a:lnTo>
                    <a:pt x="146" y="409"/>
                  </a:lnTo>
                  <a:lnTo>
                    <a:pt x="152" y="311"/>
                  </a:lnTo>
                  <a:lnTo>
                    <a:pt x="144" y="228"/>
                  </a:lnTo>
                  <a:lnTo>
                    <a:pt x="129" y="159"/>
                  </a:lnTo>
                  <a:lnTo>
                    <a:pt x="105" y="102"/>
                  </a:lnTo>
                  <a:lnTo>
                    <a:pt x="81" y="60"/>
                  </a:lnTo>
                  <a:lnTo>
                    <a:pt x="59" y="30"/>
                  </a:lnTo>
                  <a:lnTo>
                    <a:pt x="42" y="11"/>
                  </a:lnTo>
                  <a:lnTo>
                    <a:pt x="33"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buClr>
                  <a:srgbClr val="FFFFFF"/>
                </a:buClr>
                <a:defRPr/>
              </a:pPr>
              <a:endParaRPr lang="en-US" sz="2400" kern="0"/>
            </a:p>
          </p:txBody>
        </p:sp>
      </p:grpSp>
      <p:sp>
        <p:nvSpPr>
          <p:cNvPr id="152" name="Line 11"/>
          <p:cNvSpPr>
            <a:spLocks noChangeShapeType="1"/>
          </p:cNvSpPr>
          <p:nvPr/>
        </p:nvSpPr>
        <p:spPr bwMode="auto">
          <a:xfrm>
            <a:off x="3366335" y="2124789"/>
            <a:ext cx="0" cy="3612132"/>
          </a:xfrm>
          <a:prstGeom prst="line">
            <a:avLst/>
          </a:prstGeom>
          <a:noFill/>
          <a:ln w="57150">
            <a:solidFill>
              <a:srgbClr val="FFCC99"/>
            </a:solidFill>
            <a:round/>
            <a:headEnd/>
            <a:tailEnd type="non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Tree>
    <p:extLst>
      <p:ext uri="{BB962C8B-B14F-4D97-AF65-F5344CB8AC3E}">
        <p14:creationId xmlns:p14="http://schemas.microsoft.com/office/powerpoint/2010/main" val="2168506885"/>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|EOS~029|</a:t>
            </a:r>
            <a:endParaRPr lang="en-US" sz="100" dirty="0" err="1">
              <a:solidFill>
                <a:srgbClr val="FFFFFF"/>
              </a:solidFill>
              <a:latin typeface="Arial"/>
              <a:cs typeface="Calibri" pitchFamily="34" charset="0"/>
            </a:endParaRPr>
          </a:p>
        </p:txBody>
      </p:sp>
      <p:pic>
        <p:nvPicPr>
          <p:cNvPr id="7173"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8939" y="1907846"/>
            <a:ext cx="4745910" cy="4220232"/>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717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8939" y="952171"/>
            <a:ext cx="8755062" cy="812158"/>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28676" name="Rectangle 4"/>
          <p:cNvSpPr>
            <a:spLocks noGrp="1" noChangeArrowheads="1"/>
          </p:cNvSpPr>
          <p:nvPr>
            <p:ph type="title"/>
          </p:nvPr>
        </p:nvSpPr>
        <p:spPr/>
        <p:txBody>
          <a:bodyPr/>
          <a:lstStyle/>
          <a:p>
            <a:pPr eaLnBrk="1" hangingPunct="1"/>
            <a:r>
              <a:rPr lang="en-US" dirty="0"/>
              <a:t>Adding document via template</a:t>
            </a:r>
            <a:br>
              <a:rPr lang="en-US" dirty="0"/>
            </a:br>
            <a:r>
              <a:rPr lang="en-US" dirty="0"/>
              <a:t>Step 3: Modify the document text</a:t>
            </a:r>
          </a:p>
        </p:txBody>
      </p:sp>
      <p:sp>
        <p:nvSpPr>
          <p:cNvPr id="28678" name="AutoShape 6"/>
          <p:cNvSpPr>
            <a:spLocks noChangeArrowheads="1"/>
          </p:cNvSpPr>
          <p:nvPr/>
        </p:nvSpPr>
        <p:spPr bwMode="auto">
          <a:xfrm>
            <a:off x="3007100" y="1807447"/>
            <a:ext cx="895350" cy="1776413"/>
          </a:xfrm>
          <a:prstGeom prst="downArrow">
            <a:avLst>
              <a:gd name="adj1" fmla="val 57806"/>
              <a:gd name="adj2" fmla="val 54965"/>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28679" name="Rectangle 7"/>
          <p:cNvSpPr>
            <a:spLocks noChangeArrowheads="1"/>
          </p:cNvSpPr>
          <p:nvPr/>
        </p:nvSpPr>
        <p:spPr bwMode="auto">
          <a:xfrm>
            <a:off x="952907" y="4733895"/>
            <a:ext cx="3939825" cy="474662"/>
          </a:xfrm>
          <a:prstGeom prst="rect">
            <a:avLst/>
          </a:prstGeom>
          <a:noFill/>
          <a:ln w="28575"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28681" name="Rectangle 9"/>
          <p:cNvSpPr>
            <a:spLocks noChangeArrowheads="1"/>
          </p:cNvSpPr>
          <p:nvPr/>
        </p:nvSpPr>
        <p:spPr bwMode="auto">
          <a:xfrm>
            <a:off x="2546725" y="1508997"/>
            <a:ext cx="1987550" cy="298450"/>
          </a:xfrm>
          <a:prstGeom prst="rect">
            <a:avLst/>
          </a:prstGeom>
          <a:noFill/>
          <a:ln w="28575"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pic>
        <p:nvPicPr>
          <p:cNvPr id="7172" name="Picture 4" descr="C:\Users\trhoades\AppData\Local\Temp\SNAGHTMLb21d2c3.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58907" y="3513137"/>
            <a:ext cx="7867650" cy="1009650"/>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pic>
      <p:sp>
        <p:nvSpPr>
          <p:cNvPr id="28680" name="Freeform 8"/>
          <p:cNvSpPr>
            <a:spLocks/>
          </p:cNvSpPr>
          <p:nvPr/>
        </p:nvSpPr>
        <p:spPr bwMode="auto">
          <a:xfrm>
            <a:off x="966788" y="3762375"/>
            <a:ext cx="7878762" cy="511175"/>
          </a:xfrm>
          <a:custGeom>
            <a:avLst/>
            <a:gdLst>
              <a:gd name="T0" fmla="*/ 2147483647 w 4963"/>
              <a:gd name="T1" fmla="*/ 0 h 322"/>
              <a:gd name="T2" fmla="*/ 2147483647 w 4963"/>
              <a:gd name="T3" fmla="*/ 0 h 322"/>
              <a:gd name="T4" fmla="*/ 2147483647 w 4963"/>
              <a:gd name="T5" fmla="*/ 2147483647 h 322"/>
              <a:gd name="T6" fmla="*/ 0 w 4963"/>
              <a:gd name="T7" fmla="*/ 2147483647 h 322"/>
              <a:gd name="T8" fmla="*/ 0 w 4963"/>
              <a:gd name="T9" fmla="*/ 2147483647 h 322"/>
              <a:gd name="T10" fmla="*/ 2147483647 w 4963"/>
              <a:gd name="T11" fmla="*/ 2147483647 h 322"/>
              <a:gd name="T12" fmla="*/ 2147483647 w 4963"/>
              <a:gd name="T13" fmla="*/ 0 h 322"/>
              <a:gd name="T14" fmla="*/ 0 60000 65536"/>
              <a:gd name="T15" fmla="*/ 0 60000 65536"/>
              <a:gd name="T16" fmla="*/ 0 60000 65536"/>
              <a:gd name="T17" fmla="*/ 0 60000 65536"/>
              <a:gd name="T18" fmla="*/ 0 60000 65536"/>
              <a:gd name="T19" fmla="*/ 0 60000 65536"/>
              <a:gd name="T20" fmla="*/ 0 60000 65536"/>
              <a:gd name="T21" fmla="*/ 0 w 4963"/>
              <a:gd name="T22" fmla="*/ 0 h 322"/>
              <a:gd name="T23" fmla="*/ 4963 w 4963"/>
              <a:gd name="T24" fmla="*/ 322 h 32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963" h="322">
                <a:moveTo>
                  <a:pt x="1208" y="0"/>
                </a:moveTo>
                <a:lnTo>
                  <a:pt x="4963" y="0"/>
                </a:lnTo>
                <a:lnTo>
                  <a:pt x="4963" y="322"/>
                </a:lnTo>
                <a:lnTo>
                  <a:pt x="0" y="322"/>
                </a:lnTo>
                <a:lnTo>
                  <a:pt x="0" y="144"/>
                </a:lnTo>
                <a:lnTo>
                  <a:pt x="1208" y="144"/>
                </a:lnTo>
                <a:lnTo>
                  <a:pt x="1208" y="0"/>
                </a:lnTo>
                <a:close/>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|EOS~030|</a:t>
            </a:r>
            <a:endParaRPr lang="en-US" sz="100" dirty="0" err="1">
              <a:solidFill>
                <a:srgbClr val="FFFFFF"/>
              </a:solidFill>
              <a:latin typeface="Arial"/>
              <a:cs typeface="Calibri" pitchFamily="34" charset="0"/>
            </a:endParaRPr>
          </a:p>
        </p:txBody>
      </p:sp>
      <p:sp>
        <p:nvSpPr>
          <p:cNvPr id="29699" name="Rectangle 2"/>
          <p:cNvSpPr>
            <a:spLocks noGrp="1" noChangeArrowheads="1"/>
          </p:cNvSpPr>
          <p:nvPr>
            <p:ph type="title"/>
          </p:nvPr>
        </p:nvSpPr>
        <p:spPr/>
        <p:txBody>
          <a:bodyPr/>
          <a:lstStyle/>
          <a:p>
            <a:pPr eaLnBrk="1" hangingPunct="1"/>
            <a:r>
              <a:rPr lang="en-US" dirty="0"/>
              <a:t>Adding document via template</a:t>
            </a:r>
            <a:br>
              <a:rPr lang="en-US" dirty="0"/>
            </a:br>
            <a:r>
              <a:rPr lang="en-US" dirty="0"/>
              <a:t>Step 3a: Save the document</a:t>
            </a:r>
          </a:p>
        </p:txBody>
      </p:sp>
      <p:pic>
        <p:nvPicPr>
          <p:cNvPr id="4" name="Picture 3"/>
          <p:cNvPicPr>
            <a:picLocks noChangeAspect="1"/>
          </p:cNvPicPr>
          <p:nvPr/>
        </p:nvPicPr>
        <p:blipFill>
          <a:blip r:embed="rId3"/>
          <a:stretch>
            <a:fillRect/>
          </a:stretch>
        </p:blipFill>
        <p:spPr>
          <a:xfrm>
            <a:off x="504825" y="1314450"/>
            <a:ext cx="8134350" cy="4229100"/>
          </a:xfrm>
          <a:prstGeom prst="rect">
            <a:avLst/>
          </a:prstGeom>
        </p:spPr>
      </p:pic>
      <p:sp>
        <p:nvSpPr>
          <p:cNvPr id="29700" name="AutoShape 4"/>
          <p:cNvSpPr>
            <a:spLocks noChangeArrowheads="1"/>
          </p:cNvSpPr>
          <p:nvPr/>
        </p:nvSpPr>
        <p:spPr bwMode="auto">
          <a:xfrm>
            <a:off x="1349116" y="4826833"/>
            <a:ext cx="2218544" cy="389744"/>
          </a:xfrm>
          <a:prstGeom prst="roundRect">
            <a:avLst>
              <a:gd name="adj" fmla="val 6134"/>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8" name="AutoShape 4"/>
          <p:cNvSpPr>
            <a:spLocks noChangeArrowheads="1"/>
          </p:cNvSpPr>
          <p:nvPr/>
        </p:nvSpPr>
        <p:spPr bwMode="auto">
          <a:xfrm>
            <a:off x="1349116" y="1711377"/>
            <a:ext cx="5249056" cy="297305"/>
          </a:xfrm>
          <a:prstGeom prst="roundRect">
            <a:avLst>
              <a:gd name="adj" fmla="val 6134"/>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stretch>
            <a:fillRect/>
          </a:stretch>
        </p:blipFill>
        <p:spPr>
          <a:xfrm>
            <a:off x="272321" y="1603830"/>
            <a:ext cx="8377003" cy="4152394"/>
          </a:xfrm>
          <a:prstGeom prst="rect">
            <a:avLst/>
          </a:prstGeom>
        </p:spPr>
      </p:pic>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|EOS~030|</a:t>
            </a:r>
            <a:endParaRPr lang="en-US" sz="100" dirty="0" err="1">
              <a:solidFill>
                <a:srgbClr val="FFFFFF"/>
              </a:solidFill>
              <a:latin typeface="Arial"/>
              <a:cs typeface="Calibri" pitchFamily="34" charset="0"/>
            </a:endParaRPr>
          </a:p>
        </p:txBody>
      </p:sp>
      <p:sp>
        <p:nvSpPr>
          <p:cNvPr id="29699" name="Rectangle 2"/>
          <p:cNvSpPr>
            <a:spLocks noGrp="1" noChangeArrowheads="1"/>
          </p:cNvSpPr>
          <p:nvPr>
            <p:ph type="title"/>
          </p:nvPr>
        </p:nvSpPr>
        <p:spPr/>
        <p:txBody>
          <a:bodyPr/>
          <a:lstStyle/>
          <a:p>
            <a:pPr eaLnBrk="1" hangingPunct="1"/>
            <a:r>
              <a:rPr lang="en-US" dirty="0"/>
              <a:t>Adding document via template</a:t>
            </a:r>
            <a:br>
              <a:rPr lang="en-US" dirty="0"/>
            </a:br>
            <a:r>
              <a:rPr lang="en-US" dirty="0"/>
              <a:t>Step 3b: Specify the document location</a:t>
            </a:r>
          </a:p>
        </p:txBody>
      </p:sp>
      <p:sp>
        <p:nvSpPr>
          <p:cNvPr id="29700" name="AutoShape 4"/>
          <p:cNvSpPr>
            <a:spLocks noChangeArrowheads="1"/>
          </p:cNvSpPr>
          <p:nvPr/>
        </p:nvSpPr>
        <p:spPr bwMode="auto">
          <a:xfrm>
            <a:off x="272321" y="5036696"/>
            <a:ext cx="4779364" cy="389744"/>
          </a:xfrm>
          <a:prstGeom prst="roundRect">
            <a:avLst>
              <a:gd name="adj" fmla="val 6134"/>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Tree>
    <p:extLst>
      <p:ext uri="{BB962C8B-B14F-4D97-AF65-F5344CB8AC3E}">
        <p14:creationId xmlns:p14="http://schemas.microsoft.com/office/powerpoint/2010/main" val="8361476"/>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stretch>
            <a:fillRect/>
          </a:stretch>
        </p:blipFill>
        <p:spPr>
          <a:xfrm>
            <a:off x="288925" y="1611957"/>
            <a:ext cx="8330419" cy="4156290"/>
          </a:xfrm>
          <a:prstGeom prst="rect">
            <a:avLst/>
          </a:prstGeom>
        </p:spPr>
      </p:pic>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|EOS~030|</a:t>
            </a:r>
            <a:endParaRPr lang="en-US" sz="100" dirty="0" err="1">
              <a:solidFill>
                <a:srgbClr val="FFFFFF"/>
              </a:solidFill>
              <a:latin typeface="Arial"/>
              <a:cs typeface="Calibri" pitchFamily="34" charset="0"/>
            </a:endParaRPr>
          </a:p>
        </p:txBody>
      </p:sp>
      <p:sp>
        <p:nvSpPr>
          <p:cNvPr id="29699" name="Rectangle 2"/>
          <p:cNvSpPr>
            <a:spLocks noGrp="1" noChangeArrowheads="1"/>
          </p:cNvSpPr>
          <p:nvPr>
            <p:ph type="title"/>
          </p:nvPr>
        </p:nvSpPr>
        <p:spPr/>
        <p:txBody>
          <a:bodyPr/>
          <a:lstStyle/>
          <a:p>
            <a:pPr eaLnBrk="1" hangingPunct="1"/>
            <a:r>
              <a:rPr lang="en-US"/>
              <a:t>Adding document via template</a:t>
            </a:r>
            <a:br>
              <a:rPr lang="en-US"/>
            </a:br>
            <a:r>
              <a:rPr lang="en-US"/>
              <a:t>Step 4: Specify any additional values</a:t>
            </a:r>
          </a:p>
        </p:txBody>
      </p:sp>
      <p:sp>
        <p:nvSpPr>
          <p:cNvPr id="29700" name="AutoShape 4"/>
          <p:cNvSpPr>
            <a:spLocks noChangeArrowheads="1"/>
          </p:cNvSpPr>
          <p:nvPr/>
        </p:nvSpPr>
        <p:spPr bwMode="auto">
          <a:xfrm>
            <a:off x="4847416" y="2488368"/>
            <a:ext cx="3771928" cy="3401857"/>
          </a:xfrm>
          <a:prstGeom prst="roundRect">
            <a:avLst>
              <a:gd name="adj" fmla="val 6134"/>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Tree>
    <p:extLst>
      <p:ext uri="{BB962C8B-B14F-4D97-AF65-F5344CB8AC3E}">
        <p14:creationId xmlns:p14="http://schemas.microsoft.com/office/powerpoint/2010/main" val="1432670903"/>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|EOS~031|</a:t>
            </a:r>
            <a:endParaRPr lang="en-US" sz="100" dirty="0" err="1">
              <a:solidFill>
                <a:srgbClr val="FFFFFF"/>
              </a:solidFill>
              <a:latin typeface="Arial"/>
              <a:cs typeface="Calibri" pitchFamily="34" charset="0"/>
            </a:endParaRPr>
          </a:p>
        </p:txBody>
      </p:sp>
      <p:sp>
        <p:nvSpPr>
          <p:cNvPr id="30724" name="Rectangle 2"/>
          <p:cNvSpPr>
            <a:spLocks noGrp="1" noChangeArrowheads="1"/>
          </p:cNvSpPr>
          <p:nvPr>
            <p:ph type="title"/>
          </p:nvPr>
        </p:nvSpPr>
        <p:spPr/>
        <p:txBody>
          <a:bodyPr/>
          <a:lstStyle/>
          <a:p>
            <a:pPr eaLnBrk="1" hangingPunct="1"/>
            <a:r>
              <a:rPr lang="en-US" dirty="0"/>
              <a:t>Adding document via template</a:t>
            </a:r>
            <a:br>
              <a:rPr lang="en-US" dirty="0"/>
            </a:br>
            <a:r>
              <a:rPr lang="en-US" dirty="0"/>
              <a:t>Step 5: Upload the document</a:t>
            </a:r>
          </a:p>
        </p:txBody>
      </p:sp>
      <p:pic>
        <p:nvPicPr>
          <p:cNvPr id="10" name="Picture 9"/>
          <p:cNvPicPr>
            <a:picLocks noChangeAspect="1"/>
          </p:cNvPicPr>
          <p:nvPr/>
        </p:nvPicPr>
        <p:blipFill>
          <a:blip r:embed="rId3"/>
          <a:stretch>
            <a:fillRect/>
          </a:stretch>
        </p:blipFill>
        <p:spPr>
          <a:xfrm>
            <a:off x="495300" y="1236663"/>
            <a:ext cx="8330419" cy="4156290"/>
          </a:xfrm>
          <a:prstGeom prst="rect">
            <a:avLst/>
          </a:prstGeom>
          <a:ln>
            <a:solidFill>
              <a:srgbClr val="000066"/>
            </a:solidFill>
          </a:ln>
        </p:spPr>
      </p:pic>
      <p:pic>
        <p:nvPicPr>
          <p:cNvPr id="3" name="Picture 2"/>
          <p:cNvPicPr>
            <a:picLocks noChangeAspect="1"/>
          </p:cNvPicPr>
          <p:nvPr/>
        </p:nvPicPr>
        <p:blipFill>
          <a:blip r:embed="rId4"/>
          <a:stretch>
            <a:fillRect/>
          </a:stretch>
        </p:blipFill>
        <p:spPr>
          <a:xfrm>
            <a:off x="895038" y="2892375"/>
            <a:ext cx="6934200" cy="3257550"/>
          </a:xfrm>
          <a:prstGeom prst="rect">
            <a:avLst/>
          </a:prstGeom>
          <a:ln>
            <a:solidFill>
              <a:srgbClr val="000066"/>
            </a:solidFill>
          </a:ln>
        </p:spPr>
      </p:pic>
      <p:sp>
        <p:nvSpPr>
          <p:cNvPr id="30725" name="AutoShape 5"/>
          <p:cNvSpPr>
            <a:spLocks noChangeArrowheads="1"/>
          </p:cNvSpPr>
          <p:nvPr/>
        </p:nvSpPr>
        <p:spPr bwMode="auto">
          <a:xfrm>
            <a:off x="495300" y="1969461"/>
            <a:ext cx="697598" cy="373063"/>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30726" name="Line 6"/>
          <p:cNvSpPr>
            <a:spLocks noChangeShapeType="1"/>
          </p:cNvSpPr>
          <p:nvPr/>
        </p:nvSpPr>
        <p:spPr bwMode="auto">
          <a:xfrm>
            <a:off x="1101943" y="2342524"/>
            <a:ext cx="278810" cy="549851"/>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30727" name="AutoShape 7"/>
          <p:cNvSpPr>
            <a:spLocks noChangeArrowheads="1"/>
          </p:cNvSpPr>
          <p:nvPr/>
        </p:nvSpPr>
        <p:spPr bwMode="auto">
          <a:xfrm>
            <a:off x="1366921" y="5567196"/>
            <a:ext cx="6462317" cy="204485"/>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|EOS~032|</a:t>
            </a:r>
            <a:endParaRPr lang="en-US" sz="100" dirty="0" err="1">
              <a:solidFill>
                <a:srgbClr val="FFFFFF"/>
              </a:solidFill>
              <a:latin typeface="Arial"/>
              <a:cs typeface="Calibri" pitchFamily="34" charset="0"/>
            </a:endParaRPr>
          </a:p>
        </p:txBody>
      </p:sp>
      <p:pic>
        <p:nvPicPr>
          <p:cNvPr id="1024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5405" y="719301"/>
            <a:ext cx="8304573" cy="4089182"/>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31747" name="Rectangle 2"/>
          <p:cNvSpPr>
            <a:spLocks noGrp="1" noChangeArrowheads="1"/>
          </p:cNvSpPr>
          <p:nvPr>
            <p:ph type="title"/>
          </p:nvPr>
        </p:nvSpPr>
        <p:spPr/>
        <p:txBody>
          <a:bodyPr/>
          <a:lstStyle/>
          <a:p>
            <a:pPr eaLnBrk="1" hangingPunct="1"/>
            <a:r>
              <a:rPr lang="en-US"/>
              <a:t>Documents and activities</a:t>
            </a:r>
          </a:p>
        </p:txBody>
      </p:sp>
      <p:sp>
        <p:nvSpPr>
          <p:cNvPr id="31748" name="AutoShape 4"/>
          <p:cNvSpPr>
            <a:spLocks noChangeArrowheads="1"/>
          </p:cNvSpPr>
          <p:nvPr/>
        </p:nvSpPr>
        <p:spPr bwMode="auto">
          <a:xfrm>
            <a:off x="3386905" y="1667423"/>
            <a:ext cx="3013896" cy="387350"/>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|EOS~033|</a:t>
            </a:r>
            <a:endParaRPr lang="en-US" sz="100" dirty="0" err="1">
              <a:solidFill>
                <a:srgbClr val="FFFFFF"/>
              </a:solidFill>
              <a:latin typeface="Arial"/>
              <a:cs typeface="Calibri" pitchFamily="34" charset="0"/>
            </a:endParaRPr>
          </a:p>
        </p:txBody>
      </p:sp>
      <p:sp>
        <p:nvSpPr>
          <p:cNvPr id="32770" name="Rectangle 2"/>
          <p:cNvSpPr>
            <a:spLocks noGrp="1" noChangeArrowheads="1"/>
          </p:cNvSpPr>
          <p:nvPr>
            <p:ph type="title"/>
          </p:nvPr>
        </p:nvSpPr>
        <p:spPr/>
        <p:txBody>
          <a:bodyPr/>
          <a:lstStyle/>
          <a:p>
            <a:pPr eaLnBrk="1" hangingPunct="1"/>
            <a:r>
              <a:rPr lang="en-US"/>
              <a:t>Lesson outline</a:t>
            </a:r>
          </a:p>
        </p:txBody>
      </p:sp>
      <p:sp>
        <p:nvSpPr>
          <p:cNvPr id="32771" name="Rectangle 3"/>
          <p:cNvSpPr>
            <a:spLocks noGrp="1" noChangeArrowheads="1"/>
          </p:cNvSpPr>
          <p:nvPr>
            <p:ph idx="1"/>
          </p:nvPr>
        </p:nvSpPr>
        <p:spPr/>
        <p:txBody>
          <a:bodyPr/>
          <a:lstStyle/>
          <a:p>
            <a:pPr>
              <a:lnSpc>
                <a:spcPct val="150000"/>
              </a:lnSpc>
              <a:buFont typeface="Arial" charset="0"/>
              <a:buChar char="•"/>
            </a:pPr>
            <a:r>
              <a:rPr lang="en-US" sz="2800" dirty="0">
                <a:solidFill>
                  <a:srgbClr val="C0C0C0"/>
                </a:solidFill>
              </a:rPr>
              <a:t>Document basics</a:t>
            </a:r>
          </a:p>
          <a:p>
            <a:pPr>
              <a:lnSpc>
                <a:spcPct val="150000"/>
              </a:lnSpc>
              <a:buFont typeface="Arial" charset="0"/>
              <a:buChar char="•"/>
            </a:pPr>
            <a:r>
              <a:rPr lang="en-US" sz="2800" dirty="0">
                <a:solidFill>
                  <a:srgbClr val="C0C0C0"/>
                </a:solidFill>
              </a:rPr>
              <a:t>Creating documents</a:t>
            </a:r>
          </a:p>
          <a:p>
            <a:pPr>
              <a:lnSpc>
                <a:spcPct val="150000"/>
              </a:lnSpc>
              <a:buFont typeface="Arial" charset="0"/>
              <a:buChar char="•"/>
            </a:pPr>
            <a:r>
              <a:rPr lang="en-US" sz="2800" dirty="0"/>
              <a:t>Creating emails</a:t>
            </a:r>
          </a:p>
          <a:p>
            <a:pPr>
              <a:lnSpc>
                <a:spcPct val="150000"/>
              </a:lnSpc>
              <a:buFont typeface="Arial" charset="0"/>
              <a:buChar char="•"/>
            </a:pPr>
            <a:r>
              <a:rPr lang="en-US" sz="2800" dirty="0">
                <a:solidFill>
                  <a:schemeClr val="hlink"/>
                </a:solidFill>
              </a:rPr>
              <a:t>Working with documents</a:t>
            </a:r>
          </a:p>
          <a:p>
            <a:pPr>
              <a:buFont typeface="Arial" charset="0"/>
              <a:buChar char="•"/>
            </a:pPr>
            <a:endParaRPr lang="en-US" sz="2800" dirty="0">
              <a:solidFill>
                <a:schemeClr val="hlink"/>
              </a:solidFill>
            </a:endParaRP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|EOS~034|</a:t>
            </a:r>
            <a:endParaRPr lang="en-US" sz="100" dirty="0" err="1">
              <a:solidFill>
                <a:srgbClr val="FFFFFF"/>
              </a:solidFill>
              <a:latin typeface="Arial"/>
              <a:cs typeface="Calibri" pitchFamily="34" charset="0"/>
            </a:endParaRPr>
          </a:p>
        </p:txBody>
      </p:sp>
      <p:sp>
        <p:nvSpPr>
          <p:cNvPr id="33794" name="Rectangle 2"/>
          <p:cNvSpPr>
            <a:spLocks noGrp="1" noChangeArrowheads="1"/>
          </p:cNvSpPr>
          <p:nvPr>
            <p:ph type="title"/>
          </p:nvPr>
        </p:nvSpPr>
        <p:spPr/>
        <p:txBody>
          <a:bodyPr/>
          <a:lstStyle/>
          <a:p>
            <a:pPr eaLnBrk="1" hangingPunct="1"/>
            <a:r>
              <a:rPr lang="en-US"/>
              <a:t>Outbound email</a:t>
            </a:r>
          </a:p>
        </p:txBody>
      </p:sp>
      <p:sp>
        <p:nvSpPr>
          <p:cNvPr id="33795" name="Rectangle 3"/>
          <p:cNvSpPr>
            <a:spLocks noGrp="1" noChangeArrowheads="1"/>
          </p:cNvSpPr>
          <p:nvPr>
            <p:ph idx="1"/>
          </p:nvPr>
        </p:nvSpPr>
        <p:spPr/>
        <p:txBody>
          <a:bodyPr/>
          <a:lstStyle/>
          <a:p>
            <a:pPr>
              <a:buFont typeface="Arial" charset="0"/>
              <a:buChar char="•"/>
            </a:pPr>
            <a:r>
              <a:rPr lang="en-US"/>
              <a:t>Emails are a form of document that may be sent from ClaimCenter</a:t>
            </a:r>
          </a:p>
          <a:p>
            <a:pPr lvl="1"/>
            <a:r>
              <a:rPr lang="en-US"/>
              <a:t>Optionally stored as a document of the claim</a:t>
            </a:r>
          </a:p>
          <a:p>
            <a:pPr lvl="1"/>
            <a:r>
              <a:rPr lang="en-US"/>
              <a:t>May use templates to produce</a:t>
            </a:r>
          </a:p>
          <a:p>
            <a:pPr>
              <a:buFont typeface="Arial" charset="0"/>
              <a:buChar char="•"/>
            </a:pPr>
            <a:r>
              <a:rPr lang="en-US"/>
              <a:t>Emails are used by Adjusters . . .</a:t>
            </a:r>
          </a:p>
          <a:p>
            <a:pPr lvl="1"/>
            <a:r>
              <a:rPr lang="en-US"/>
              <a:t>to send claim status information to the insured </a:t>
            </a:r>
          </a:p>
          <a:p>
            <a:pPr lvl="1"/>
            <a:r>
              <a:rPr lang="en-US"/>
              <a:t>to send documents to the attorney or an outside vendor</a:t>
            </a:r>
          </a:p>
          <a:p>
            <a:pPr>
              <a:buFont typeface="Arial" charset="0"/>
              <a:buChar char="•"/>
            </a:pPr>
            <a:r>
              <a:rPr lang="en-US"/>
              <a:t>Emails can automatically be associated with activities</a:t>
            </a:r>
          </a:p>
          <a:p>
            <a:pPr>
              <a:buFont typeface="Arial" charset="0"/>
              <a:buChar char="•"/>
            </a:pPr>
            <a:r>
              <a:rPr lang="en-US"/>
              <a:t>Emails can be sent automatically via business rules</a:t>
            </a:r>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|EOS~035|</a:t>
            </a:r>
            <a:endParaRPr lang="en-US" sz="100" dirty="0" err="1">
              <a:solidFill>
                <a:srgbClr val="FFFFFF"/>
              </a:solidFill>
              <a:latin typeface="Arial"/>
              <a:cs typeface="Calibri" pitchFamily="34" charset="0"/>
            </a:endParaRPr>
          </a:p>
        </p:txBody>
      </p:sp>
      <p:pic>
        <p:nvPicPr>
          <p:cNvPr id="1126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0062" y="667406"/>
            <a:ext cx="7067385" cy="3988953"/>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34819" name="Rectangle 2"/>
          <p:cNvSpPr>
            <a:spLocks noGrp="1" noChangeArrowheads="1"/>
          </p:cNvSpPr>
          <p:nvPr>
            <p:ph type="title"/>
          </p:nvPr>
        </p:nvSpPr>
        <p:spPr/>
        <p:txBody>
          <a:bodyPr/>
          <a:lstStyle/>
          <a:p>
            <a:pPr eaLnBrk="1" hangingPunct="1"/>
            <a:r>
              <a:rPr lang="en-US"/>
              <a:t>Creating a new email – menu action</a:t>
            </a:r>
          </a:p>
        </p:txBody>
      </p:sp>
      <p:pic>
        <p:nvPicPr>
          <p:cNvPr id="1126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17445" y="2936808"/>
            <a:ext cx="6454500" cy="3555034"/>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7" name="Line 6"/>
          <p:cNvSpPr>
            <a:spLocks noChangeShapeType="1"/>
          </p:cNvSpPr>
          <p:nvPr/>
        </p:nvSpPr>
        <p:spPr bwMode="auto">
          <a:xfrm>
            <a:off x="1617444" y="2506717"/>
            <a:ext cx="1598721" cy="646386"/>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|EOS~036|</a:t>
            </a:r>
            <a:endParaRPr lang="en-US" sz="100" dirty="0" err="1">
              <a:solidFill>
                <a:srgbClr val="FFFFFF"/>
              </a:solidFill>
              <a:latin typeface="Arial"/>
              <a:cs typeface="Calibri" pitchFamily="34" charset="0"/>
            </a:endParaRPr>
          </a:p>
        </p:txBody>
      </p:sp>
      <p:sp>
        <p:nvSpPr>
          <p:cNvPr id="35842" name="Rectangle 8"/>
          <p:cNvSpPr>
            <a:spLocks noGrp="1" noChangeArrowheads="1"/>
          </p:cNvSpPr>
          <p:nvPr>
            <p:ph type="title"/>
          </p:nvPr>
        </p:nvSpPr>
        <p:spPr/>
        <p:txBody>
          <a:bodyPr/>
          <a:lstStyle/>
          <a:p>
            <a:pPr eaLnBrk="1" hangingPunct="1"/>
            <a:r>
              <a:rPr lang="en-US"/>
              <a:t>Creating new email – recipients</a:t>
            </a:r>
          </a:p>
        </p:txBody>
      </p:sp>
      <p:sp>
        <p:nvSpPr>
          <p:cNvPr id="35843" name="Rectangle 9"/>
          <p:cNvSpPr>
            <a:spLocks noGrp="1" noChangeArrowheads="1"/>
          </p:cNvSpPr>
          <p:nvPr>
            <p:ph idx="1"/>
          </p:nvPr>
        </p:nvSpPr>
        <p:spPr>
          <a:xfrm>
            <a:off x="469900" y="4899025"/>
            <a:ext cx="8478838" cy="1604963"/>
          </a:xfrm>
        </p:spPr>
        <p:txBody>
          <a:bodyPr/>
          <a:lstStyle/>
          <a:p>
            <a:pPr>
              <a:buFont typeface="Arial" charset="0"/>
              <a:buChar char="•"/>
            </a:pPr>
            <a:r>
              <a:rPr lang="en-US"/>
              <a:t>All claim parties involved will display as possible recipients</a:t>
            </a:r>
          </a:p>
          <a:p>
            <a:pPr>
              <a:buFont typeface="Arial" charset="0"/>
              <a:buChar char="•"/>
            </a:pPr>
            <a:r>
              <a:rPr lang="en-US"/>
              <a:t>Recipients may be searched for using Address Book</a:t>
            </a:r>
          </a:p>
          <a:p>
            <a:pPr>
              <a:buFont typeface="Arial" charset="0"/>
              <a:buChar char="•"/>
            </a:pPr>
            <a:r>
              <a:rPr lang="en-US"/>
              <a:t>An Email address will automatically be displayed if available</a:t>
            </a: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6641" y="818965"/>
            <a:ext cx="7504113" cy="3533775"/>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|EOS~037|</a:t>
            </a:r>
            <a:endParaRPr lang="en-US" sz="100" dirty="0" err="1">
              <a:solidFill>
                <a:srgbClr val="FFFFFF"/>
              </a:solidFill>
              <a:latin typeface="Arial"/>
              <a:cs typeface="Calibri" pitchFamily="34" charset="0"/>
            </a:endParaRP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5389" y="2749551"/>
            <a:ext cx="8548724" cy="3363912"/>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36866" name="Rectangle 2"/>
          <p:cNvSpPr>
            <a:spLocks noGrp="1" noChangeArrowheads="1"/>
          </p:cNvSpPr>
          <p:nvPr>
            <p:ph type="title"/>
          </p:nvPr>
        </p:nvSpPr>
        <p:spPr/>
        <p:txBody>
          <a:bodyPr/>
          <a:lstStyle/>
          <a:p>
            <a:pPr eaLnBrk="1" hangingPunct="1"/>
            <a:r>
              <a:rPr lang="en-US"/>
              <a:t>Creating new email – message body</a:t>
            </a:r>
          </a:p>
        </p:txBody>
      </p:sp>
      <p:sp>
        <p:nvSpPr>
          <p:cNvPr id="36867" name="Rectangle 3"/>
          <p:cNvSpPr>
            <a:spLocks noGrp="1" noChangeArrowheads="1"/>
          </p:cNvSpPr>
          <p:nvPr>
            <p:ph idx="1"/>
          </p:nvPr>
        </p:nvSpPr>
        <p:spPr>
          <a:xfrm>
            <a:off x="503238" y="839788"/>
            <a:ext cx="5073650" cy="1862137"/>
          </a:xfrm>
        </p:spPr>
        <p:txBody>
          <a:bodyPr/>
          <a:lstStyle/>
          <a:p>
            <a:pPr>
              <a:buFont typeface="Arial" charset="0"/>
              <a:buChar char="•"/>
            </a:pPr>
            <a:r>
              <a:rPr lang="en-US"/>
              <a:t>Enter text manually or use pre-defined templates</a:t>
            </a:r>
          </a:p>
          <a:p>
            <a:pPr>
              <a:buFont typeface="Arial" charset="0"/>
              <a:buChar char="•"/>
            </a:pPr>
            <a:r>
              <a:rPr lang="en-US"/>
              <a:t>Optionally add claim-related documents</a:t>
            </a:r>
          </a:p>
        </p:txBody>
      </p:sp>
      <p:sp>
        <p:nvSpPr>
          <p:cNvPr id="36870" name="AutoShape 6"/>
          <p:cNvSpPr>
            <a:spLocks noChangeArrowheads="1"/>
          </p:cNvSpPr>
          <p:nvPr/>
        </p:nvSpPr>
        <p:spPr bwMode="auto">
          <a:xfrm>
            <a:off x="4885663" y="4173560"/>
            <a:ext cx="3856038" cy="965200"/>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36871" name="AutoShape 7"/>
          <p:cNvSpPr>
            <a:spLocks noChangeArrowheads="1"/>
          </p:cNvSpPr>
          <p:nvPr/>
        </p:nvSpPr>
        <p:spPr bwMode="auto">
          <a:xfrm>
            <a:off x="1408112" y="3277393"/>
            <a:ext cx="802825" cy="290513"/>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pic>
        <p:nvPicPr>
          <p:cNvPr id="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69382" y="591383"/>
            <a:ext cx="2680852" cy="2980110"/>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36872" name="AutoShape 8"/>
          <p:cNvSpPr>
            <a:spLocks noChangeArrowheads="1"/>
          </p:cNvSpPr>
          <p:nvPr/>
        </p:nvSpPr>
        <p:spPr bwMode="auto">
          <a:xfrm>
            <a:off x="5954795" y="3277393"/>
            <a:ext cx="2191678" cy="241300"/>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11" name="TextBox 1"/>
          <p:cNvSpPr txBox="1">
            <a:spLocks noChangeArrowheads="1"/>
          </p:cNvSpPr>
          <p:nvPr/>
        </p:nvSpPr>
        <p:spPr bwMode="auto">
          <a:xfrm>
            <a:off x="8702675" y="57150"/>
            <a:ext cx="395288" cy="14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800">
                <a:solidFill>
                  <a:schemeClr val="tx1"/>
                </a:solidFill>
                <a:latin typeface="Courier New" pitchFamily="49" charset="0"/>
                <a:cs typeface="Courier New" pitchFamily="49" charset="0"/>
              </a:rPr>
              <a:t>PSA</a:t>
            </a:r>
          </a:p>
        </p:txBody>
      </p:sp>
      <p:pic>
        <p:nvPicPr>
          <p:cNvPr id="12" name="Picture 5" descr="C:\Guidewire\ClaimCenter\modules\configuration\webresources\themes\Titanium\resources\images\app\panel_icon_car_1st.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648700" y="-77788"/>
            <a:ext cx="473075" cy="473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873" name="Line 9"/>
          <p:cNvSpPr>
            <a:spLocks noChangeShapeType="1"/>
          </p:cNvSpPr>
          <p:nvPr/>
        </p:nvSpPr>
        <p:spPr bwMode="auto">
          <a:xfrm>
            <a:off x="7703506" y="3510330"/>
            <a:ext cx="0" cy="663229"/>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|EOS~038|</a:t>
            </a:r>
            <a:endParaRPr lang="en-US" sz="100" dirty="0" err="1">
              <a:solidFill>
                <a:srgbClr val="FFFFFF"/>
              </a:solidFill>
              <a:latin typeface="Arial"/>
              <a:cs typeface="Calibri" pitchFamily="34" charset="0"/>
            </a:endParaRPr>
          </a:p>
        </p:txBody>
      </p:sp>
      <p:pic>
        <p:nvPicPr>
          <p:cNvPr id="5175" name="Picture 5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9016" y="2440437"/>
            <a:ext cx="4642274" cy="3670127"/>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36866" name="Rectangle 2"/>
          <p:cNvSpPr>
            <a:spLocks noGrp="1" noChangeArrowheads="1"/>
          </p:cNvSpPr>
          <p:nvPr>
            <p:ph type="title"/>
          </p:nvPr>
        </p:nvSpPr>
        <p:spPr/>
        <p:txBody>
          <a:bodyPr/>
          <a:lstStyle/>
          <a:p>
            <a:pPr eaLnBrk="1" hangingPunct="1"/>
            <a:r>
              <a:rPr lang="en-US"/>
              <a:t>Creating new email – message body</a:t>
            </a:r>
          </a:p>
        </p:txBody>
      </p:sp>
      <p:sp>
        <p:nvSpPr>
          <p:cNvPr id="36867" name="Rectangle 3"/>
          <p:cNvSpPr>
            <a:spLocks noGrp="1" noChangeArrowheads="1"/>
          </p:cNvSpPr>
          <p:nvPr>
            <p:ph idx="1"/>
          </p:nvPr>
        </p:nvSpPr>
        <p:spPr>
          <a:xfrm>
            <a:off x="503238" y="839788"/>
            <a:ext cx="5073650" cy="1862137"/>
          </a:xfrm>
        </p:spPr>
        <p:txBody>
          <a:bodyPr/>
          <a:lstStyle/>
          <a:p>
            <a:pPr>
              <a:buFont typeface="Arial" charset="0"/>
              <a:buChar char="•"/>
            </a:pPr>
            <a:r>
              <a:rPr lang="en-US"/>
              <a:t>Enter text manually or use pre-defined templates</a:t>
            </a:r>
          </a:p>
          <a:p>
            <a:pPr>
              <a:buFont typeface="Arial" charset="0"/>
              <a:buChar char="•"/>
            </a:pPr>
            <a:r>
              <a:rPr lang="en-US"/>
              <a:t>Optionally add claim-related documents</a:t>
            </a:r>
          </a:p>
        </p:txBody>
      </p:sp>
      <p:sp>
        <p:nvSpPr>
          <p:cNvPr id="36871" name="AutoShape 7"/>
          <p:cNvSpPr>
            <a:spLocks noChangeArrowheads="1"/>
          </p:cNvSpPr>
          <p:nvPr/>
        </p:nvSpPr>
        <p:spPr bwMode="auto">
          <a:xfrm>
            <a:off x="1884100" y="3138619"/>
            <a:ext cx="1184777" cy="290513"/>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36873" name="Line 9"/>
          <p:cNvSpPr>
            <a:spLocks noChangeShapeType="1"/>
          </p:cNvSpPr>
          <p:nvPr/>
        </p:nvSpPr>
        <p:spPr bwMode="auto">
          <a:xfrm flipV="1">
            <a:off x="3068877" y="1516063"/>
            <a:ext cx="2800505" cy="188198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pic>
        <p:nvPicPr>
          <p:cNvPr id="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69382" y="591383"/>
            <a:ext cx="2680852" cy="2980110"/>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36872" name="AutoShape 8"/>
          <p:cNvSpPr>
            <a:spLocks noChangeArrowheads="1"/>
          </p:cNvSpPr>
          <p:nvPr/>
        </p:nvSpPr>
        <p:spPr bwMode="auto">
          <a:xfrm>
            <a:off x="5954795" y="3277393"/>
            <a:ext cx="2191678" cy="241300"/>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11" name="TextBox 1"/>
          <p:cNvSpPr txBox="1">
            <a:spLocks noChangeArrowheads="1"/>
          </p:cNvSpPr>
          <p:nvPr/>
        </p:nvSpPr>
        <p:spPr bwMode="auto">
          <a:xfrm>
            <a:off x="8753475" y="33338"/>
            <a:ext cx="45085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800">
                <a:solidFill>
                  <a:srgbClr val="FFCC00"/>
                </a:solidFill>
                <a:latin typeface="Courier New" pitchFamily="49" charset="0"/>
                <a:cs typeface="Courier New" pitchFamily="49" charset="0"/>
              </a:rPr>
              <a:t>WCS</a:t>
            </a:r>
          </a:p>
        </p:txBody>
      </p:sp>
      <p:pic>
        <p:nvPicPr>
          <p:cNvPr id="12" name="Picture 6" descr="C:\Guidewire\ClaimCenter\modules\configuration\webresources\themes\Titanium\resources\images\app\infobar_wc.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823325" y="0"/>
            <a:ext cx="260350"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74" name="Picture 5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52271" y="3571493"/>
            <a:ext cx="5431403" cy="1481660"/>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36870" name="AutoShape 6"/>
          <p:cNvSpPr>
            <a:spLocks noChangeArrowheads="1"/>
          </p:cNvSpPr>
          <p:nvPr/>
        </p:nvSpPr>
        <p:spPr bwMode="auto">
          <a:xfrm>
            <a:off x="3652272" y="3973839"/>
            <a:ext cx="5431402" cy="1079313"/>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58" name="Line 9"/>
          <p:cNvSpPr>
            <a:spLocks noChangeShapeType="1"/>
          </p:cNvSpPr>
          <p:nvPr/>
        </p:nvSpPr>
        <p:spPr bwMode="auto">
          <a:xfrm>
            <a:off x="7866345" y="3533915"/>
            <a:ext cx="0" cy="402346"/>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Tree>
    <p:extLst>
      <p:ext uri="{BB962C8B-B14F-4D97-AF65-F5344CB8AC3E}">
        <p14:creationId xmlns:p14="http://schemas.microsoft.com/office/powerpoint/2010/main" val="3776049915"/>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|EOS~039|</a:t>
            </a:r>
            <a:endParaRPr lang="en-US" sz="100" dirty="0" err="1">
              <a:solidFill>
                <a:srgbClr val="FFFFFF"/>
              </a:solidFill>
              <a:latin typeface="Arial"/>
              <a:cs typeface="Calibri" pitchFamily="34" charset="0"/>
            </a:endParaRPr>
          </a:p>
        </p:txBody>
      </p:sp>
      <p:pic>
        <p:nvPicPr>
          <p:cNvPr id="20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5788" y="3814763"/>
            <a:ext cx="4962525" cy="2733675"/>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205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21163" y="307975"/>
            <a:ext cx="4614862" cy="4365410"/>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37890" name="Rectangle 4"/>
          <p:cNvSpPr>
            <a:spLocks noGrp="1" noChangeArrowheads="1"/>
          </p:cNvSpPr>
          <p:nvPr>
            <p:ph type="title"/>
          </p:nvPr>
        </p:nvSpPr>
        <p:spPr/>
        <p:txBody>
          <a:bodyPr/>
          <a:lstStyle/>
          <a:p>
            <a:pPr eaLnBrk="1" hangingPunct="1"/>
            <a:r>
              <a:rPr lang="en-US"/>
              <a:t>Sending new email</a:t>
            </a:r>
          </a:p>
        </p:txBody>
      </p:sp>
      <p:sp>
        <p:nvSpPr>
          <p:cNvPr id="37891" name="Rectangle 10"/>
          <p:cNvSpPr>
            <a:spLocks noGrp="1" noChangeArrowheads="1"/>
          </p:cNvSpPr>
          <p:nvPr>
            <p:ph idx="1"/>
          </p:nvPr>
        </p:nvSpPr>
        <p:spPr>
          <a:xfrm>
            <a:off x="404813" y="678771"/>
            <a:ext cx="3633787" cy="3120118"/>
          </a:xfrm>
        </p:spPr>
        <p:txBody>
          <a:bodyPr/>
          <a:lstStyle/>
          <a:p>
            <a:pPr>
              <a:buFont typeface="Arial" charset="0"/>
              <a:buChar char="•"/>
            </a:pPr>
            <a:r>
              <a:rPr lang="en-US" dirty="0"/>
              <a:t>Clicking the Send Email button causes the email to be sent to the recipients</a:t>
            </a:r>
          </a:p>
          <a:p>
            <a:pPr>
              <a:buFont typeface="Arial" charset="0"/>
              <a:buChar char="•"/>
            </a:pPr>
            <a:r>
              <a:rPr lang="en-US" dirty="0"/>
              <a:t>If you check “Save as a new document” the email is stored as one of the Claim documents</a:t>
            </a:r>
          </a:p>
        </p:txBody>
      </p:sp>
      <p:sp>
        <p:nvSpPr>
          <p:cNvPr id="37895" name="Freeform 13"/>
          <p:cNvSpPr>
            <a:spLocks/>
          </p:cNvSpPr>
          <p:nvPr/>
        </p:nvSpPr>
        <p:spPr bwMode="auto">
          <a:xfrm>
            <a:off x="2762250" y="957125"/>
            <a:ext cx="2419350" cy="4815025"/>
          </a:xfrm>
          <a:custGeom>
            <a:avLst/>
            <a:gdLst>
              <a:gd name="T0" fmla="*/ 2147483647 w 2104"/>
              <a:gd name="T1" fmla="*/ 0 h 2571"/>
              <a:gd name="T2" fmla="*/ 2147483647 w 2104"/>
              <a:gd name="T3" fmla="*/ 2147483647 h 2571"/>
              <a:gd name="T4" fmla="*/ 0 w 2104"/>
              <a:gd name="T5" fmla="*/ 2147483647 h 2571"/>
              <a:gd name="T6" fmla="*/ 0 60000 65536"/>
              <a:gd name="T7" fmla="*/ 0 60000 65536"/>
              <a:gd name="T8" fmla="*/ 0 60000 65536"/>
              <a:gd name="T9" fmla="*/ 0 w 2104"/>
              <a:gd name="T10" fmla="*/ 0 h 2571"/>
              <a:gd name="T11" fmla="*/ 2104 w 2104"/>
              <a:gd name="T12" fmla="*/ 2571 h 2571"/>
            </a:gdLst>
            <a:ahLst/>
            <a:cxnLst>
              <a:cxn ang="T6">
                <a:pos x="T0" y="T1"/>
              </a:cxn>
              <a:cxn ang="T7">
                <a:pos x="T2" y="T3"/>
              </a:cxn>
              <a:cxn ang="T8">
                <a:pos x="T4" y="T5"/>
              </a:cxn>
            </a:cxnLst>
            <a:rect l="T9" t="T10" r="T11" b="T12"/>
            <a:pathLst>
              <a:path w="2104" h="2571">
                <a:moveTo>
                  <a:pt x="2005" y="0"/>
                </a:moveTo>
                <a:cubicBezTo>
                  <a:pt x="2054" y="569"/>
                  <a:pt x="2104" y="1139"/>
                  <a:pt x="1770" y="1568"/>
                </a:cubicBezTo>
                <a:cubicBezTo>
                  <a:pt x="1436" y="1997"/>
                  <a:pt x="718" y="2284"/>
                  <a:pt x="0" y="2571"/>
                </a:cubicBezTo>
              </a:path>
            </a:pathLst>
          </a:custGeom>
          <a:noFill/>
          <a:ln w="19050">
            <a:solidFill>
              <a:srgbClr val="FF3300"/>
            </a:solidFill>
            <a:round/>
            <a:headEnd/>
            <a:tailEnd type="triangle" w="med" len="me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37896" name="AutoShape 14"/>
          <p:cNvSpPr>
            <a:spLocks noChangeArrowheads="1"/>
          </p:cNvSpPr>
          <p:nvPr/>
        </p:nvSpPr>
        <p:spPr bwMode="auto">
          <a:xfrm>
            <a:off x="4285456" y="708025"/>
            <a:ext cx="896144" cy="261800"/>
          </a:xfrm>
          <a:prstGeom prst="roundRect">
            <a:avLst>
              <a:gd name="adj" fmla="val 16667"/>
            </a:avLst>
          </a:prstGeom>
          <a:noFill/>
          <a:ln w="19050" algn="ctr">
            <a:solidFill>
              <a:srgbClr val="9933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37894" name="AutoShape 12"/>
          <p:cNvSpPr>
            <a:spLocks noChangeArrowheads="1"/>
          </p:cNvSpPr>
          <p:nvPr/>
        </p:nvSpPr>
        <p:spPr bwMode="auto">
          <a:xfrm>
            <a:off x="7774781" y="4392613"/>
            <a:ext cx="779463" cy="119062"/>
          </a:xfrm>
          <a:prstGeom prst="leftArrow">
            <a:avLst>
              <a:gd name="adj1" fmla="val 50000"/>
              <a:gd name="adj2" fmla="val 163667"/>
            </a:avLst>
          </a:prstGeom>
          <a:solidFill>
            <a:srgbClr val="FF0000"/>
          </a:solidFill>
          <a:ln w="19050" algn="ctr">
            <a:solidFill>
              <a:srgbClr val="FF0000"/>
            </a:solidFill>
            <a:miter lim="800000"/>
            <a:headEnd/>
            <a:tailEnd/>
          </a:ln>
        </p:spPr>
        <p:txBody>
          <a:bodyPr wrap="none" lIns="45720" rIns="45720" anchor="ctr"/>
          <a:lstStyle/>
          <a:p>
            <a:endParaRPr lang="en-US"/>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|EOS~040|</a:t>
            </a:r>
            <a:endParaRPr lang="en-US" sz="100" dirty="0" err="1">
              <a:solidFill>
                <a:srgbClr val="FFFFFF"/>
              </a:solidFill>
              <a:latin typeface="Arial"/>
              <a:cs typeface="Calibri" pitchFamily="34" charset="0"/>
            </a:endParaRPr>
          </a:p>
        </p:txBody>
      </p:sp>
      <p:pic>
        <p:nvPicPr>
          <p:cNvPr id="7"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1163" y="3675061"/>
            <a:ext cx="4962525" cy="2733675"/>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38915" name="Rectangle 2"/>
          <p:cNvSpPr>
            <a:spLocks noGrp="1" noChangeArrowheads="1"/>
          </p:cNvSpPr>
          <p:nvPr>
            <p:ph type="title"/>
          </p:nvPr>
        </p:nvSpPr>
        <p:spPr/>
        <p:txBody>
          <a:bodyPr/>
          <a:lstStyle/>
          <a:p>
            <a:pPr eaLnBrk="1" hangingPunct="1"/>
            <a:r>
              <a:rPr lang="en-US"/>
              <a:t>Viewing a sent email</a:t>
            </a:r>
          </a:p>
        </p:txBody>
      </p:sp>
      <p:pic>
        <p:nvPicPr>
          <p:cNvPr id="38916" name="Picture 4" descr="document_sentemail"/>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39913" y="896938"/>
            <a:ext cx="6967537" cy="4256087"/>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pic>
      <p:sp>
        <p:nvSpPr>
          <p:cNvPr id="38917" name="Oval 6"/>
          <p:cNvSpPr>
            <a:spLocks noChangeArrowheads="1"/>
          </p:cNvSpPr>
          <p:nvPr/>
        </p:nvSpPr>
        <p:spPr bwMode="auto">
          <a:xfrm>
            <a:off x="2342356" y="5991223"/>
            <a:ext cx="1100138" cy="439737"/>
          </a:xfrm>
          <a:prstGeom prst="ellipse">
            <a:avLst/>
          </a:prstGeom>
          <a:noFill/>
          <a:ln w="28575" algn="ctr">
            <a:solidFill>
              <a:srgbClr val="FF3300"/>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38918" name="Freeform 11"/>
          <p:cNvSpPr>
            <a:spLocks/>
          </p:cNvSpPr>
          <p:nvPr/>
        </p:nvSpPr>
        <p:spPr bwMode="auto">
          <a:xfrm rot="622942">
            <a:off x="851051" y="1289885"/>
            <a:ext cx="2468499" cy="4515876"/>
          </a:xfrm>
          <a:custGeom>
            <a:avLst/>
            <a:gdLst>
              <a:gd name="T0" fmla="*/ 2147483647 w 2149"/>
              <a:gd name="T1" fmla="*/ 2147483647 h 2560"/>
              <a:gd name="T2" fmla="*/ 2147483647 w 2149"/>
              <a:gd name="T3" fmla="*/ 2147483647 h 2560"/>
              <a:gd name="T4" fmla="*/ 2147483647 w 2149"/>
              <a:gd name="T5" fmla="*/ 0 h 2560"/>
              <a:gd name="T6" fmla="*/ 0 60000 65536"/>
              <a:gd name="T7" fmla="*/ 0 60000 65536"/>
              <a:gd name="T8" fmla="*/ 0 60000 65536"/>
              <a:gd name="T9" fmla="*/ 0 w 2149"/>
              <a:gd name="T10" fmla="*/ 0 h 2560"/>
              <a:gd name="T11" fmla="*/ 2149 w 2149"/>
              <a:gd name="T12" fmla="*/ 2560 h 2560"/>
            </a:gdLst>
            <a:ahLst/>
            <a:cxnLst>
              <a:cxn ang="T6">
                <a:pos x="T0" y="T1"/>
              </a:cxn>
              <a:cxn ang="T7">
                <a:pos x="T2" y="T3"/>
              </a:cxn>
              <a:cxn ang="T8">
                <a:pos x="T4" y="T5"/>
              </a:cxn>
            </a:cxnLst>
            <a:rect l="T9" t="T10" r="T11" b="T12"/>
            <a:pathLst>
              <a:path w="2149" h="2560">
                <a:moveTo>
                  <a:pt x="2149" y="2560"/>
                </a:moveTo>
                <a:cubicBezTo>
                  <a:pt x="1293" y="2187"/>
                  <a:pt x="438" y="1814"/>
                  <a:pt x="219" y="1387"/>
                </a:cubicBezTo>
                <a:cubicBezTo>
                  <a:pt x="0" y="960"/>
                  <a:pt x="418" y="480"/>
                  <a:pt x="837" y="0"/>
                </a:cubicBezTo>
              </a:path>
            </a:pathLst>
          </a:custGeom>
          <a:noFill/>
          <a:ln w="28575">
            <a:solidFill>
              <a:srgbClr val="FF3300"/>
            </a:solidFill>
            <a:round/>
            <a:headEnd/>
            <a:tailEnd type="triangle" w="med" len="me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|EOS~041|</a:t>
            </a:r>
            <a:endParaRPr lang="en-US" sz="100" dirty="0" err="1">
              <a:solidFill>
                <a:srgbClr val="FFFFFF"/>
              </a:solidFill>
              <a:latin typeface="Arial"/>
              <a:cs typeface="Calibri" pitchFamily="34" charset="0"/>
            </a:endParaRPr>
          </a:p>
        </p:txBody>
      </p:sp>
      <p:sp>
        <p:nvSpPr>
          <p:cNvPr id="39938" name="Rectangle 2"/>
          <p:cNvSpPr>
            <a:spLocks noGrp="1" noChangeArrowheads="1"/>
          </p:cNvSpPr>
          <p:nvPr>
            <p:ph type="title"/>
          </p:nvPr>
        </p:nvSpPr>
        <p:spPr/>
        <p:txBody>
          <a:bodyPr/>
          <a:lstStyle/>
          <a:p>
            <a:pPr eaLnBrk="1" hangingPunct="1"/>
            <a:r>
              <a:rPr lang="en-US"/>
              <a:t>Associating email templates with activities</a:t>
            </a: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338" y="636258"/>
            <a:ext cx="7043119" cy="5849731"/>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39940" name="AutoShape 6"/>
          <p:cNvSpPr>
            <a:spLocks noChangeArrowheads="1"/>
          </p:cNvSpPr>
          <p:nvPr/>
        </p:nvSpPr>
        <p:spPr bwMode="auto">
          <a:xfrm>
            <a:off x="533338" y="5391399"/>
            <a:ext cx="3813031" cy="213756"/>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|EOS~042|</a:t>
            </a:r>
            <a:endParaRPr lang="en-US" sz="100" dirty="0" err="1">
              <a:solidFill>
                <a:srgbClr val="FFFFFF"/>
              </a:solidFill>
              <a:latin typeface="Arial"/>
              <a:cs typeface="Calibri" pitchFamily="34" charset="0"/>
            </a:endParaRP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7543" y="2247775"/>
            <a:ext cx="7923213" cy="4286250"/>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40962" name="Rectangle 2"/>
          <p:cNvSpPr>
            <a:spLocks noGrp="1" noChangeArrowheads="1"/>
          </p:cNvSpPr>
          <p:nvPr>
            <p:ph type="title"/>
          </p:nvPr>
        </p:nvSpPr>
        <p:spPr/>
        <p:txBody>
          <a:bodyPr/>
          <a:lstStyle/>
          <a:p>
            <a:pPr eaLnBrk="1" hangingPunct="1"/>
            <a:r>
              <a:rPr lang="en-US"/>
              <a:t>Sending emails from activities</a:t>
            </a:r>
          </a:p>
        </p:txBody>
      </p:sp>
      <p:sp>
        <p:nvSpPr>
          <p:cNvPr id="40963" name="Rectangle 6"/>
          <p:cNvSpPr>
            <a:spLocks noGrp="1" noChangeArrowheads="1"/>
          </p:cNvSpPr>
          <p:nvPr>
            <p:ph idx="1"/>
          </p:nvPr>
        </p:nvSpPr>
        <p:spPr>
          <a:xfrm>
            <a:off x="485775" y="971550"/>
            <a:ext cx="8318500" cy="1439863"/>
          </a:xfrm>
        </p:spPr>
        <p:txBody>
          <a:bodyPr/>
          <a:lstStyle/>
          <a:p>
            <a:pPr>
              <a:buFont typeface="Arial" charset="0"/>
              <a:buChar char="•"/>
            </a:pPr>
            <a:r>
              <a:rPr lang="en-US" dirty="0"/>
              <a:t>When activity is open the Create Email button displays</a:t>
            </a:r>
          </a:p>
          <a:p>
            <a:pPr>
              <a:buFont typeface="Arial" charset="0"/>
              <a:buChar char="•"/>
            </a:pPr>
            <a:r>
              <a:rPr lang="en-US" dirty="0"/>
              <a:t>Selecting the Create Email button opens up a popup in the worksheet containing a New Email screen</a:t>
            </a:r>
          </a:p>
          <a:p>
            <a:pPr>
              <a:buFont typeface="Arial" charset="0"/>
              <a:buChar char="•"/>
            </a:pPr>
            <a:endParaRPr lang="en-US" dirty="0"/>
          </a:p>
        </p:txBody>
      </p:sp>
      <p:sp>
        <p:nvSpPr>
          <p:cNvPr id="40965" name="AutoShape 7"/>
          <p:cNvSpPr>
            <a:spLocks noChangeArrowheads="1"/>
          </p:cNvSpPr>
          <p:nvPr/>
        </p:nvSpPr>
        <p:spPr bwMode="auto">
          <a:xfrm>
            <a:off x="3103150" y="2868614"/>
            <a:ext cx="756330" cy="278348"/>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|EOS~043|</a:t>
            </a:r>
            <a:endParaRPr lang="en-US" sz="100" dirty="0" err="1">
              <a:solidFill>
                <a:srgbClr val="FFFFFF"/>
              </a:solidFill>
              <a:latin typeface="Arial"/>
              <a:cs typeface="Calibri" pitchFamily="34" charset="0"/>
            </a:endParaRPr>
          </a:p>
        </p:txBody>
      </p:sp>
      <p:sp>
        <p:nvSpPr>
          <p:cNvPr id="41986" name="Rectangle 2"/>
          <p:cNvSpPr>
            <a:spLocks noGrp="1" noChangeArrowheads="1"/>
          </p:cNvSpPr>
          <p:nvPr>
            <p:ph type="title"/>
          </p:nvPr>
        </p:nvSpPr>
        <p:spPr/>
        <p:txBody>
          <a:bodyPr/>
          <a:lstStyle/>
          <a:p>
            <a:pPr eaLnBrk="1" hangingPunct="1"/>
            <a:r>
              <a:rPr lang="en-US"/>
              <a:t>Lesson outline</a:t>
            </a:r>
          </a:p>
        </p:txBody>
      </p:sp>
      <p:sp>
        <p:nvSpPr>
          <p:cNvPr id="41987" name="Rectangle 3"/>
          <p:cNvSpPr>
            <a:spLocks noGrp="1" noChangeArrowheads="1"/>
          </p:cNvSpPr>
          <p:nvPr>
            <p:ph idx="1"/>
          </p:nvPr>
        </p:nvSpPr>
        <p:spPr/>
        <p:txBody>
          <a:bodyPr/>
          <a:lstStyle/>
          <a:p>
            <a:pPr>
              <a:lnSpc>
                <a:spcPct val="150000"/>
              </a:lnSpc>
              <a:buFont typeface="Arial" charset="0"/>
              <a:buChar char="•"/>
            </a:pPr>
            <a:r>
              <a:rPr lang="en-US" sz="2800" dirty="0">
                <a:solidFill>
                  <a:srgbClr val="C0C0C0"/>
                </a:solidFill>
              </a:rPr>
              <a:t>Document basics</a:t>
            </a:r>
          </a:p>
          <a:p>
            <a:pPr>
              <a:lnSpc>
                <a:spcPct val="150000"/>
              </a:lnSpc>
              <a:buFont typeface="Arial" charset="0"/>
              <a:buChar char="•"/>
            </a:pPr>
            <a:r>
              <a:rPr lang="en-US" sz="2800" dirty="0">
                <a:solidFill>
                  <a:srgbClr val="C0C0C0"/>
                </a:solidFill>
              </a:rPr>
              <a:t>Creating documents</a:t>
            </a:r>
          </a:p>
          <a:p>
            <a:pPr>
              <a:lnSpc>
                <a:spcPct val="150000"/>
              </a:lnSpc>
              <a:buFont typeface="Arial" charset="0"/>
              <a:buChar char="•"/>
            </a:pPr>
            <a:r>
              <a:rPr lang="en-US" sz="2800" dirty="0">
                <a:solidFill>
                  <a:srgbClr val="C0C0C0"/>
                </a:solidFill>
              </a:rPr>
              <a:t>Creating emails</a:t>
            </a:r>
          </a:p>
          <a:p>
            <a:pPr>
              <a:lnSpc>
                <a:spcPct val="150000"/>
              </a:lnSpc>
              <a:buFont typeface="Arial" charset="0"/>
              <a:buChar char="•"/>
            </a:pPr>
            <a:r>
              <a:rPr lang="en-US" sz="2800" dirty="0"/>
              <a:t>Working with documents</a:t>
            </a:r>
          </a:p>
          <a:p>
            <a:pPr>
              <a:buFont typeface="Arial" charset="0"/>
              <a:buChar char="•"/>
            </a:pPr>
            <a:endParaRPr lang="en-US" sz="2800" dirty="0"/>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|EOS~044|</a:t>
            </a:r>
            <a:endParaRPr lang="en-US" sz="100" dirty="0" err="1">
              <a:solidFill>
                <a:srgbClr val="FFFFFF"/>
              </a:solidFill>
              <a:latin typeface="Arial"/>
              <a:cs typeface="Calibri" pitchFamily="34" charset="0"/>
            </a:endParaRPr>
          </a:p>
        </p:txBody>
      </p:sp>
      <p:sp>
        <p:nvSpPr>
          <p:cNvPr id="43010" name="Rectangle 2"/>
          <p:cNvSpPr>
            <a:spLocks noGrp="1" noChangeArrowheads="1"/>
          </p:cNvSpPr>
          <p:nvPr>
            <p:ph type="title"/>
          </p:nvPr>
        </p:nvSpPr>
        <p:spPr/>
        <p:txBody>
          <a:bodyPr/>
          <a:lstStyle/>
          <a:p>
            <a:pPr eaLnBrk="1" hangingPunct="1"/>
            <a:r>
              <a:rPr lang="en-US"/>
              <a:t>The documents screen</a:t>
            </a:r>
          </a:p>
        </p:txBody>
      </p:sp>
      <p:sp>
        <p:nvSpPr>
          <p:cNvPr id="43011" name="Rectangle 4"/>
          <p:cNvSpPr>
            <a:spLocks noGrp="1" noChangeArrowheads="1"/>
          </p:cNvSpPr>
          <p:nvPr>
            <p:ph idx="1"/>
          </p:nvPr>
        </p:nvSpPr>
        <p:spPr>
          <a:xfrm>
            <a:off x="454025" y="4986338"/>
            <a:ext cx="8318500" cy="1457325"/>
          </a:xfrm>
        </p:spPr>
        <p:txBody>
          <a:bodyPr/>
          <a:lstStyle/>
          <a:p>
            <a:pPr>
              <a:buFont typeface="Arial" charset="0"/>
              <a:buChar char="•"/>
            </a:pPr>
            <a:r>
              <a:rPr lang="en-US" dirty="0"/>
              <a:t>All documents, regardless of how they were created, appear on the documents screen</a:t>
            </a:r>
          </a:p>
          <a:p>
            <a:pPr lvl="1"/>
            <a:r>
              <a:rPr lang="en-US" dirty="0"/>
              <a:t>However, a document may not be listed if it is marked sensitive or hidden</a:t>
            </a:r>
          </a:p>
        </p:txBody>
      </p:sp>
      <p:grpSp>
        <p:nvGrpSpPr>
          <p:cNvPr id="5" name="Group 4"/>
          <p:cNvGrpSpPr/>
          <p:nvPr/>
        </p:nvGrpSpPr>
        <p:grpSpPr>
          <a:xfrm>
            <a:off x="706086" y="952562"/>
            <a:ext cx="6228441" cy="3868820"/>
            <a:chOff x="706086" y="952562"/>
            <a:chExt cx="6228441" cy="3868820"/>
          </a:xfrm>
        </p:grpSpPr>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6086" y="952562"/>
              <a:ext cx="6228441" cy="3868820"/>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3" name="Rectangle 2"/>
            <p:cNvSpPr/>
            <p:nvPr/>
          </p:nvSpPr>
          <p:spPr bwMode="auto">
            <a:xfrm>
              <a:off x="4223531" y="3642609"/>
              <a:ext cx="389744" cy="239843"/>
            </a:xfrm>
            <a:prstGeom prst="rect">
              <a:avLst/>
            </a:prstGeom>
            <a:solidFill>
              <a:schemeClr val="tx1"/>
            </a:solidFill>
            <a:ln w="19050" algn="ctr">
              <a:solidFill>
                <a:schemeClr val="tx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7" name="Rectangle 6"/>
            <p:cNvSpPr/>
            <p:nvPr/>
          </p:nvSpPr>
          <p:spPr bwMode="auto">
            <a:xfrm>
              <a:off x="4223531" y="3927486"/>
              <a:ext cx="389744" cy="239843"/>
            </a:xfrm>
            <a:prstGeom prst="rect">
              <a:avLst/>
            </a:prstGeom>
            <a:solidFill>
              <a:srgbClr val="F8F8F8"/>
            </a:solidFill>
            <a:ln w="19050" algn="ctr">
              <a:solidFill>
                <a:srgbClr val="F8F8F8"/>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gr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|EOS~045|</a:t>
            </a:r>
            <a:endParaRPr lang="en-US" sz="100" dirty="0" err="1">
              <a:solidFill>
                <a:srgbClr val="FFFFFF"/>
              </a:solidFill>
              <a:latin typeface="Arial"/>
              <a:cs typeface="Calibri" pitchFamily="34" charset="0"/>
            </a:endParaRPr>
          </a:p>
        </p:txBody>
      </p:sp>
      <p:sp>
        <p:nvSpPr>
          <p:cNvPr id="44036" name="Rectangle 2"/>
          <p:cNvSpPr>
            <a:spLocks noGrp="1" noChangeArrowheads="1"/>
          </p:cNvSpPr>
          <p:nvPr>
            <p:ph type="title"/>
          </p:nvPr>
        </p:nvSpPr>
        <p:spPr/>
        <p:txBody>
          <a:bodyPr/>
          <a:lstStyle/>
          <a:p>
            <a:pPr eaLnBrk="1" hangingPunct="1"/>
            <a:r>
              <a:rPr lang="en-US"/>
              <a:t>"Known to exist" (paper) documents</a:t>
            </a:r>
          </a:p>
        </p:txBody>
      </p:sp>
      <p:sp>
        <p:nvSpPr>
          <p:cNvPr id="44037" name="Rectangle 3"/>
          <p:cNvSpPr>
            <a:spLocks noGrp="1" noChangeArrowheads="1"/>
          </p:cNvSpPr>
          <p:nvPr>
            <p:ph idx="1"/>
          </p:nvPr>
        </p:nvSpPr>
        <p:spPr>
          <a:xfrm>
            <a:off x="808036" y="3646488"/>
            <a:ext cx="4098925" cy="2392362"/>
          </a:xfrm>
        </p:spPr>
        <p:txBody>
          <a:bodyPr/>
          <a:lstStyle/>
          <a:p>
            <a:pPr>
              <a:buFont typeface="Arial" charset="0"/>
              <a:buChar char="•"/>
            </a:pPr>
            <a:r>
              <a:rPr lang="en-US" dirty="0"/>
              <a:t>You can view or edit the data </a:t>
            </a:r>
            <a:r>
              <a:rPr lang="en-US" u="sng" dirty="0"/>
              <a:t>about</a:t>
            </a:r>
            <a:r>
              <a:rPr lang="en-US" dirty="0"/>
              <a:t> the document, but because it is only known to exist, you cannot view or edit the document itself</a:t>
            </a:r>
          </a:p>
        </p:txBody>
      </p:sp>
      <p:sp>
        <p:nvSpPr>
          <p:cNvPr id="44039" name="Line 7"/>
          <p:cNvSpPr>
            <a:spLocks noChangeShapeType="1"/>
          </p:cNvSpPr>
          <p:nvPr/>
        </p:nvSpPr>
        <p:spPr bwMode="auto">
          <a:xfrm>
            <a:off x="2857498" y="2808286"/>
            <a:ext cx="2686051" cy="563564"/>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9107" y="622299"/>
            <a:ext cx="6362331" cy="2154063"/>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44038" name="AutoShape 6"/>
          <p:cNvSpPr>
            <a:spLocks noChangeArrowheads="1"/>
          </p:cNvSpPr>
          <p:nvPr/>
        </p:nvSpPr>
        <p:spPr bwMode="auto">
          <a:xfrm>
            <a:off x="1706088" y="2434430"/>
            <a:ext cx="2343398" cy="341932"/>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44040" name="AutoShape 10"/>
          <p:cNvSpPr>
            <a:spLocks noChangeArrowheads="1"/>
          </p:cNvSpPr>
          <p:nvPr/>
        </p:nvSpPr>
        <p:spPr bwMode="auto">
          <a:xfrm>
            <a:off x="4200523" y="2434430"/>
            <a:ext cx="1250251" cy="373857"/>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10" name="Rectangle 9"/>
          <p:cNvSpPr/>
          <p:nvPr/>
        </p:nvSpPr>
        <p:spPr bwMode="auto">
          <a:xfrm>
            <a:off x="4712088" y="1060695"/>
            <a:ext cx="429537" cy="270967"/>
          </a:xfrm>
          <a:prstGeom prst="rect">
            <a:avLst/>
          </a:prstGeom>
          <a:solidFill>
            <a:schemeClr val="tx1"/>
          </a:solidFill>
          <a:ln w="19050" algn="ctr">
            <a:solidFill>
              <a:schemeClr val="tx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11" name="Rectangle 10"/>
          <p:cNvSpPr/>
          <p:nvPr/>
        </p:nvSpPr>
        <p:spPr bwMode="auto">
          <a:xfrm>
            <a:off x="4712088" y="1365313"/>
            <a:ext cx="429537" cy="298595"/>
          </a:xfrm>
          <a:prstGeom prst="rect">
            <a:avLst/>
          </a:prstGeom>
          <a:solidFill>
            <a:srgbClr val="F8F8F8"/>
          </a:solidFill>
          <a:ln w="19050" algn="ctr">
            <a:solidFill>
              <a:srgbClr val="F8F8F8"/>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pic>
        <p:nvPicPr>
          <p:cNvPr id="205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43549" y="2621358"/>
            <a:ext cx="3431969" cy="3898450"/>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|EOS~046|</a:t>
            </a:r>
            <a:endParaRPr lang="en-US" sz="100" dirty="0" err="1">
              <a:solidFill>
                <a:srgbClr val="FFFFFF"/>
              </a:solidFill>
              <a:latin typeface="Arial"/>
              <a:cs typeface="Calibri" pitchFamily="34" charset="0"/>
            </a:endParaRPr>
          </a:p>
        </p:txBody>
      </p:sp>
      <p:pic>
        <p:nvPicPr>
          <p:cNvPr id="614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9831" y="2644935"/>
            <a:ext cx="3486835" cy="3776572"/>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614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8288" y="708017"/>
            <a:ext cx="5479002" cy="849992"/>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5122"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53768" y="2608659"/>
            <a:ext cx="3486835" cy="3962783"/>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45059" name="Rectangle 2"/>
          <p:cNvSpPr>
            <a:spLocks noGrp="1" noChangeArrowheads="1"/>
          </p:cNvSpPr>
          <p:nvPr>
            <p:ph type="title"/>
          </p:nvPr>
        </p:nvSpPr>
        <p:spPr/>
        <p:txBody>
          <a:bodyPr/>
          <a:lstStyle/>
          <a:p>
            <a:pPr eaLnBrk="1" hangingPunct="1"/>
            <a:r>
              <a:rPr lang="en-US"/>
              <a:t>Viewing data about electronic documents</a:t>
            </a:r>
          </a:p>
        </p:txBody>
      </p:sp>
      <p:sp>
        <p:nvSpPr>
          <p:cNvPr id="45060" name="Rectangle 13"/>
          <p:cNvSpPr>
            <a:spLocks noGrp="1" noChangeArrowheads="1"/>
          </p:cNvSpPr>
          <p:nvPr>
            <p:ph idx="1"/>
          </p:nvPr>
        </p:nvSpPr>
        <p:spPr>
          <a:xfrm>
            <a:off x="5864098" y="615034"/>
            <a:ext cx="2989262" cy="1885950"/>
          </a:xfrm>
        </p:spPr>
        <p:txBody>
          <a:bodyPr/>
          <a:lstStyle/>
          <a:p>
            <a:pPr>
              <a:buFont typeface="Arial" charset="0"/>
              <a:buChar char="•"/>
            </a:pPr>
            <a:r>
              <a:rPr lang="en-US" dirty="0"/>
              <a:t>Data about stored documents may be viewed and edited unless the Status is set to Final</a:t>
            </a:r>
          </a:p>
        </p:txBody>
      </p:sp>
      <p:sp>
        <p:nvSpPr>
          <p:cNvPr id="45061" name="AutoShape 4"/>
          <p:cNvSpPr>
            <a:spLocks noChangeArrowheads="1"/>
          </p:cNvSpPr>
          <p:nvPr/>
        </p:nvSpPr>
        <p:spPr bwMode="auto">
          <a:xfrm>
            <a:off x="876300" y="1343078"/>
            <a:ext cx="1802607" cy="203200"/>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45065" name="AutoShape 20"/>
          <p:cNvSpPr>
            <a:spLocks noChangeArrowheads="1"/>
          </p:cNvSpPr>
          <p:nvPr/>
        </p:nvSpPr>
        <p:spPr bwMode="auto">
          <a:xfrm>
            <a:off x="876300" y="1030620"/>
            <a:ext cx="1778793" cy="204787"/>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45066" name="Line 21"/>
          <p:cNvSpPr>
            <a:spLocks noChangeShapeType="1"/>
          </p:cNvSpPr>
          <p:nvPr/>
        </p:nvSpPr>
        <p:spPr bwMode="auto">
          <a:xfrm>
            <a:off x="290880" y="1813257"/>
            <a:ext cx="469900" cy="874633"/>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45067" name="Line 22"/>
          <p:cNvSpPr>
            <a:spLocks noChangeShapeType="1"/>
          </p:cNvSpPr>
          <p:nvPr/>
        </p:nvSpPr>
        <p:spPr bwMode="auto">
          <a:xfrm flipH="1">
            <a:off x="296438" y="1235407"/>
            <a:ext cx="663575" cy="57785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45070" name="Line 26"/>
          <p:cNvSpPr>
            <a:spLocks noChangeShapeType="1"/>
          </p:cNvSpPr>
          <p:nvPr/>
        </p:nvSpPr>
        <p:spPr bwMode="auto">
          <a:xfrm flipH="1" flipV="1">
            <a:off x="876299" y="3325090"/>
            <a:ext cx="1375568" cy="2077171"/>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17" name="AutoShape 4"/>
          <p:cNvSpPr>
            <a:spLocks noChangeArrowheads="1"/>
          </p:cNvSpPr>
          <p:nvPr/>
        </p:nvSpPr>
        <p:spPr bwMode="auto">
          <a:xfrm>
            <a:off x="1644650" y="5402263"/>
            <a:ext cx="1214438" cy="203200"/>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45064" name="Line 5"/>
          <p:cNvSpPr>
            <a:spLocks noChangeShapeType="1"/>
          </p:cNvSpPr>
          <p:nvPr/>
        </p:nvSpPr>
        <p:spPr bwMode="auto">
          <a:xfrm>
            <a:off x="2678907" y="1447801"/>
            <a:ext cx="2174874" cy="114703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45069" name="AutoShape 25"/>
          <p:cNvSpPr>
            <a:spLocks noChangeArrowheads="1"/>
          </p:cNvSpPr>
          <p:nvPr/>
        </p:nvSpPr>
        <p:spPr bwMode="auto">
          <a:xfrm>
            <a:off x="4087811" y="3031674"/>
            <a:ext cx="484189" cy="182252"/>
          </a:xfrm>
          <a:prstGeom prst="roundRect">
            <a:avLst>
              <a:gd name="adj" fmla="val 16667"/>
            </a:avLst>
          </a:prstGeom>
          <a:noFill/>
          <a:ln w="28575" algn="ctr">
            <a:solidFill>
              <a:srgbClr val="FF0000"/>
            </a:solidFill>
            <a:prstDash val="sysDot"/>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45071" name="Line 27"/>
          <p:cNvSpPr>
            <a:spLocks noChangeShapeType="1"/>
          </p:cNvSpPr>
          <p:nvPr/>
        </p:nvSpPr>
        <p:spPr bwMode="auto">
          <a:xfrm flipH="1" flipV="1">
            <a:off x="4465120" y="3213925"/>
            <a:ext cx="1282536" cy="2343727"/>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19" name="AutoShape 4"/>
          <p:cNvSpPr>
            <a:spLocks noChangeArrowheads="1"/>
          </p:cNvSpPr>
          <p:nvPr/>
        </p:nvSpPr>
        <p:spPr bwMode="auto">
          <a:xfrm>
            <a:off x="421017" y="3066041"/>
            <a:ext cx="455283" cy="295768"/>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20" name="AutoShape 4"/>
          <p:cNvSpPr>
            <a:spLocks noChangeArrowheads="1"/>
          </p:cNvSpPr>
          <p:nvPr/>
        </p:nvSpPr>
        <p:spPr bwMode="auto">
          <a:xfrm>
            <a:off x="5460999" y="5575629"/>
            <a:ext cx="607219" cy="203200"/>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21" name="Rectangle 20"/>
          <p:cNvSpPr/>
          <p:nvPr/>
        </p:nvSpPr>
        <p:spPr bwMode="auto">
          <a:xfrm>
            <a:off x="3219965" y="1043273"/>
            <a:ext cx="392665" cy="207124"/>
          </a:xfrm>
          <a:prstGeom prst="rect">
            <a:avLst/>
          </a:prstGeom>
          <a:solidFill>
            <a:schemeClr val="tx1"/>
          </a:solidFill>
          <a:ln w="19050" algn="ctr">
            <a:solidFill>
              <a:schemeClr val="tx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|EOS~047|</a:t>
            </a:r>
            <a:endParaRPr lang="en-US" sz="100" dirty="0" err="1">
              <a:solidFill>
                <a:srgbClr val="FFFFFF"/>
              </a:solidFill>
              <a:latin typeface="Arial"/>
              <a:cs typeface="Calibri" pitchFamily="34" charset="0"/>
            </a:endParaRPr>
          </a:p>
        </p:txBody>
      </p:sp>
      <p:pic>
        <p:nvPicPr>
          <p:cNvPr id="1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7370" y="869681"/>
            <a:ext cx="7538353" cy="1169472"/>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614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41862" y="2706821"/>
            <a:ext cx="3887787" cy="3721580"/>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11"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2527" y="2703513"/>
            <a:ext cx="4156136" cy="3795620"/>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46085" name="Rectangle 4"/>
          <p:cNvSpPr>
            <a:spLocks noGrp="1" noChangeArrowheads="1"/>
          </p:cNvSpPr>
          <p:nvPr>
            <p:ph type="title"/>
          </p:nvPr>
        </p:nvSpPr>
        <p:spPr/>
        <p:txBody>
          <a:bodyPr/>
          <a:lstStyle/>
          <a:p>
            <a:pPr eaLnBrk="1" hangingPunct="1"/>
            <a:r>
              <a:rPr lang="en-US"/>
              <a:t>Viewing electronic documents</a:t>
            </a:r>
          </a:p>
        </p:txBody>
      </p:sp>
      <p:sp>
        <p:nvSpPr>
          <p:cNvPr id="46086" name="AutoShape 6"/>
          <p:cNvSpPr>
            <a:spLocks noChangeArrowheads="1"/>
          </p:cNvSpPr>
          <p:nvPr/>
        </p:nvSpPr>
        <p:spPr bwMode="auto">
          <a:xfrm>
            <a:off x="3811979" y="1329045"/>
            <a:ext cx="620147" cy="285750"/>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46087" name="Line 7"/>
          <p:cNvSpPr>
            <a:spLocks noChangeShapeType="1"/>
          </p:cNvSpPr>
          <p:nvPr/>
        </p:nvSpPr>
        <p:spPr bwMode="auto">
          <a:xfrm flipH="1">
            <a:off x="2213366" y="1614795"/>
            <a:ext cx="1598613" cy="2546083"/>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46088" name="Line 8"/>
          <p:cNvSpPr>
            <a:spLocks noChangeShapeType="1"/>
          </p:cNvSpPr>
          <p:nvPr/>
        </p:nvSpPr>
        <p:spPr bwMode="auto">
          <a:xfrm>
            <a:off x="4457825" y="1932376"/>
            <a:ext cx="1073150" cy="246512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10" name="AutoShape 6"/>
          <p:cNvSpPr>
            <a:spLocks noChangeArrowheads="1"/>
          </p:cNvSpPr>
          <p:nvPr/>
        </p:nvSpPr>
        <p:spPr bwMode="auto">
          <a:xfrm>
            <a:off x="3810330" y="1684203"/>
            <a:ext cx="630243" cy="354949"/>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13" name="Rectangle 12"/>
          <p:cNvSpPr/>
          <p:nvPr/>
        </p:nvSpPr>
        <p:spPr bwMode="auto">
          <a:xfrm>
            <a:off x="4493694" y="1329045"/>
            <a:ext cx="508552" cy="285750"/>
          </a:xfrm>
          <a:prstGeom prst="rect">
            <a:avLst/>
          </a:prstGeom>
          <a:solidFill>
            <a:schemeClr val="tx1"/>
          </a:solidFill>
          <a:ln w="19050" algn="ctr">
            <a:solidFill>
              <a:schemeClr val="tx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a:stretch>
            <a:fillRect/>
          </a:stretch>
        </p:blipFill>
        <p:spPr>
          <a:xfrm>
            <a:off x="455203" y="2287826"/>
            <a:ext cx="2714627" cy="2833449"/>
          </a:xfrm>
          <a:prstGeom prst="rect">
            <a:avLst/>
          </a:prstGeom>
          <a:ln>
            <a:solidFill>
              <a:schemeClr val="bg1"/>
            </a:solidFill>
          </a:ln>
        </p:spPr>
      </p:pic>
      <p:pic>
        <p:nvPicPr>
          <p:cNvPr id="4" name="Picture 3"/>
          <p:cNvPicPr>
            <a:picLocks noChangeAspect="1"/>
          </p:cNvPicPr>
          <p:nvPr/>
        </p:nvPicPr>
        <p:blipFill>
          <a:blip r:embed="rId4"/>
          <a:stretch>
            <a:fillRect/>
          </a:stretch>
        </p:blipFill>
        <p:spPr>
          <a:xfrm>
            <a:off x="981447" y="1057275"/>
            <a:ext cx="7630896" cy="811258"/>
          </a:xfrm>
          <a:prstGeom prst="rect">
            <a:avLst/>
          </a:prstGeom>
        </p:spPr>
      </p:pic>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|EOS~048|</a:t>
            </a:r>
            <a:endParaRPr lang="en-US" sz="100" dirty="0" err="1">
              <a:solidFill>
                <a:srgbClr val="FFFFFF"/>
              </a:solidFill>
              <a:latin typeface="Arial"/>
              <a:cs typeface="Calibri" pitchFamily="34" charset="0"/>
            </a:endParaRPr>
          </a:p>
        </p:txBody>
      </p:sp>
      <p:sp>
        <p:nvSpPr>
          <p:cNvPr id="47109" name="Rectangle 3"/>
          <p:cNvSpPr>
            <a:spLocks noGrp="1" noChangeArrowheads="1"/>
          </p:cNvSpPr>
          <p:nvPr>
            <p:ph type="title"/>
          </p:nvPr>
        </p:nvSpPr>
        <p:spPr/>
        <p:txBody>
          <a:bodyPr/>
          <a:lstStyle/>
          <a:p>
            <a:pPr eaLnBrk="1" hangingPunct="1"/>
            <a:r>
              <a:rPr lang="en-US" dirty="0"/>
              <a:t>Editing electronic documents </a:t>
            </a:r>
            <a:br>
              <a:rPr lang="en-US" dirty="0"/>
            </a:br>
            <a:r>
              <a:rPr lang="en-US" dirty="0"/>
              <a:t>Step 1 – Retrieve document, edit and save</a:t>
            </a:r>
          </a:p>
        </p:txBody>
      </p:sp>
      <p:sp>
        <p:nvSpPr>
          <p:cNvPr id="47112" name="Line 8"/>
          <p:cNvSpPr>
            <a:spLocks noChangeShapeType="1"/>
          </p:cNvSpPr>
          <p:nvPr/>
        </p:nvSpPr>
        <p:spPr bwMode="auto">
          <a:xfrm flipH="1">
            <a:off x="3200309" y="1794931"/>
            <a:ext cx="1808269" cy="741021"/>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grpSp>
        <p:nvGrpSpPr>
          <p:cNvPr id="47113" name="Group 9"/>
          <p:cNvGrpSpPr>
            <a:grpSpLocks/>
          </p:cNvGrpSpPr>
          <p:nvPr/>
        </p:nvGrpSpPr>
        <p:grpSpPr bwMode="auto">
          <a:xfrm>
            <a:off x="1212850" y="4586288"/>
            <a:ext cx="1881188" cy="1404937"/>
            <a:chOff x="764" y="2889"/>
            <a:chExt cx="1185" cy="885"/>
          </a:xfrm>
        </p:grpSpPr>
        <p:sp>
          <p:nvSpPr>
            <p:cNvPr id="47133" name="AutoShape 10"/>
            <p:cNvSpPr>
              <a:spLocks noChangeArrowheads="1"/>
            </p:cNvSpPr>
            <p:nvPr/>
          </p:nvSpPr>
          <p:spPr bwMode="auto">
            <a:xfrm>
              <a:off x="764" y="2889"/>
              <a:ext cx="1185" cy="885"/>
            </a:xfrm>
            <a:prstGeom prst="cube">
              <a:avLst>
                <a:gd name="adj" fmla="val 10472"/>
              </a:avLst>
            </a:prstGeom>
            <a:solidFill>
              <a:schemeClr val="tx1"/>
            </a:solidFill>
            <a:ln w="28575">
              <a:solidFill>
                <a:schemeClr val="bg1"/>
              </a:solidFill>
              <a:miter lim="800000"/>
              <a:headEnd/>
              <a:tailEnd/>
            </a:ln>
          </p:spPr>
          <p:txBody>
            <a:bodyPr lIns="0" tIns="0" rIns="0" bIns="0" anchor="ctr">
              <a:spAutoFit/>
            </a:bodyPr>
            <a:lstStyle/>
            <a:p>
              <a:endParaRPr lang="en-US"/>
            </a:p>
          </p:txBody>
        </p:sp>
        <p:sp>
          <p:nvSpPr>
            <p:cNvPr id="47134" name="Text Box 11"/>
            <p:cNvSpPr txBox="1">
              <a:spLocks noChangeArrowheads="1"/>
            </p:cNvSpPr>
            <p:nvPr/>
          </p:nvSpPr>
          <p:spPr bwMode="auto">
            <a:xfrm>
              <a:off x="782" y="2991"/>
              <a:ext cx="111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User Machine</a:t>
              </a:r>
            </a:p>
          </p:txBody>
        </p:sp>
        <p:pic>
          <p:nvPicPr>
            <p:cNvPr id="47135" name="Picture 12" descr="document icon"/>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20" y="3186"/>
              <a:ext cx="546" cy="546"/>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pic>
      </p:grpSp>
      <p:sp>
        <p:nvSpPr>
          <p:cNvPr id="47114" name="AutoShape 13"/>
          <p:cNvSpPr>
            <a:spLocks noChangeArrowheads="1"/>
          </p:cNvSpPr>
          <p:nvPr/>
        </p:nvSpPr>
        <p:spPr bwMode="auto">
          <a:xfrm>
            <a:off x="3427413" y="4586288"/>
            <a:ext cx="1881187" cy="1404937"/>
          </a:xfrm>
          <a:prstGeom prst="cube">
            <a:avLst>
              <a:gd name="adj" fmla="val 10472"/>
            </a:avLst>
          </a:prstGeom>
          <a:solidFill>
            <a:schemeClr val="tx1"/>
          </a:solidFill>
          <a:ln w="28575">
            <a:solidFill>
              <a:schemeClr val="bg1"/>
            </a:solidFill>
            <a:miter lim="800000"/>
            <a:headEnd/>
            <a:tailEnd/>
          </a:ln>
        </p:spPr>
        <p:txBody>
          <a:bodyPr lIns="0" tIns="0" rIns="0" bIns="0" anchor="ctr">
            <a:spAutoFit/>
          </a:bodyPr>
          <a:lstStyle/>
          <a:p>
            <a:endParaRPr lang="en-US"/>
          </a:p>
        </p:txBody>
      </p:sp>
      <p:sp>
        <p:nvSpPr>
          <p:cNvPr id="47115" name="Text Box 14"/>
          <p:cNvSpPr txBox="1">
            <a:spLocks noChangeArrowheads="1"/>
          </p:cNvSpPr>
          <p:nvPr/>
        </p:nvSpPr>
        <p:spPr bwMode="auto">
          <a:xfrm>
            <a:off x="3416300" y="4768850"/>
            <a:ext cx="177641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ClaimCenter</a:t>
            </a:r>
          </a:p>
        </p:txBody>
      </p:sp>
      <p:grpSp>
        <p:nvGrpSpPr>
          <p:cNvPr id="47116" name="Group 15"/>
          <p:cNvGrpSpPr>
            <a:grpSpLocks/>
          </p:cNvGrpSpPr>
          <p:nvPr/>
        </p:nvGrpSpPr>
        <p:grpSpPr bwMode="auto">
          <a:xfrm>
            <a:off x="3894138" y="5078413"/>
            <a:ext cx="682625" cy="769937"/>
            <a:chOff x="2453" y="3199"/>
            <a:chExt cx="430" cy="485"/>
          </a:xfrm>
        </p:grpSpPr>
        <p:sp>
          <p:nvSpPr>
            <p:cNvPr id="47127" name="AutoShape 16"/>
            <p:cNvSpPr>
              <a:spLocks noChangeArrowheads="1"/>
            </p:cNvSpPr>
            <p:nvPr/>
          </p:nvSpPr>
          <p:spPr bwMode="auto">
            <a:xfrm rot="10800000" flipH="1">
              <a:off x="2453" y="3199"/>
              <a:ext cx="430" cy="485"/>
            </a:xfrm>
            <a:prstGeom prst="foldedCorner">
              <a:avLst>
                <a:gd name="adj" fmla="val 26509"/>
              </a:avLst>
            </a:prstGeom>
            <a:solidFill>
              <a:srgbClr val="FFFFCC"/>
            </a:solidFill>
            <a:ln w="12700">
              <a:solidFill>
                <a:schemeClr val="bg1"/>
              </a:solidFill>
              <a:round/>
              <a:headEnd/>
              <a:tailEnd/>
            </a:ln>
          </p:spPr>
          <p:txBody>
            <a:bodyPr lIns="0" tIns="0" rIns="0" bIns="0" anchor="ctr">
              <a:spAutoFit/>
            </a:bodyPr>
            <a:lstStyle/>
            <a:p>
              <a:endParaRPr lang="en-US"/>
            </a:p>
          </p:txBody>
        </p:sp>
        <p:sp>
          <p:nvSpPr>
            <p:cNvPr id="47128" name="Line 17"/>
            <p:cNvSpPr>
              <a:spLocks noChangeShapeType="1"/>
            </p:cNvSpPr>
            <p:nvPr/>
          </p:nvSpPr>
          <p:spPr bwMode="auto">
            <a:xfrm>
              <a:off x="2513" y="3404"/>
              <a:ext cx="310"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47129" name="Line 18"/>
            <p:cNvSpPr>
              <a:spLocks noChangeShapeType="1"/>
            </p:cNvSpPr>
            <p:nvPr/>
          </p:nvSpPr>
          <p:spPr bwMode="auto">
            <a:xfrm>
              <a:off x="2513" y="3475"/>
              <a:ext cx="310"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7130" name="Line 19"/>
            <p:cNvSpPr>
              <a:spLocks noChangeShapeType="1"/>
            </p:cNvSpPr>
            <p:nvPr/>
          </p:nvSpPr>
          <p:spPr bwMode="auto">
            <a:xfrm>
              <a:off x="2513" y="3546"/>
              <a:ext cx="310"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7131" name="Line 20"/>
            <p:cNvSpPr>
              <a:spLocks noChangeShapeType="1"/>
            </p:cNvSpPr>
            <p:nvPr/>
          </p:nvSpPr>
          <p:spPr bwMode="auto">
            <a:xfrm>
              <a:off x="2513" y="3616"/>
              <a:ext cx="310"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7132" name="Freeform 21"/>
            <p:cNvSpPr>
              <a:spLocks/>
            </p:cNvSpPr>
            <p:nvPr/>
          </p:nvSpPr>
          <p:spPr bwMode="auto">
            <a:xfrm>
              <a:off x="2510" y="3226"/>
              <a:ext cx="309" cy="139"/>
            </a:xfrm>
            <a:custGeom>
              <a:avLst/>
              <a:gdLst>
                <a:gd name="T0" fmla="*/ 0 w 609"/>
                <a:gd name="T1" fmla="*/ 27 h 275"/>
                <a:gd name="T2" fmla="*/ 9 w 609"/>
                <a:gd name="T3" fmla="*/ 10 h 275"/>
                <a:gd name="T4" fmla="*/ 11 w 609"/>
                <a:gd name="T5" fmla="*/ 34 h 275"/>
                <a:gd name="T6" fmla="*/ 13 w 609"/>
                <a:gd name="T7" fmla="*/ 17 h 275"/>
                <a:gd name="T8" fmla="*/ 19 w 609"/>
                <a:gd name="T9" fmla="*/ 32 h 275"/>
                <a:gd name="T10" fmla="*/ 21 w 609"/>
                <a:gd name="T11" fmla="*/ 2 h 275"/>
                <a:gd name="T12" fmla="*/ 26 w 609"/>
                <a:gd name="T13" fmla="*/ 20 h 275"/>
                <a:gd name="T14" fmla="*/ 39 w 609"/>
                <a:gd name="T15" fmla="*/ 17 h 275"/>
                <a:gd name="T16" fmla="*/ 43 w 609"/>
                <a:gd name="T17" fmla="*/ 29 h 275"/>
                <a:gd name="T18" fmla="*/ 49 w 609"/>
                <a:gd name="T19" fmla="*/ 25 h 275"/>
                <a:gd name="T20" fmla="*/ 60 w 609"/>
                <a:gd name="T21" fmla="*/ 21 h 275"/>
                <a:gd name="T22" fmla="*/ 71 w 609"/>
                <a:gd name="T23" fmla="*/ 30 h 275"/>
                <a:gd name="T24" fmla="*/ 80 w 609"/>
                <a:gd name="T25" fmla="*/ 26 h 27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09"/>
                <a:gd name="T40" fmla="*/ 0 h 275"/>
                <a:gd name="T41" fmla="*/ 609 w 609"/>
                <a:gd name="T42" fmla="*/ 275 h 27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09" h="275">
                  <a:moveTo>
                    <a:pt x="0" y="207"/>
                  </a:moveTo>
                  <a:cubicBezTo>
                    <a:pt x="26" y="135"/>
                    <a:pt x="52" y="63"/>
                    <a:pt x="66" y="73"/>
                  </a:cubicBezTo>
                  <a:cubicBezTo>
                    <a:pt x="80" y="83"/>
                    <a:pt x="77" y="255"/>
                    <a:pt x="83" y="265"/>
                  </a:cubicBezTo>
                  <a:cubicBezTo>
                    <a:pt x="89" y="275"/>
                    <a:pt x="90" y="135"/>
                    <a:pt x="100" y="132"/>
                  </a:cubicBezTo>
                  <a:cubicBezTo>
                    <a:pt x="110" y="129"/>
                    <a:pt x="131" y="267"/>
                    <a:pt x="141" y="248"/>
                  </a:cubicBezTo>
                  <a:cubicBezTo>
                    <a:pt x="151" y="229"/>
                    <a:pt x="148" y="30"/>
                    <a:pt x="158" y="15"/>
                  </a:cubicBezTo>
                  <a:cubicBezTo>
                    <a:pt x="168" y="0"/>
                    <a:pt x="176" y="137"/>
                    <a:pt x="200" y="157"/>
                  </a:cubicBezTo>
                  <a:cubicBezTo>
                    <a:pt x="224" y="177"/>
                    <a:pt x="279" y="121"/>
                    <a:pt x="300" y="132"/>
                  </a:cubicBezTo>
                  <a:cubicBezTo>
                    <a:pt x="321" y="143"/>
                    <a:pt x="312" y="213"/>
                    <a:pt x="325" y="223"/>
                  </a:cubicBezTo>
                  <a:cubicBezTo>
                    <a:pt x="338" y="233"/>
                    <a:pt x="353" y="200"/>
                    <a:pt x="375" y="190"/>
                  </a:cubicBezTo>
                  <a:cubicBezTo>
                    <a:pt x="397" y="180"/>
                    <a:pt x="431" y="158"/>
                    <a:pt x="459" y="165"/>
                  </a:cubicBezTo>
                  <a:cubicBezTo>
                    <a:pt x="487" y="172"/>
                    <a:pt x="517" y="227"/>
                    <a:pt x="542" y="232"/>
                  </a:cubicBezTo>
                  <a:cubicBezTo>
                    <a:pt x="567" y="237"/>
                    <a:pt x="598" y="204"/>
                    <a:pt x="609" y="198"/>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sp>
        <p:nvSpPr>
          <p:cNvPr id="47117" name="AutoShape 22"/>
          <p:cNvSpPr>
            <a:spLocks noChangeArrowheads="1"/>
          </p:cNvSpPr>
          <p:nvPr/>
        </p:nvSpPr>
        <p:spPr bwMode="auto">
          <a:xfrm>
            <a:off x="5632450" y="4586288"/>
            <a:ext cx="1881188" cy="1404937"/>
          </a:xfrm>
          <a:prstGeom prst="cube">
            <a:avLst>
              <a:gd name="adj" fmla="val 10472"/>
            </a:avLst>
          </a:prstGeom>
          <a:solidFill>
            <a:schemeClr val="tx1"/>
          </a:solidFill>
          <a:ln w="28575">
            <a:solidFill>
              <a:schemeClr val="bg1"/>
            </a:solidFill>
            <a:miter lim="800000"/>
            <a:headEnd/>
            <a:tailEnd/>
          </a:ln>
        </p:spPr>
        <p:txBody>
          <a:bodyPr lIns="0" tIns="0" rIns="0" bIns="0" anchor="ctr">
            <a:spAutoFit/>
          </a:bodyPr>
          <a:lstStyle/>
          <a:p>
            <a:endParaRPr lang="en-US"/>
          </a:p>
        </p:txBody>
      </p:sp>
      <p:sp>
        <p:nvSpPr>
          <p:cNvPr id="47118" name="Text Box 23"/>
          <p:cNvSpPr txBox="1">
            <a:spLocks noChangeArrowheads="1"/>
          </p:cNvSpPr>
          <p:nvPr/>
        </p:nvSpPr>
        <p:spPr bwMode="auto">
          <a:xfrm>
            <a:off x="5630863" y="4741863"/>
            <a:ext cx="1776412"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Doc Storage</a:t>
            </a:r>
          </a:p>
        </p:txBody>
      </p:sp>
      <p:pic>
        <p:nvPicPr>
          <p:cNvPr id="47119" name="Picture 24" descr="document icon"/>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05525" y="5095875"/>
            <a:ext cx="866775" cy="86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123" name="Line 28"/>
          <p:cNvSpPr>
            <a:spLocks noChangeShapeType="1"/>
          </p:cNvSpPr>
          <p:nvPr/>
        </p:nvSpPr>
        <p:spPr bwMode="auto">
          <a:xfrm flipV="1">
            <a:off x="2082483" y="4010025"/>
            <a:ext cx="0" cy="698500"/>
          </a:xfrm>
          <a:prstGeom prst="line">
            <a:avLst/>
          </a:prstGeom>
          <a:noFill/>
          <a:ln w="28575">
            <a:solidFill>
              <a:srgbClr val="FF0000"/>
            </a:solidFill>
            <a:round/>
            <a:headEnd type="triangle"/>
            <a:tailEnd type="none"/>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47124" name="Line 29"/>
          <p:cNvSpPr>
            <a:spLocks noChangeShapeType="1"/>
          </p:cNvSpPr>
          <p:nvPr/>
        </p:nvSpPr>
        <p:spPr bwMode="auto">
          <a:xfrm flipH="1">
            <a:off x="1476375" y="4010025"/>
            <a:ext cx="615950" cy="0"/>
          </a:xfrm>
          <a:prstGeom prst="line">
            <a:avLst/>
          </a:prstGeom>
          <a:noFill/>
          <a:ln w="28575">
            <a:solidFill>
              <a:srgbClr val="FF0000"/>
            </a:solidFill>
            <a:round/>
            <a:headEnd/>
            <a:tailEnd type="non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7125" name="Text Box 30"/>
          <p:cNvSpPr txBox="1">
            <a:spLocks noChangeArrowheads="1"/>
          </p:cNvSpPr>
          <p:nvPr/>
        </p:nvSpPr>
        <p:spPr bwMode="auto">
          <a:xfrm>
            <a:off x="1510664" y="3640138"/>
            <a:ext cx="365298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400" b="1" dirty="0">
                <a:solidFill>
                  <a:srgbClr val="FF0000"/>
                </a:solidFill>
              </a:rPr>
              <a:t>3. Save a local copy</a:t>
            </a:r>
          </a:p>
        </p:txBody>
      </p:sp>
      <p:sp>
        <p:nvSpPr>
          <p:cNvPr id="43" name="Line 8"/>
          <p:cNvSpPr>
            <a:spLocks noChangeShapeType="1"/>
          </p:cNvSpPr>
          <p:nvPr/>
        </p:nvSpPr>
        <p:spPr bwMode="auto">
          <a:xfrm flipH="1" flipV="1">
            <a:off x="5003799" y="1794931"/>
            <a:ext cx="23827" cy="3547005"/>
          </a:xfrm>
          <a:prstGeom prst="line">
            <a:avLst/>
          </a:prstGeom>
          <a:noFill/>
          <a:ln w="28575">
            <a:solidFill>
              <a:srgbClr val="FF0000"/>
            </a:solidFill>
            <a:round/>
            <a:headEnd/>
            <a:tailEnd type="non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44" name="Line 8"/>
          <p:cNvSpPr>
            <a:spLocks noChangeShapeType="1"/>
          </p:cNvSpPr>
          <p:nvPr/>
        </p:nvSpPr>
        <p:spPr bwMode="auto">
          <a:xfrm flipH="1">
            <a:off x="5019674" y="5341936"/>
            <a:ext cx="1094318" cy="278"/>
          </a:xfrm>
          <a:prstGeom prst="line">
            <a:avLst/>
          </a:prstGeom>
          <a:noFill/>
          <a:ln w="28575">
            <a:solidFill>
              <a:srgbClr val="FF0000"/>
            </a:solidFill>
            <a:round/>
            <a:headEnd/>
            <a:tailEnd type="non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45" name="Text Box 30"/>
          <p:cNvSpPr txBox="1">
            <a:spLocks noChangeArrowheads="1"/>
          </p:cNvSpPr>
          <p:nvPr/>
        </p:nvSpPr>
        <p:spPr bwMode="auto">
          <a:xfrm>
            <a:off x="5115415" y="2295589"/>
            <a:ext cx="365298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400" b="1" dirty="0">
                <a:solidFill>
                  <a:srgbClr val="FF0000"/>
                </a:solidFill>
              </a:rPr>
              <a:t>1. Retrieve document</a:t>
            </a:r>
          </a:p>
        </p:txBody>
      </p:sp>
      <p:sp>
        <p:nvSpPr>
          <p:cNvPr id="46" name="Text Box 30"/>
          <p:cNvSpPr txBox="1">
            <a:spLocks noChangeArrowheads="1"/>
          </p:cNvSpPr>
          <p:nvPr/>
        </p:nvSpPr>
        <p:spPr bwMode="auto">
          <a:xfrm>
            <a:off x="495300" y="1933893"/>
            <a:ext cx="365298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400" b="1" dirty="0">
                <a:solidFill>
                  <a:srgbClr val="FF0000"/>
                </a:solidFill>
              </a:rPr>
              <a:t>2. Edit document</a:t>
            </a:r>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537266" y="959294"/>
            <a:ext cx="7630896" cy="811258"/>
          </a:xfrm>
          <a:prstGeom prst="rect">
            <a:avLst/>
          </a:prstGeom>
        </p:spPr>
      </p:pic>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|EOS~048|</a:t>
            </a:r>
            <a:endParaRPr lang="en-US" sz="100" dirty="0" err="1">
              <a:solidFill>
                <a:srgbClr val="FFFFFF"/>
              </a:solidFill>
              <a:latin typeface="Arial"/>
              <a:cs typeface="Calibri" pitchFamily="34" charset="0"/>
            </a:endParaRPr>
          </a:p>
        </p:txBody>
      </p:sp>
      <p:sp>
        <p:nvSpPr>
          <p:cNvPr id="47109" name="Rectangle 3"/>
          <p:cNvSpPr>
            <a:spLocks noGrp="1" noChangeArrowheads="1"/>
          </p:cNvSpPr>
          <p:nvPr>
            <p:ph type="title"/>
          </p:nvPr>
        </p:nvSpPr>
        <p:spPr/>
        <p:txBody>
          <a:bodyPr/>
          <a:lstStyle/>
          <a:p>
            <a:pPr eaLnBrk="1" hangingPunct="1"/>
            <a:r>
              <a:rPr lang="en-US" dirty="0"/>
              <a:t>Editing electronic documents </a:t>
            </a:r>
            <a:br>
              <a:rPr lang="en-US" dirty="0"/>
            </a:br>
            <a:r>
              <a:rPr lang="en-US" dirty="0"/>
              <a:t>Step 2 – Upload changes</a:t>
            </a:r>
          </a:p>
        </p:txBody>
      </p:sp>
      <p:sp>
        <p:nvSpPr>
          <p:cNvPr id="47112" name="Line 8"/>
          <p:cNvSpPr>
            <a:spLocks noChangeShapeType="1"/>
          </p:cNvSpPr>
          <p:nvPr/>
        </p:nvSpPr>
        <p:spPr bwMode="auto">
          <a:xfrm>
            <a:off x="2265996" y="1732995"/>
            <a:ext cx="4763" cy="53737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47114" name="AutoShape 13"/>
          <p:cNvSpPr>
            <a:spLocks noChangeArrowheads="1"/>
          </p:cNvSpPr>
          <p:nvPr/>
        </p:nvSpPr>
        <p:spPr bwMode="auto">
          <a:xfrm>
            <a:off x="4715669" y="3664262"/>
            <a:ext cx="1881187" cy="1404937"/>
          </a:xfrm>
          <a:prstGeom prst="cube">
            <a:avLst>
              <a:gd name="adj" fmla="val 10472"/>
            </a:avLst>
          </a:prstGeom>
          <a:solidFill>
            <a:schemeClr val="tx1"/>
          </a:solidFill>
          <a:ln w="28575">
            <a:solidFill>
              <a:schemeClr val="bg1"/>
            </a:solidFill>
            <a:miter lim="800000"/>
            <a:headEnd/>
            <a:tailEnd/>
          </a:ln>
        </p:spPr>
        <p:txBody>
          <a:bodyPr lIns="0" tIns="0" rIns="0" bIns="0" anchor="ctr">
            <a:spAutoFit/>
          </a:bodyPr>
          <a:lstStyle/>
          <a:p>
            <a:endParaRPr lang="en-US"/>
          </a:p>
        </p:txBody>
      </p:sp>
      <p:sp>
        <p:nvSpPr>
          <p:cNvPr id="47115" name="Text Box 14"/>
          <p:cNvSpPr txBox="1">
            <a:spLocks noChangeArrowheads="1"/>
          </p:cNvSpPr>
          <p:nvPr/>
        </p:nvSpPr>
        <p:spPr bwMode="auto">
          <a:xfrm>
            <a:off x="4704556" y="3846824"/>
            <a:ext cx="177641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ClaimCenter</a:t>
            </a:r>
          </a:p>
        </p:txBody>
      </p:sp>
      <p:grpSp>
        <p:nvGrpSpPr>
          <p:cNvPr id="47116" name="Group 15"/>
          <p:cNvGrpSpPr>
            <a:grpSpLocks/>
          </p:cNvGrpSpPr>
          <p:nvPr/>
        </p:nvGrpSpPr>
        <p:grpSpPr bwMode="auto">
          <a:xfrm>
            <a:off x="5182394" y="4156387"/>
            <a:ext cx="682625" cy="769937"/>
            <a:chOff x="2453" y="3199"/>
            <a:chExt cx="430" cy="485"/>
          </a:xfrm>
        </p:grpSpPr>
        <p:sp>
          <p:nvSpPr>
            <p:cNvPr id="47127" name="AutoShape 16"/>
            <p:cNvSpPr>
              <a:spLocks noChangeArrowheads="1"/>
            </p:cNvSpPr>
            <p:nvPr/>
          </p:nvSpPr>
          <p:spPr bwMode="auto">
            <a:xfrm rot="10800000" flipH="1">
              <a:off x="2453" y="3199"/>
              <a:ext cx="430" cy="485"/>
            </a:xfrm>
            <a:prstGeom prst="foldedCorner">
              <a:avLst>
                <a:gd name="adj" fmla="val 26509"/>
              </a:avLst>
            </a:prstGeom>
            <a:solidFill>
              <a:srgbClr val="FFFFCC"/>
            </a:solidFill>
            <a:ln w="12700">
              <a:solidFill>
                <a:schemeClr val="bg1"/>
              </a:solidFill>
              <a:round/>
              <a:headEnd/>
              <a:tailEnd/>
            </a:ln>
          </p:spPr>
          <p:txBody>
            <a:bodyPr lIns="0" tIns="0" rIns="0" bIns="0" anchor="ctr">
              <a:spAutoFit/>
            </a:bodyPr>
            <a:lstStyle/>
            <a:p>
              <a:endParaRPr lang="en-US"/>
            </a:p>
          </p:txBody>
        </p:sp>
        <p:sp>
          <p:nvSpPr>
            <p:cNvPr id="47128" name="Line 17"/>
            <p:cNvSpPr>
              <a:spLocks noChangeShapeType="1"/>
            </p:cNvSpPr>
            <p:nvPr/>
          </p:nvSpPr>
          <p:spPr bwMode="auto">
            <a:xfrm>
              <a:off x="2513" y="3404"/>
              <a:ext cx="310"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47129" name="Line 18"/>
            <p:cNvSpPr>
              <a:spLocks noChangeShapeType="1"/>
            </p:cNvSpPr>
            <p:nvPr/>
          </p:nvSpPr>
          <p:spPr bwMode="auto">
            <a:xfrm>
              <a:off x="2513" y="3475"/>
              <a:ext cx="310"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7130" name="Line 19"/>
            <p:cNvSpPr>
              <a:spLocks noChangeShapeType="1"/>
            </p:cNvSpPr>
            <p:nvPr/>
          </p:nvSpPr>
          <p:spPr bwMode="auto">
            <a:xfrm>
              <a:off x="2513" y="3546"/>
              <a:ext cx="310"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7131" name="Line 20"/>
            <p:cNvSpPr>
              <a:spLocks noChangeShapeType="1"/>
            </p:cNvSpPr>
            <p:nvPr/>
          </p:nvSpPr>
          <p:spPr bwMode="auto">
            <a:xfrm>
              <a:off x="2513" y="3616"/>
              <a:ext cx="310"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7132" name="Freeform 21"/>
            <p:cNvSpPr>
              <a:spLocks/>
            </p:cNvSpPr>
            <p:nvPr/>
          </p:nvSpPr>
          <p:spPr bwMode="auto">
            <a:xfrm>
              <a:off x="2510" y="3226"/>
              <a:ext cx="309" cy="139"/>
            </a:xfrm>
            <a:custGeom>
              <a:avLst/>
              <a:gdLst>
                <a:gd name="T0" fmla="*/ 0 w 609"/>
                <a:gd name="T1" fmla="*/ 27 h 275"/>
                <a:gd name="T2" fmla="*/ 9 w 609"/>
                <a:gd name="T3" fmla="*/ 10 h 275"/>
                <a:gd name="T4" fmla="*/ 11 w 609"/>
                <a:gd name="T5" fmla="*/ 34 h 275"/>
                <a:gd name="T6" fmla="*/ 13 w 609"/>
                <a:gd name="T7" fmla="*/ 17 h 275"/>
                <a:gd name="T8" fmla="*/ 19 w 609"/>
                <a:gd name="T9" fmla="*/ 32 h 275"/>
                <a:gd name="T10" fmla="*/ 21 w 609"/>
                <a:gd name="T11" fmla="*/ 2 h 275"/>
                <a:gd name="T12" fmla="*/ 26 w 609"/>
                <a:gd name="T13" fmla="*/ 20 h 275"/>
                <a:gd name="T14" fmla="*/ 39 w 609"/>
                <a:gd name="T15" fmla="*/ 17 h 275"/>
                <a:gd name="T16" fmla="*/ 43 w 609"/>
                <a:gd name="T17" fmla="*/ 29 h 275"/>
                <a:gd name="T18" fmla="*/ 49 w 609"/>
                <a:gd name="T19" fmla="*/ 25 h 275"/>
                <a:gd name="T20" fmla="*/ 60 w 609"/>
                <a:gd name="T21" fmla="*/ 21 h 275"/>
                <a:gd name="T22" fmla="*/ 71 w 609"/>
                <a:gd name="T23" fmla="*/ 30 h 275"/>
                <a:gd name="T24" fmla="*/ 80 w 609"/>
                <a:gd name="T25" fmla="*/ 26 h 27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09"/>
                <a:gd name="T40" fmla="*/ 0 h 275"/>
                <a:gd name="T41" fmla="*/ 609 w 609"/>
                <a:gd name="T42" fmla="*/ 275 h 27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09" h="275">
                  <a:moveTo>
                    <a:pt x="0" y="207"/>
                  </a:moveTo>
                  <a:cubicBezTo>
                    <a:pt x="26" y="135"/>
                    <a:pt x="52" y="63"/>
                    <a:pt x="66" y="73"/>
                  </a:cubicBezTo>
                  <a:cubicBezTo>
                    <a:pt x="80" y="83"/>
                    <a:pt x="77" y="255"/>
                    <a:pt x="83" y="265"/>
                  </a:cubicBezTo>
                  <a:cubicBezTo>
                    <a:pt x="89" y="275"/>
                    <a:pt x="90" y="135"/>
                    <a:pt x="100" y="132"/>
                  </a:cubicBezTo>
                  <a:cubicBezTo>
                    <a:pt x="110" y="129"/>
                    <a:pt x="131" y="267"/>
                    <a:pt x="141" y="248"/>
                  </a:cubicBezTo>
                  <a:cubicBezTo>
                    <a:pt x="151" y="229"/>
                    <a:pt x="148" y="30"/>
                    <a:pt x="158" y="15"/>
                  </a:cubicBezTo>
                  <a:cubicBezTo>
                    <a:pt x="168" y="0"/>
                    <a:pt x="176" y="137"/>
                    <a:pt x="200" y="157"/>
                  </a:cubicBezTo>
                  <a:cubicBezTo>
                    <a:pt x="224" y="177"/>
                    <a:pt x="279" y="121"/>
                    <a:pt x="300" y="132"/>
                  </a:cubicBezTo>
                  <a:cubicBezTo>
                    <a:pt x="321" y="143"/>
                    <a:pt x="312" y="213"/>
                    <a:pt x="325" y="223"/>
                  </a:cubicBezTo>
                  <a:cubicBezTo>
                    <a:pt x="338" y="233"/>
                    <a:pt x="353" y="200"/>
                    <a:pt x="375" y="190"/>
                  </a:cubicBezTo>
                  <a:cubicBezTo>
                    <a:pt x="397" y="180"/>
                    <a:pt x="431" y="158"/>
                    <a:pt x="459" y="165"/>
                  </a:cubicBezTo>
                  <a:cubicBezTo>
                    <a:pt x="487" y="172"/>
                    <a:pt x="517" y="227"/>
                    <a:pt x="542" y="232"/>
                  </a:cubicBezTo>
                  <a:cubicBezTo>
                    <a:pt x="567" y="237"/>
                    <a:pt x="598" y="204"/>
                    <a:pt x="609" y="198"/>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sp>
        <p:nvSpPr>
          <p:cNvPr id="47117" name="AutoShape 22"/>
          <p:cNvSpPr>
            <a:spLocks noChangeArrowheads="1"/>
          </p:cNvSpPr>
          <p:nvPr/>
        </p:nvSpPr>
        <p:spPr bwMode="auto">
          <a:xfrm>
            <a:off x="6920706" y="3664262"/>
            <a:ext cx="1881188" cy="1404937"/>
          </a:xfrm>
          <a:prstGeom prst="cube">
            <a:avLst>
              <a:gd name="adj" fmla="val 10472"/>
            </a:avLst>
          </a:prstGeom>
          <a:solidFill>
            <a:schemeClr val="tx1"/>
          </a:solidFill>
          <a:ln w="28575">
            <a:solidFill>
              <a:schemeClr val="bg1"/>
            </a:solidFill>
            <a:miter lim="800000"/>
            <a:headEnd/>
            <a:tailEnd/>
          </a:ln>
        </p:spPr>
        <p:txBody>
          <a:bodyPr lIns="0" tIns="0" rIns="0" bIns="0" anchor="ctr">
            <a:spAutoFit/>
          </a:bodyPr>
          <a:lstStyle/>
          <a:p>
            <a:endParaRPr lang="en-US"/>
          </a:p>
        </p:txBody>
      </p:sp>
      <p:sp>
        <p:nvSpPr>
          <p:cNvPr id="47118" name="Text Box 23"/>
          <p:cNvSpPr txBox="1">
            <a:spLocks noChangeArrowheads="1"/>
          </p:cNvSpPr>
          <p:nvPr/>
        </p:nvSpPr>
        <p:spPr bwMode="auto">
          <a:xfrm>
            <a:off x="6919119" y="3819837"/>
            <a:ext cx="1776412"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Doc Storage</a:t>
            </a:r>
          </a:p>
        </p:txBody>
      </p:sp>
      <p:pic>
        <p:nvPicPr>
          <p:cNvPr id="47119" name="Picture 24" descr="document icon"/>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93781" y="4173849"/>
            <a:ext cx="866775" cy="86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123" name="Line 28"/>
          <p:cNvSpPr>
            <a:spLocks noChangeShapeType="1"/>
          </p:cNvSpPr>
          <p:nvPr/>
        </p:nvSpPr>
        <p:spPr bwMode="auto">
          <a:xfrm flipV="1">
            <a:off x="2082483" y="4010025"/>
            <a:ext cx="0" cy="698500"/>
          </a:xfrm>
          <a:prstGeom prst="line">
            <a:avLst/>
          </a:prstGeom>
          <a:noFill/>
          <a:ln w="28575">
            <a:solidFill>
              <a:srgbClr val="FF0000"/>
            </a:solidFill>
            <a:round/>
            <a:headEnd type="triangle"/>
            <a:tailEnd type="none"/>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47124" name="Line 29"/>
          <p:cNvSpPr>
            <a:spLocks noChangeShapeType="1"/>
          </p:cNvSpPr>
          <p:nvPr/>
        </p:nvSpPr>
        <p:spPr bwMode="auto">
          <a:xfrm flipH="1">
            <a:off x="1476375" y="4010025"/>
            <a:ext cx="615950" cy="0"/>
          </a:xfrm>
          <a:prstGeom prst="line">
            <a:avLst/>
          </a:prstGeom>
          <a:noFill/>
          <a:ln w="28575">
            <a:solidFill>
              <a:srgbClr val="FF0000"/>
            </a:solidFill>
            <a:round/>
            <a:headEnd/>
            <a:tailEnd type="non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7126" name="Text Box 31"/>
          <p:cNvSpPr txBox="1">
            <a:spLocks noChangeArrowheads="1"/>
          </p:cNvSpPr>
          <p:nvPr/>
        </p:nvSpPr>
        <p:spPr bwMode="auto">
          <a:xfrm>
            <a:off x="4352713" y="3127089"/>
            <a:ext cx="336803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dirty="0">
                <a:solidFill>
                  <a:srgbClr val="FF0000"/>
                </a:solidFill>
              </a:rPr>
              <a:t>3. Upload local copy</a:t>
            </a:r>
          </a:p>
        </p:txBody>
      </p:sp>
      <p:pic>
        <p:nvPicPr>
          <p:cNvPr id="11" name="Picture 10"/>
          <p:cNvPicPr>
            <a:picLocks noChangeAspect="1"/>
          </p:cNvPicPr>
          <p:nvPr/>
        </p:nvPicPr>
        <p:blipFill>
          <a:blip r:embed="rId5"/>
          <a:stretch>
            <a:fillRect/>
          </a:stretch>
        </p:blipFill>
        <p:spPr>
          <a:xfrm>
            <a:off x="551657" y="2270364"/>
            <a:ext cx="3400425" cy="3757668"/>
          </a:xfrm>
          <a:prstGeom prst="rect">
            <a:avLst/>
          </a:prstGeom>
          <a:ln>
            <a:solidFill>
              <a:schemeClr val="bg1"/>
            </a:solidFill>
          </a:ln>
        </p:spPr>
      </p:pic>
      <p:sp>
        <p:nvSpPr>
          <p:cNvPr id="47125" name="Text Box 30"/>
          <p:cNvSpPr txBox="1">
            <a:spLocks noChangeArrowheads="1"/>
          </p:cNvSpPr>
          <p:nvPr/>
        </p:nvSpPr>
        <p:spPr bwMode="auto">
          <a:xfrm>
            <a:off x="2644037" y="1811435"/>
            <a:ext cx="5076712"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400" b="1" dirty="0">
                <a:solidFill>
                  <a:srgbClr val="FF0000"/>
                </a:solidFill>
              </a:rPr>
              <a:t>1. Select document name and edit</a:t>
            </a:r>
            <a:br>
              <a:rPr lang="en-US" sz="2400" b="1" dirty="0">
                <a:solidFill>
                  <a:srgbClr val="FF0000"/>
                </a:solidFill>
              </a:rPr>
            </a:br>
            <a:r>
              <a:rPr lang="en-US" sz="2400" b="1" dirty="0">
                <a:solidFill>
                  <a:srgbClr val="FF0000"/>
                </a:solidFill>
              </a:rPr>
              <a:t>                   document details   </a:t>
            </a:r>
          </a:p>
        </p:txBody>
      </p:sp>
      <p:grpSp>
        <p:nvGrpSpPr>
          <p:cNvPr id="47113" name="Group 9"/>
          <p:cNvGrpSpPr>
            <a:grpSpLocks/>
          </p:cNvGrpSpPr>
          <p:nvPr/>
        </p:nvGrpSpPr>
        <p:grpSpPr bwMode="auto">
          <a:xfrm>
            <a:off x="2416968" y="3672796"/>
            <a:ext cx="1881188" cy="1404937"/>
            <a:chOff x="764" y="2889"/>
            <a:chExt cx="1185" cy="885"/>
          </a:xfrm>
        </p:grpSpPr>
        <p:sp>
          <p:nvSpPr>
            <p:cNvPr id="47133" name="AutoShape 10"/>
            <p:cNvSpPr>
              <a:spLocks noChangeArrowheads="1"/>
            </p:cNvSpPr>
            <p:nvPr/>
          </p:nvSpPr>
          <p:spPr bwMode="auto">
            <a:xfrm>
              <a:off x="764" y="2889"/>
              <a:ext cx="1185" cy="885"/>
            </a:xfrm>
            <a:prstGeom prst="cube">
              <a:avLst>
                <a:gd name="adj" fmla="val 10472"/>
              </a:avLst>
            </a:prstGeom>
            <a:solidFill>
              <a:schemeClr val="tx1"/>
            </a:solidFill>
            <a:ln w="28575">
              <a:solidFill>
                <a:schemeClr val="bg1"/>
              </a:solidFill>
              <a:miter lim="800000"/>
              <a:headEnd/>
              <a:tailEnd/>
            </a:ln>
          </p:spPr>
          <p:txBody>
            <a:bodyPr lIns="0" tIns="0" rIns="0" bIns="0" anchor="ctr">
              <a:spAutoFit/>
            </a:bodyPr>
            <a:lstStyle/>
            <a:p>
              <a:endParaRPr lang="en-US"/>
            </a:p>
          </p:txBody>
        </p:sp>
        <p:sp>
          <p:nvSpPr>
            <p:cNvPr id="47134" name="Text Box 11"/>
            <p:cNvSpPr txBox="1">
              <a:spLocks noChangeArrowheads="1"/>
            </p:cNvSpPr>
            <p:nvPr/>
          </p:nvSpPr>
          <p:spPr bwMode="auto">
            <a:xfrm>
              <a:off x="782" y="2991"/>
              <a:ext cx="111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dirty="0"/>
                <a:t>User Machine</a:t>
              </a:r>
            </a:p>
          </p:txBody>
        </p:sp>
        <p:pic>
          <p:nvPicPr>
            <p:cNvPr id="47135" name="Picture 12" descr="document icon"/>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20" y="3186"/>
              <a:ext cx="546" cy="546"/>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pic>
      </p:grpSp>
      <p:sp>
        <p:nvSpPr>
          <p:cNvPr id="31" name="AutoShape 4"/>
          <p:cNvSpPr>
            <a:spLocks noChangeArrowheads="1"/>
          </p:cNvSpPr>
          <p:nvPr/>
        </p:nvSpPr>
        <p:spPr bwMode="auto">
          <a:xfrm>
            <a:off x="543402" y="5732294"/>
            <a:ext cx="3408680" cy="182880"/>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32" name="Text Box 30"/>
          <p:cNvSpPr txBox="1">
            <a:spLocks noChangeArrowheads="1"/>
          </p:cNvSpPr>
          <p:nvPr/>
        </p:nvSpPr>
        <p:spPr bwMode="auto">
          <a:xfrm>
            <a:off x="595313" y="6062957"/>
            <a:ext cx="712543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400" b="1" dirty="0">
                <a:solidFill>
                  <a:srgbClr val="FF0000"/>
                </a:solidFill>
              </a:rPr>
              <a:t>2. Set Upload to Yes, Browse to local copy   </a:t>
            </a:r>
          </a:p>
        </p:txBody>
      </p:sp>
      <p:sp>
        <p:nvSpPr>
          <p:cNvPr id="33" name="AutoShape 4"/>
          <p:cNvSpPr>
            <a:spLocks noChangeArrowheads="1"/>
          </p:cNvSpPr>
          <p:nvPr/>
        </p:nvSpPr>
        <p:spPr bwMode="auto">
          <a:xfrm>
            <a:off x="543402" y="2578363"/>
            <a:ext cx="545169" cy="295466"/>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47121" name="Line 26"/>
          <p:cNvSpPr>
            <a:spLocks noChangeShapeType="1"/>
          </p:cNvSpPr>
          <p:nvPr/>
        </p:nvSpPr>
        <p:spPr bwMode="auto">
          <a:xfrm flipV="1">
            <a:off x="1106487" y="2722497"/>
            <a:ext cx="2642053" cy="11405"/>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47120" name="Line 25"/>
          <p:cNvSpPr>
            <a:spLocks noChangeShapeType="1"/>
          </p:cNvSpPr>
          <p:nvPr/>
        </p:nvSpPr>
        <p:spPr bwMode="auto">
          <a:xfrm>
            <a:off x="3747422" y="2721428"/>
            <a:ext cx="1118" cy="1584979"/>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34" name="Line 26"/>
          <p:cNvSpPr>
            <a:spLocks noChangeShapeType="1"/>
          </p:cNvSpPr>
          <p:nvPr/>
        </p:nvSpPr>
        <p:spPr bwMode="auto">
          <a:xfrm flipV="1">
            <a:off x="3765338" y="4289302"/>
            <a:ext cx="3628443" cy="11232"/>
          </a:xfrm>
          <a:prstGeom prst="line">
            <a:avLst/>
          </a:prstGeom>
          <a:noFill/>
          <a:ln w="28575">
            <a:solidFill>
              <a:srgbClr val="FF0000"/>
            </a:solidFill>
            <a:round/>
            <a:headEnd/>
            <a:tailEnd type="triangle"/>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35" name="AutoShape 4"/>
          <p:cNvSpPr>
            <a:spLocks noChangeArrowheads="1"/>
          </p:cNvSpPr>
          <p:nvPr/>
        </p:nvSpPr>
        <p:spPr bwMode="auto">
          <a:xfrm>
            <a:off x="545502" y="5548104"/>
            <a:ext cx="2051475" cy="137160"/>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Tree>
    <p:extLst>
      <p:ext uri="{BB962C8B-B14F-4D97-AF65-F5344CB8AC3E}">
        <p14:creationId xmlns:p14="http://schemas.microsoft.com/office/powerpoint/2010/main" val="2285018031"/>
      </p:ext>
    </p:extLst>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|EOS~049|</a:t>
            </a:r>
            <a:endParaRPr lang="en-US" sz="100" dirty="0" err="1">
              <a:solidFill>
                <a:srgbClr val="FFFFFF"/>
              </a:solidFill>
              <a:latin typeface="Arial"/>
              <a:cs typeface="Calibri" pitchFamily="34" charset="0"/>
            </a:endParaRPr>
          </a:p>
        </p:txBody>
      </p:sp>
      <p:sp>
        <p:nvSpPr>
          <p:cNvPr id="48130" name="Rectangle 2"/>
          <p:cNvSpPr>
            <a:spLocks noGrp="1" noChangeArrowheads="1"/>
          </p:cNvSpPr>
          <p:nvPr>
            <p:ph type="title"/>
          </p:nvPr>
        </p:nvSpPr>
        <p:spPr/>
        <p:txBody>
          <a:bodyPr/>
          <a:lstStyle/>
          <a:p>
            <a:pPr eaLnBrk="1" hangingPunct="1"/>
            <a:r>
              <a:rPr lang="en-US"/>
              <a:t>Lesson objectives review</a:t>
            </a:r>
          </a:p>
        </p:txBody>
      </p:sp>
      <p:sp>
        <p:nvSpPr>
          <p:cNvPr id="48131" name="Rectangle 3"/>
          <p:cNvSpPr>
            <a:spLocks noGrp="1" noChangeArrowheads="1"/>
          </p:cNvSpPr>
          <p:nvPr>
            <p:ph idx="1"/>
          </p:nvPr>
        </p:nvSpPr>
        <p:spPr/>
        <p:txBody>
          <a:bodyPr/>
          <a:lstStyle/>
          <a:p>
            <a:pPr>
              <a:buFont typeface="Wingdings 3" pitchFamily="18" charset="2"/>
              <a:buNone/>
            </a:pPr>
            <a:r>
              <a:rPr lang="en-US" dirty="0"/>
              <a:t>You should now be able to:</a:t>
            </a:r>
          </a:p>
          <a:p>
            <a:pPr lvl="1"/>
            <a:r>
              <a:rPr lang="en-US" dirty="0"/>
              <a:t>Describe the functionality of documents</a:t>
            </a:r>
          </a:p>
          <a:p>
            <a:pPr lvl="1"/>
            <a:r>
              <a:rPr lang="en-US" dirty="0"/>
              <a:t>Create documents</a:t>
            </a:r>
          </a:p>
          <a:p>
            <a:pPr lvl="1"/>
            <a:r>
              <a:rPr lang="en-US" dirty="0"/>
              <a:t>Create emails</a:t>
            </a:r>
          </a:p>
          <a:p>
            <a:pPr lvl="1"/>
            <a:r>
              <a:rPr lang="en-US" dirty="0"/>
              <a:t>Work with documents</a:t>
            </a:r>
          </a:p>
          <a:p>
            <a:pPr lvl="1"/>
            <a:endParaRPr lang="en-US" dirty="0"/>
          </a:p>
        </p:txBody>
      </p: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|EOS~050|</a:t>
            </a:r>
            <a:endParaRPr lang="en-US" sz="100" dirty="0" err="1">
              <a:solidFill>
                <a:srgbClr val="FFFFFF"/>
              </a:solidFill>
              <a:latin typeface="Arial"/>
              <a:cs typeface="Calibri" pitchFamily="34" charset="0"/>
            </a:endParaRPr>
          </a:p>
        </p:txBody>
      </p:sp>
      <p:sp>
        <p:nvSpPr>
          <p:cNvPr id="49154" name="Rectangle 2"/>
          <p:cNvSpPr>
            <a:spLocks noGrp="1" noChangeArrowheads="1"/>
          </p:cNvSpPr>
          <p:nvPr>
            <p:ph type="title"/>
          </p:nvPr>
        </p:nvSpPr>
        <p:spPr/>
        <p:txBody>
          <a:bodyPr/>
          <a:lstStyle/>
          <a:p>
            <a:pPr eaLnBrk="1" hangingPunct="1"/>
            <a:r>
              <a:rPr lang="en-US"/>
              <a:t>Review questions</a:t>
            </a:r>
          </a:p>
        </p:txBody>
      </p:sp>
      <p:sp>
        <p:nvSpPr>
          <p:cNvPr id="49155" name="Rectangle 3"/>
          <p:cNvSpPr>
            <a:spLocks noGrp="1" noChangeArrowheads="1"/>
          </p:cNvSpPr>
          <p:nvPr>
            <p:ph idx="1"/>
          </p:nvPr>
        </p:nvSpPr>
        <p:spPr/>
        <p:txBody>
          <a:bodyPr/>
          <a:lstStyle/>
          <a:p>
            <a:pPr marL="457200" indent="-457200">
              <a:buFont typeface="Webdings" pitchFamily="18" charset="2"/>
              <a:buAutoNum type="arabicPeriod"/>
            </a:pPr>
            <a:r>
              <a:rPr lang="en-US"/>
              <a:t>What is the primary difference between a document "known to exist" and an electronic document?</a:t>
            </a:r>
          </a:p>
          <a:p>
            <a:pPr marL="457200" indent="-457200">
              <a:buFont typeface="Webdings" pitchFamily="18" charset="2"/>
              <a:buAutoNum type="arabicPeriod"/>
            </a:pPr>
            <a:r>
              <a:rPr lang="en-US"/>
              <a:t>What is the significance of a document's MIME type?</a:t>
            </a:r>
          </a:p>
          <a:p>
            <a:pPr marL="457200" indent="-457200">
              <a:buFont typeface="Webdings" pitchFamily="18" charset="2"/>
              <a:buAutoNum type="arabicPeriod"/>
            </a:pPr>
            <a:r>
              <a:rPr lang="en-US"/>
              <a:t>What are the two ways that electronic documents can be added to ClaimCenter?</a:t>
            </a:r>
          </a:p>
          <a:p>
            <a:pPr marL="457200" indent="-457200">
              <a:buFont typeface="Webdings" pitchFamily="18" charset="2"/>
              <a:buAutoNum type="arabicPeriod"/>
            </a:pPr>
            <a:r>
              <a:rPr lang="en-US"/>
              <a:t>When a document already exists in ClaimCenter and you choose to edit it, where is the edited copy stored while it is being edited? What must you do to have the edited copy replace the master copy?</a:t>
            </a:r>
          </a:p>
          <a:p>
            <a:pPr marL="457200" indent="-457200">
              <a:buFont typeface="Webdings" pitchFamily="18" charset="2"/>
              <a:buAutoNum type="arabicPeriod"/>
            </a:pPr>
            <a:r>
              <a:rPr lang="en-US"/>
              <a:t>Under what circumstance might a user edit a document created from a template before uploading it to the document management system?</a:t>
            </a:r>
          </a:p>
        </p:txBody>
      </p:sp>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|EOS~051|</a:t>
            </a:r>
            <a:endParaRPr lang="en-US" sz="100" dirty="0" err="1">
              <a:solidFill>
                <a:srgbClr val="FFFFFF"/>
              </a:solidFill>
              <a:latin typeface="Arial"/>
              <a:cs typeface="Calibri" pitchFamily="34" charset="0"/>
            </a:endParaRPr>
          </a:p>
        </p:txBody>
      </p:sp>
      <p:sp>
        <p:nvSpPr>
          <p:cNvPr id="51202" name="Rectangle 2"/>
          <p:cNvSpPr>
            <a:spLocks noGrp="1" noChangeArrowheads="1"/>
          </p:cNvSpPr>
          <p:nvPr>
            <p:ph type="title"/>
          </p:nvPr>
        </p:nvSpPr>
        <p:spPr/>
        <p:txBody>
          <a:bodyPr/>
          <a:lstStyle/>
          <a:p>
            <a:pPr eaLnBrk="1" hangingPunct="1"/>
            <a:r>
              <a:rPr lang="en-US"/>
              <a:t>Notices</a:t>
            </a:r>
          </a:p>
        </p:txBody>
      </p:sp>
      <p:sp>
        <p:nvSpPr>
          <p:cNvPr id="51203" name="Rectangle 3"/>
          <p:cNvSpPr>
            <a:spLocks noGrp="1" noChangeArrowheads="1"/>
          </p:cNvSpPr>
          <p:nvPr>
            <p:ph type="body" idx="1"/>
          </p:nvPr>
        </p:nvSpPr>
        <p:spPr/>
        <p:txBody>
          <a:bodyPr/>
          <a:lstStyle/>
          <a:p>
            <a:pPr marL="0" indent="0">
              <a:buFont typeface="Wingdings 3" pitchFamily="18" charset="2"/>
              <a:buNone/>
            </a:pPr>
            <a:r>
              <a:rPr lang="en-US" sz="1600" b="1" dirty="0"/>
              <a:t>Copyright </a:t>
            </a:r>
            <a:r>
              <a:rPr lang="en-US" sz="1600" b="1"/>
              <a:t>© 2001-2014 </a:t>
            </a:r>
            <a:r>
              <a:rPr lang="en-US" sz="1600" b="1" dirty="0"/>
              <a:t>Guidewire Software, Inc. All rights reserved.</a:t>
            </a:r>
          </a:p>
          <a:p>
            <a:pPr marL="0" indent="0">
              <a:buNone/>
            </a:pPr>
            <a:r>
              <a:rPr lang="en-US" sz="1600" dirty="0"/>
              <a:t>Guidewire, Guidewire Software, Guidewire ClaimCenter, Guidewire PolicyCenter, Guidewire BillingCenter, Guidewire Reinsurance Management, Guidewire ContactManager, Guidewire Vendor Data Management, Guidewire Client Data Management, Guidewire Rating Management, Guidewire InsuranceSuite, Guidewire ContactCenter, Guidewire Studio, Guidewire Product Designer, Guidewire Live, Guidewire DataHub, Guidewire InfoCenter, Guidewire Standard Reporting</a:t>
            </a:r>
            <a:r>
              <a:rPr lang="en-US" sz="1600"/>
              <a:t>, Guidewire ExampleCenter, Guidewire Account Manager Portal, Guidewire Claim Portal, Guidewire Policyholder Portal, ClaimCenter, BillingCenter, PolicyCenter, InsuranceSuite, Gosu, Deliver </a:t>
            </a:r>
            <a:r>
              <a:rPr lang="en-US" sz="1600" dirty="0"/>
              <a:t>Insurance Your Way, and the Guidewire logo are trademarks, service marks, or registered trademarks of Guidewire Software, Inc. </a:t>
            </a:r>
            <a:r>
              <a:rPr lang="en-US" sz="1600"/>
              <a:t>in the United States and/or other countries.</a:t>
            </a:r>
          </a:p>
          <a:p>
            <a:pPr marL="0" indent="0">
              <a:buNone/>
            </a:pPr>
            <a:r>
              <a:rPr lang="en-US" sz="1600"/>
              <a:t>All other trademarks are the property of their respective owners.</a:t>
            </a:r>
          </a:p>
          <a:p>
            <a:pPr marL="0" indent="0">
              <a:buNone/>
            </a:pPr>
            <a:r>
              <a:rPr lang="en-US" sz="1600" b="1"/>
              <a:t>This material is confidential and proprietary to Guidewire and subject to the confidentiality terms in the applicable license agreement and/or separate nondisclosure agreement.</a:t>
            </a:r>
          </a:p>
          <a:p>
            <a:pPr marL="0" indent="0">
              <a:buNone/>
            </a:pPr>
            <a:r>
              <a:rPr lang="en-US" sz="1600"/>
              <a:t>This </a:t>
            </a:r>
            <a:r>
              <a:rPr lang="en-US" sz="1600" dirty="0"/>
              <a:t>file and the contents herein are the property of Guidewire Software, Inc. Use of this course material is restricted to students officially registered in this specific Guidewire-instructed course, or for other use expressly authorized by Guidewire. Replication or distribution of this course material in electronic, paper, or other format is prohibited without express permission from Guidewire.</a:t>
            </a:r>
          </a:p>
          <a:p>
            <a:pPr marL="0" indent="0">
              <a:buNone/>
            </a:pPr>
            <a:r>
              <a:rPr lang="en-US" sz="1600"/>
              <a:t>Guidewire products are protected by one or more United States patents.</a:t>
            </a:r>
          </a:p>
        </p:txBody>
      </p:sp>
    </p:spTree>
    <p:extLst>
      <p:ext uri="{BB962C8B-B14F-4D97-AF65-F5344CB8AC3E}">
        <p14:creationId xmlns:p14="http://schemas.microsoft.com/office/powerpoint/2010/main" val="1861141954"/>
      </p:ext>
    </p:extLst>
  </p:cSld>
  <p:clrMapOvr>
    <a:masterClrMapping/>
  </p:clrMapOvr>
  <p:transition/>
</p:sld>
</file>

<file path=ppt/theme/theme1.xml><?xml version="1.0" encoding="utf-8"?>
<a:theme xmlns:a="http://schemas.openxmlformats.org/drawingml/2006/main" name="1_test-template">
  <a:themeElements>
    <a:clrScheme name="">
      <a:dk1>
        <a:srgbClr val="8F8F5C"/>
      </a:dk1>
      <a:lt1>
        <a:srgbClr val="FFFFFF"/>
      </a:lt1>
      <a:dk2>
        <a:srgbClr val="000000"/>
      </a:dk2>
      <a:lt2>
        <a:srgbClr val="DADAB3"/>
      </a:lt2>
      <a:accent1>
        <a:srgbClr val="003399"/>
      </a:accent1>
      <a:accent2>
        <a:srgbClr val="FF9933"/>
      </a:accent2>
      <a:accent3>
        <a:srgbClr val="AAAAAA"/>
      </a:accent3>
      <a:accent4>
        <a:srgbClr val="DADADA"/>
      </a:accent4>
      <a:accent5>
        <a:srgbClr val="AAADCA"/>
      </a:accent5>
      <a:accent6>
        <a:srgbClr val="E78A2D"/>
      </a:accent6>
      <a:hlink>
        <a:srgbClr val="C0C0C0"/>
      </a:hlink>
      <a:folHlink>
        <a:srgbClr val="FFCC00"/>
      </a:folHlink>
    </a:clrScheme>
    <a:fontScheme name="test-temp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9050" algn="ctr">
          <a:solidFill>
            <a:srgbClr val="D33941"/>
          </a:solidFill>
          <a:round/>
          <a:headEnd/>
          <a:tailEnd/>
        </a:ln>
      </a:spPr>
      <a:bodyPr wrap="none" lIns="0" tIns="0" rIns="0" bIns="0" anchor="ctr">
        <a:noAutofit/>
      </a:bodyPr>
      <a:lstStyle>
        <a:defPPr algn="ctr">
          <a:spcBef>
            <a:spcPct val="50000"/>
          </a:spcBef>
          <a:spcAft>
            <a:spcPct val="30000"/>
          </a:spcAft>
          <a:buClr>
            <a:schemeClr val="tx1"/>
          </a:buClr>
          <a:defRPr/>
        </a:defPPr>
      </a:lstStyle>
    </a:spDef>
    <a:lnDef>
      <a:spPr bwMode="auto">
        <a:xfrm>
          <a:off x="0" y="0"/>
          <a:ext cx="1" cy="1"/>
        </a:xfrm>
        <a:custGeom>
          <a:avLst/>
          <a:gdLst/>
          <a:ahLst/>
          <a:cxnLst/>
          <a:rect l="0" t="0" r="0" b="0"/>
          <a:pathLst/>
        </a:custGeom>
        <a:noFill/>
        <a:ln w="12700" cap="flat" cmpd="sng" algn="ctr">
          <a:solidFill>
            <a:srgbClr val="FF0000"/>
          </a:solidFill>
          <a:prstDash val="solid"/>
          <a:round/>
          <a:headEnd type="none" w="med" len="med"/>
          <a:tailEnd type="none" w="med" len="med"/>
        </a:ln>
        <a:effectLst/>
      </a:spPr>
      <a:bodyPr vert="horz" wrap="none" lIns="0" tIns="0" rIns="0" bIns="0" numCol="1" anchor="ctr"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30000"/>
          </a:spcAft>
          <a:buClr>
            <a:schemeClr val="tx1"/>
          </a:buClr>
          <a:buSzTx/>
          <a:buFontTx/>
          <a:buNone/>
          <a:tabLst/>
          <a:defRPr kumimoji="0" lang="en-US" sz="2000" b="1" i="0" u="none" strike="noStrike" cap="none" normalizeH="0" baseline="0" smtClean="0">
            <a:ln>
              <a:noFill/>
            </a:ln>
            <a:solidFill>
              <a:srgbClr val="FF0000"/>
            </a:solidFill>
            <a:effectLst/>
            <a:latin typeface="Arial" charset="0"/>
          </a:defRPr>
        </a:defPPr>
      </a:lstStyle>
    </a:lnDef>
    <a:txDef>
      <a:spPr>
        <a:noFill/>
      </a:spPr>
      <a:bodyPr wrap="none" rtlCol="0">
        <a:spAutoFit/>
      </a:bodyPr>
      <a:lstStyle>
        <a:defPPr>
          <a:defRPr dirty="0" err="1" smtClean="0">
            <a:solidFill>
              <a:srgbClr val="C00000"/>
            </a:solidFill>
            <a:latin typeface="Calibri" pitchFamily="34" charset="0"/>
            <a:cs typeface="Calibri" pitchFamily="34" charset="0"/>
          </a:defRPr>
        </a:defPPr>
      </a:lstStyle>
    </a:txDef>
  </a:objectDefaults>
  <a:extraClrSchemeLst>
    <a:extraClrScheme>
      <a:clrScheme name="test-template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test-template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test-template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test-template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test-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test-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test-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LengthInSeconds xmlns="d0b50dc6-d04b-4a20-8a3b-d0ae0088e943" xsi:nil="true"/>
    <TaxCatchAll xmlns="63ac2635-8afb-4032-987d-b5ef0ef361cf" xsi:nil="true"/>
    <lcf76f155ced4ddcb4097134ff3c332f xmlns="d0b50dc6-d04b-4a20-8a3b-d0ae0088e943">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E519429F521E9142A0249EFDF4D90F58" ma:contentTypeVersion="14" ma:contentTypeDescription="Create a new document." ma:contentTypeScope="" ma:versionID="97910331cb574680cc7154dea7b87d45">
  <xsd:schema xmlns:xsd="http://www.w3.org/2001/XMLSchema" xmlns:xs="http://www.w3.org/2001/XMLSchema" xmlns:p="http://schemas.microsoft.com/office/2006/metadata/properties" xmlns:ns2="d0b50dc6-d04b-4a20-8a3b-d0ae0088e943" xmlns:ns3="63ac2635-8afb-4032-987d-b5ef0ef361cf" targetNamespace="http://schemas.microsoft.com/office/2006/metadata/properties" ma:root="true" ma:fieldsID="428bcf0acf0c6c17d3fc2418108370d9" ns2:_="" ns3:_="">
    <xsd:import namespace="d0b50dc6-d04b-4a20-8a3b-d0ae0088e943"/>
    <xsd:import namespace="63ac2635-8afb-4032-987d-b5ef0ef361cf"/>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0b50dc6-d04b-4a20-8a3b-d0ae0088e94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b3623ea3-be23-4189-a25b-bcadb097ef14"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3ac2635-8afb-4032-987d-b5ef0ef361cf"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83a5ab15-a695-4425-a994-9f7f87f836b6}" ma:internalName="TaxCatchAll" ma:showField="CatchAllData" ma:web="63ac2635-8afb-4032-987d-b5ef0ef361c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F39A332-3CDC-4364-B275-641163C8DD7C}">
  <ds:schemaRefs>
    <ds:schemaRef ds:uri="http://purl.org/dc/elements/1.1/"/>
    <ds:schemaRef ds:uri="cb5d11a5-97db-4cbf-be38-21d195c5a38e"/>
    <ds:schemaRef ds:uri="c856eeb5-80f6-4042-a17b-f7bb2df89857"/>
    <ds:schemaRef ds:uri="http://schemas.microsoft.com/office/infopath/2007/PartnerControls"/>
    <ds:schemaRef ds:uri="http://purl.org/dc/terms/"/>
    <ds:schemaRef ds:uri="http://schemas.microsoft.com/office/2006/documentManagement/types"/>
    <ds:schemaRef ds:uri="http://schemas.openxmlformats.org/package/2006/metadata/core-properties"/>
    <ds:schemaRef ds:uri="http://schemas.microsoft.com/office/2006/metadata/properties"/>
    <ds:schemaRef ds:uri="http://www.w3.org/XML/1998/namespace"/>
    <ds:schemaRef ds:uri="http://purl.org/dc/dcmitype/"/>
  </ds:schemaRefs>
</ds:datastoreItem>
</file>

<file path=customXml/itemProps2.xml><?xml version="1.0" encoding="utf-8"?>
<ds:datastoreItem xmlns:ds="http://schemas.openxmlformats.org/officeDocument/2006/customXml" ds:itemID="{AFB02BB3-1E4A-4D45-A74C-6604AF3FE122}">
  <ds:schemaRefs>
    <ds:schemaRef ds:uri="http://schemas.microsoft.com/sharepoint/v3/contenttype/forms"/>
  </ds:schemaRefs>
</ds:datastoreItem>
</file>

<file path=customXml/itemProps3.xml><?xml version="1.0" encoding="utf-8"?>
<ds:datastoreItem xmlns:ds="http://schemas.openxmlformats.org/officeDocument/2006/customXml" ds:itemID="{BED572A6-0CE9-4D2C-ADA4-3BCB42373FED}"/>
</file>

<file path=docProps/app.xml><?xml version="1.0" encoding="utf-8"?>
<Properties xmlns="http://schemas.openxmlformats.org/officeDocument/2006/extended-properties" xmlns:vt="http://schemas.openxmlformats.org/officeDocument/2006/docPropsVTypes">
  <Template/>
  <TotalTime>15755</TotalTime>
  <Words>5953</Words>
  <Application>Microsoft Office PowerPoint</Application>
  <PresentationFormat>On-screen Show (4:3)</PresentationFormat>
  <Paragraphs>593</Paragraphs>
  <Slides>54</Slides>
  <Notes>54</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54</vt:i4>
      </vt:variant>
    </vt:vector>
  </HeadingPairs>
  <TitlesOfParts>
    <vt:vector size="64" baseType="lpstr">
      <vt:lpstr>Arial</vt:lpstr>
      <vt:lpstr>Calibri</vt:lpstr>
      <vt:lpstr>Courier New</vt:lpstr>
      <vt:lpstr>MetaPlusBook-Roman</vt:lpstr>
      <vt:lpstr>Times New Roman</vt:lpstr>
      <vt:lpstr>Webdings</vt:lpstr>
      <vt:lpstr>Wingdings</vt:lpstr>
      <vt:lpstr>Wingdings 2</vt:lpstr>
      <vt:lpstr>Wingdings 3</vt:lpstr>
      <vt:lpstr>1_test-template</vt:lpstr>
      <vt:lpstr>Documents</vt:lpstr>
      <vt:lpstr>Lesson objectives</vt:lpstr>
      <vt:lpstr>Lesson outline</vt:lpstr>
      <vt:lpstr>Documents</vt:lpstr>
      <vt:lpstr>Documents</vt:lpstr>
      <vt:lpstr>Document management architecture</vt:lpstr>
      <vt:lpstr>Document management architecture: Physical documents</vt:lpstr>
      <vt:lpstr>Electronic document production</vt:lpstr>
      <vt:lpstr>Document management architecture: Electronic doc. production (1)</vt:lpstr>
      <vt:lpstr>Document management architecture: Electronic doc. production (2)</vt:lpstr>
      <vt:lpstr>Document management architecture: Electronic document production (3)</vt:lpstr>
      <vt:lpstr>Document production integration</vt:lpstr>
      <vt:lpstr>Document management architecture: Electronic document storage</vt:lpstr>
      <vt:lpstr>Document storage integration</vt:lpstr>
      <vt:lpstr>Document mailing</vt:lpstr>
      <vt:lpstr>Important document attributes</vt:lpstr>
      <vt:lpstr>Three ways to create a document</vt:lpstr>
      <vt:lpstr>Lesson outline</vt:lpstr>
      <vt:lpstr>The New Document menu</vt:lpstr>
      <vt:lpstr>Adding records of paper documents</vt:lpstr>
      <vt:lpstr>Adding existing documents as attachments</vt:lpstr>
      <vt:lpstr>Adding existing documents as attachments</vt:lpstr>
      <vt:lpstr>Adding documents by using a template</vt:lpstr>
      <vt:lpstr>Adding document via template Step 1: Select the template</vt:lpstr>
      <vt:lpstr>Adding document via template Step 1: Select the template</vt:lpstr>
      <vt:lpstr>Adding document via template Step 2: Generate the document</vt:lpstr>
      <vt:lpstr>Object values in template documents</vt:lpstr>
      <vt:lpstr>Object values in template documents</vt:lpstr>
      <vt:lpstr>Adding document via template Step 3: Modify the document text</vt:lpstr>
      <vt:lpstr>Adding document via template Step 3a: Save the document</vt:lpstr>
      <vt:lpstr>Adding document via template Step 3b: Specify the document location</vt:lpstr>
      <vt:lpstr>Adding document via template Step 4: Specify any additional values</vt:lpstr>
      <vt:lpstr>Adding document via template Step 5: Upload the document</vt:lpstr>
      <vt:lpstr>Documents and activities</vt:lpstr>
      <vt:lpstr>Lesson outline</vt:lpstr>
      <vt:lpstr>Outbound email</vt:lpstr>
      <vt:lpstr>Creating a new email – menu action</vt:lpstr>
      <vt:lpstr>Creating new email – recipients</vt:lpstr>
      <vt:lpstr>Creating new email – message body</vt:lpstr>
      <vt:lpstr>Creating new email – message body</vt:lpstr>
      <vt:lpstr>Sending new email</vt:lpstr>
      <vt:lpstr>Viewing a sent email</vt:lpstr>
      <vt:lpstr>Associating email templates with activities</vt:lpstr>
      <vt:lpstr>Sending emails from activities</vt:lpstr>
      <vt:lpstr>Lesson outline</vt:lpstr>
      <vt:lpstr>The documents screen</vt:lpstr>
      <vt:lpstr>"Known to exist" (paper) documents</vt:lpstr>
      <vt:lpstr>Viewing data about electronic documents</vt:lpstr>
      <vt:lpstr>Viewing electronic documents</vt:lpstr>
      <vt:lpstr>Editing electronic documents  Step 1 – Retrieve document, edit and save</vt:lpstr>
      <vt:lpstr>Editing electronic documents  Step 2 – Upload changes</vt:lpstr>
      <vt:lpstr>Lesson objectives review</vt:lpstr>
      <vt:lpstr>Review questions</vt:lpstr>
      <vt:lpstr>Notices</vt:lpstr>
    </vt:vector>
  </TitlesOfParts>
  <Company>Guidewire Software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Documents (hybrid)</dc:title>
  <dc:creator>Tom Rhoades</dc:creator>
  <dc:description>1100</dc:description>
  <cp:lastModifiedBy>Kalapatapu, Kiran</cp:lastModifiedBy>
  <cp:revision>1778</cp:revision>
  <cp:lastPrinted>2014-09-02T16:25:35Z</cp:lastPrinted>
  <dcterms:created xsi:type="dcterms:W3CDTF">2007-08-02T20:13:16Z</dcterms:created>
  <dcterms:modified xsi:type="dcterms:W3CDTF">2021-11-24T17:12:48Z</dcterms:modified>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BuildNumber">
    <vt:lpwstr>50</vt:lpwstr>
  </property>
  <property fmtid="{D5CDD505-2E9C-101B-9397-08002B2CF9AE}" pid="3" name="SectionVersionNumber">
    <vt:lpwstr>4.0.2.100</vt:lpwstr>
  </property>
  <property fmtid="{D5CDD505-2E9C-101B-9397-08002B2CF9AE}" pid="4" name="ContentTypeId">
    <vt:lpwstr>0x010100E519429F521E9142A0249EFDF4D90F58</vt:lpwstr>
  </property>
  <property fmtid="{D5CDD505-2E9C-101B-9397-08002B2CF9AE}" pid="5" name="Order">
    <vt:r8>86600</vt:r8>
  </property>
  <property fmtid="{D5CDD505-2E9C-101B-9397-08002B2CF9AE}" pid="6" name="xd_Signature">
    <vt:bool>false</vt:bool>
  </property>
  <property fmtid="{D5CDD505-2E9C-101B-9397-08002B2CF9AE}" pid="7" name="xd_ProgID">
    <vt:lpwstr/>
  </property>
  <property fmtid="{D5CDD505-2E9C-101B-9397-08002B2CF9AE}" pid="8" name="_SourceUrl">
    <vt:lpwstr/>
  </property>
  <property fmtid="{D5CDD505-2E9C-101B-9397-08002B2CF9AE}" pid="9" name="_SharedFileIndex">
    <vt:lpwstr/>
  </property>
  <property fmtid="{D5CDD505-2E9C-101B-9397-08002B2CF9AE}" pid="10" name="ComplianceAssetId">
    <vt:lpwstr/>
  </property>
  <property fmtid="{D5CDD505-2E9C-101B-9397-08002B2CF9AE}" pid="11" name="TemplateUrl">
    <vt:lpwstr/>
  </property>
  <property fmtid="{D5CDD505-2E9C-101B-9397-08002B2CF9AE}" pid="12" name="_ExtendedDescription">
    <vt:lpwstr/>
  </property>
  <property fmtid="{D5CDD505-2E9C-101B-9397-08002B2CF9AE}" pid="13" name="TriggerFlowInfo">
    <vt:lpwstr/>
  </property>
</Properties>
</file>